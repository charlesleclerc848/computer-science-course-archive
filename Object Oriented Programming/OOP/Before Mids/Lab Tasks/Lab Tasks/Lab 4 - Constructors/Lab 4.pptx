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sldIdLst>
    <p:sldId id="256" r:id="rId2"/>
    <p:sldId id="262" r:id="rId3"/>
    <p:sldId id="275" r:id="rId4"/>
    <p:sldId id="274" r:id="rId5"/>
    <p:sldId id="270" r:id="rId6"/>
    <p:sldId id="268" r:id="rId7"/>
    <p:sldId id="276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class using default constructor. 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name should be your name.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default constructor display your name and registration number.</a:t>
            </a:r>
          </a:p>
          <a:p>
            <a:pPr algn="just">
              <a:lnSpc>
                <a:spcPct val="100000"/>
              </a:lnSpc>
            </a:pP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class Wall that have length and height as attributes to find the area of wall. 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parameterized constructor to initialize variables.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calculateArea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calculate the area of wall.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0" algn="ctr">
              <a:lnSpc>
                <a:spcPct val="10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* Height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4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C++ program that defines a class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parameterized constructor to check if a number is prime. Use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show()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to display the result. In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main(),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user input, create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object, and display whether the number is prime.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6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83616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class “Bank: that includes the following data members:</a:t>
            </a:r>
          </a:p>
          <a:p>
            <a:pPr marL="457200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Depositor</a:t>
            </a:r>
          </a:p>
          <a:p>
            <a:pPr marL="457200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</a:t>
            </a:r>
          </a:p>
          <a:p>
            <a:pPr marL="457200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Balance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also contains the following member functions:</a:t>
            </a:r>
          </a:p>
          <a:p>
            <a:pPr marL="457200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 to initialize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9808" lvl="1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 =  Ahmed</a:t>
            </a:r>
          </a:p>
          <a:p>
            <a:pPr marL="749808" lvl="1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Balance Amount  =  100</a:t>
            </a:r>
          </a:p>
          <a:p>
            <a:pPr marL="749808" lvl="1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  =  123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Deposit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to deposit some amount. It should accept amount as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parameter.</a:t>
            </a:r>
          </a:p>
          <a:p>
            <a:pPr marL="457200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Withdraw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to withdraw an amount. It should also accept amount as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parameter.</a:t>
            </a:r>
          </a:p>
          <a:p>
            <a:pPr marL="457200" indent="-2286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to display name and balance amount after deposit and withdraw.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13409"/>
          <a:stretch/>
        </p:blipFill>
        <p:spPr>
          <a:xfrm>
            <a:off x="7263984" y="1804790"/>
            <a:ext cx="4628220" cy="321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6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defines a class Rectangle with the following overloaded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outside of class: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that initializes length and width to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 that takes length and width as arguments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that takes a single argument and sets both length and width to the same value (i.e., creates a square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display() function to show the dimensions of the rectangle.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7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defines a class Time with overloaded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outside of class: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that takes two integer arguments for hours and minutes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that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a single argument representing total minutes and converts it into hours and minutes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function to display the time in hours and minutes format.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766" y="4989700"/>
            <a:ext cx="8824704" cy="12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7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650" y="1845733"/>
            <a:ext cx="9941029" cy="46140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C++ program that defines a class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parameterized constructor to initialize the day, month, and year. The program should: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array of pointers to Date objects, representing all 31 days of March 2024.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allocate memory for each Date object using the parameterized constructor to set the month to March (3), and the day ranging from 1 to 31.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display() function to show each date in the format MM/DD/YYYY.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2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that the dynamically allocated memory is properly </a:t>
            </a:r>
            <a:r>
              <a:rPr lang="en-US" sz="23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deallocated</a:t>
            </a:r>
            <a:r>
              <a:rPr lang="en-US" sz="2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after use.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display all dates from March 1,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2024,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March 31,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2024.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3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5114</TotalTime>
  <Words>526</Words>
  <Application>Microsoft Office PowerPoint</Application>
  <PresentationFormat>Widescreen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Retrospect</vt:lpstr>
      <vt:lpstr>LAB – 04</vt:lpstr>
      <vt:lpstr>Task - 1</vt:lpstr>
      <vt:lpstr>Task - 2</vt:lpstr>
      <vt:lpstr>Task - 3</vt:lpstr>
      <vt:lpstr>Task - 4</vt:lpstr>
      <vt:lpstr>Task - 5</vt:lpstr>
      <vt:lpstr>Task - 6</vt:lpstr>
      <vt:lpstr>Task - 7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500</cp:revision>
  <dcterms:created xsi:type="dcterms:W3CDTF">2022-09-18T18:36:50Z</dcterms:created>
  <dcterms:modified xsi:type="dcterms:W3CDTF">2024-10-15T20:22:13Z</dcterms:modified>
</cp:coreProperties>
</file>