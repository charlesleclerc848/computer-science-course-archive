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8"/>
  </p:notesMasterIdLst>
  <p:sldIdLst>
    <p:sldId id="256" r:id="rId2"/>
    <p:sldId id="262" r:id="rId3"/>
    <p:sldId id="270" r:id="rId4"/>
    <p:sldId id="277" r:id="rId5"/>
    <p:sldId id="268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07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and multilevel inheritance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Teacher base class with attributes name, subject, and salary. Derive a class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HeadTeacher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additional attributes like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responsibilityAllowance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department.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parameterized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in both classes and create a function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child class to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earnings with the allowance for head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 and then display.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361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Ahmed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trying to manage his personal finances better and needs a program to help him track different categories of expenses. Create a base class Expense with attributes like amount, date, and description. Then, derive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FoodExpense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class, adding attributes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mealType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breakfast, lunch, dinner) and location (whether it was eaten at home or a restaurant).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Ahmed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like to initialize his expense entries with a parameterized constructor and have a method that displays expense details. This system should help him track his food expenses easily and differentiate between categories.</a:t>
            </a:r>
          </a:p>
        </p:txBody>
      </p:sp>
    </p:spTree>
    <p:extLst>
      <p:ext uri="{BB962C8B-B14F-4D97-AF65-F5344CB8AC3E}">
        <p14:creationId xmlns:p14="http://schemas.microsoft.com/office/powerpoint/2010/main" val="212126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97039"/>
            <a:ext cx="10058400" cy="4189859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Staff base class with attributes name and role, derive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KitchenStaff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with additional attributes shift and section, and then further derive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HeadChef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with specialty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yearsOfExperience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constructors to initialize the classes and add a function to display the head chef’s responsibilities.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9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22901"/>
            <a:ext cx="10058400" cy="4391293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Noman is planning a complex trip involving flights, train rides, and hotel stays, and he needs a program to manage his travel itinerary. Create a base class Trip with attributes such as destination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travelDate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Derive a Transport class that adds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transportType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flight or train)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ticketNumber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Further derive a Flight class that includes attributes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seatNumber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airline, and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baggageWeight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parameterized constructors for each class. In the Flight class, add a method to calculate baggage fees if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Noman’s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baggage weight exceeds the allowed 35 kg. If the excess baggage weight is above 0 kg, apply a charge of $20 per kg. This itinerary manager will allow Noman to keep track of each leg of his journey in an organized way.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10687"/>
            <a:ext cx="10058400" cy="4176211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Kashif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owns a vehicle rental service and needs a system to manage different types of vehicles and rental costs. Create a base class Vehicle with attributes such as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model,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baseRate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Derive a Car class that includes additional attributes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SUV, sedan)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seatingCapacity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Further derive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LuxuryCar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that includes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luxuryTax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chauffeurAvailability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parameterized constructors to initialize the attributes and add a method to calculate the total rental cost, including luxury tax and chauffeur charges if applicable. This rental management system will help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rental costs and keep track of each vehicle type in his fleet.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8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5325</TotalTime>
  <Words>516</Words>
  <Application>Microsoft Office PowerPoint</Application>
  <PresentationFormat>Widescreen</PresentationFormat>
  <Paragraphs>25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Retrospect</vt:lpstr>
      <vt:lpstr>LAB – 07</vt:lpstr>
      <vt:lpstr>Task - 1</vt:lpstr>
      <vt:lpstr>Task - 2</vt:lpstr>
      <vt:lpstr>Task - 3</vt:lpstr>
      <vt:lpstr>Task - 4</vt:lpstr>
      <vt:lpstr>Task - 5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544</cp:revision>
  <dcterms:created xsi:type="dcterms:W3CDTF">2022-09-18T18:36:50Z</dcterms:created>
  <dcterms:modified xsi:type="dcterms:W3CDTF">2024-11-07T04:49:48Z</dcterms:modified>
</cp:coreProperties>
</file>