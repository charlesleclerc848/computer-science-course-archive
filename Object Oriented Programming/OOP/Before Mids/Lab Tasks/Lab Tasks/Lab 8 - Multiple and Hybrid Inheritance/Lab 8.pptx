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sldIdLst>
    <p:sldId id="256" r:id="rId2"/>
    <p:sldId id="262" r:id="rId3"/>
    <p:sldId id="263" r:id="rId4"/>
    <p:sldId id="266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and hybrid inheritance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hospital management system with three classes: Doctor, Manager,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SeniorDoctor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Doctor class should have attributes like name, specialization,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licenseNumber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method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diagnosePatient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to handle patient diagnoses. The Manager class should include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departmentName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employeeID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attributes along with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scheduleShifts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for arranging staff shifts.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SeniorDoctor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should inherit from both Doctor and Manager, representing a doctor with additional managerial responsibilities. Include a method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overseeDepartment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SeniorDoctor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monitor departmental activities. Demonstrate the functionality by creating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SeniorDoctor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instance and calling methods to show the role in both patient care and department management.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99533"/>
            <a:ext cx="10058400" cy="507579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multimedia system with three classes: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should include an attribute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audioFormat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methods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playAudio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stopAudio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should have an attribute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videoFormat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methods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playVideo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stopVideo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Create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that inherits from both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combining audio and video functionalities with an additional quality attribute to store playback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(e.g. high, low).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method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setQuality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adjust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and display method to show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playback quality. Demonstrate functionality by creating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MediaPlayer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instance and calling methods to show audio and video operations along with quality adjustments.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0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3 (Part 1)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99533"/>
            <a:ext cx="10058400" cy="507579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healthcare management system, the Patient class stores essential information about patients, such as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patientID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name, and age. It has a method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which displays the patient’s details. The Billing class handles the financial aspects, with attributes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billingAmount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paymentStatus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constructor initializes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billingAmount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sets the default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paymentStatus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"Unpaid".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processPayment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changes the payment status to "Paid" and displays the billing amount, while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checkInsuranceCoverage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checks if insurance coverage is applicable based on the billing amount (if greater than $100).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RegularPatient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is a subclass of Patient that represents a patient without insurance. It has a method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displayRegularPatientInfo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calls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from Patient and adds a message indicating that the patient has no insurance.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– 3 (Part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99533"/>
            <a:ext cx="10058400" cy="507579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InsurancePatient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inherits from both Patient and Billing, representing patients with insurance. It has a method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displayInsurancePatientInfo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calls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from Patient and uses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checkInsuranceCoverage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from Billing to display insurance details based on the billing amount.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PatientManagement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inherits from both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RegularPatient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InsurancePatient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 to handle both regular and insurance patients.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displayCompletePatientInfo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overrides the methods from both parent classes to provide complete information. It calls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viewPatientInfo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from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RegularPatient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checks if there is a billing amount, and either displays the billing details and insurance coverage or a message stating that no billing information is available. This hybrid inheritance structure effectively combines the features of both regular and insurance-based patient profiles and billing management.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7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5376</TotalTime>
  <Words>568</Words>
  <Application>Microsoft Office PowerPoint</Application>
  <PresentationFormat>Widescreen</PresentationFormat>
  <Paragraphs>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Times New Roman</vt:lpstr>
      <vt:lpstr>Retrospect</vt:lpstr>
      <vt:lpstr>LAB – 08</vt:lpstr>
      <vt:lpstr>Task - 1</vt:lpstr>
      <vt:lpstr>Task - 2</vt:lpstr>
      <vt:lpstr>Task – 3 (Part 1)</vt:lpstr>
      <vt:lpstr>Task – 3 (Part 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538</cp:revision>
  <dcterms:created xsi:type="dcterms:W3CDTF">2022-09-18T18:36:50Z</dcterms:created>
  <dcterms:modified xsi:type="dcterms:W3CDTF">2024-11-13T05:23:29Z</dcterms:modified>
</cp:coreProperties>
</file>