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8"/>
  </p:notesMasterIdLst>
  <p:sldIdLst>
    <p:sldId id="256" r:id="rId2"/>
    <p:sldId id="262" r:id="rId3"/>
    <p:sldId id="263" r:id="rId4"/>
    <p:sldId id="266" r:id="rId5"/>
    <p:sldId id="264" r:id="rId6"/>
    <p:sldId id="265"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11/12/2024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11/12/2024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11/12/2024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11/12/2024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11/12/2024</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11/12/2024</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11/12/2024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11/12/2024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11/12/2024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11/12/2024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11/12/2024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82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232830"/>
            <a:ext cx="10058400" cy="5042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11/12/2024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88720" y="11663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06</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Aggregation and composition</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199533"/>
            <a:ext cx="10058400" cy="5075797"/>
          </a:xfrm>
        </p:spPr>
        <p:txBody>
          <a:bodyPr>
            <a:noAutofit/>
          </a:bodyPr>
          <a:lstStyle/>
          <a:p>
            <a:pPr algn="just">
              <a:lnSpc>
                <a:spcPct val="100000"/>
              </a:lnSpc>
            </a:pPr>
            <a:r>
              <a:rPr lang="en-US" sz="2600" dirty="0">
                <a:solidFill>
                  <a:schemeClr val="tx1"/>
                </a:solidFill>
                <a:latin typeface="Times New Roman" panose="02020603050405020304" pitchFamily="18" charset="0"/>
                <a:cs typeface="Times New Roman" panose="02020603050405020304" pitchFamily="18" charset="0"/>
              </a:rPr>
              <a:t>Design a simple library management system in C++ that demonstrates an aggregation relationship between a Library and Book. In this system, implement a Book class that stores the title of a book. Then, create a Library class that can hold multiple Book objects using pointers, allowing books to be shared across different library instances. The Library should have a method to add Book objects up to a maximum limit (e.g., two books) and a method to display all books currently in the library. Implement a destructor in the Library class to indicate when it is being destroyed, and use scope blocks in main() to show how a Book can exist independently of any specific Library instance. Additionally, demonstrate that a single Book object can be added to multiple libraries to illustrate the aggregation relationship, as Library objects do not own the Book objects.</a:t>
            </a:r>
            <a:endParaRPr lang="en-US" sz="26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199533"/>
            <a:ext cx="10058400" cy="5075797"/>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Create a C++ program to demonstrate an aggregation relationship between a Department and Professor. Implement a Professor class to store the name of each professor, and a Department class that can hold up to two professors using pointers. The Department class should have methods to add professors and display the list of professors in the department. In the main() function, create instances of Professor and add them to multiple Department instances to show that a professor can belong to multiple departments, illustrating the aggregation relationship.</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17854057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199533"/>
            <a:ext cx="10058400" cy="5075797"/>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Design a C++ program to manage a restaurant menu system using aggregation. The program should include two classes: item, which represents a menu item with an id and name, and has a constructor, a destructor, and a function to display item details; and menu, which represents a restaurant menu containing up to 5 items, with functions to add items and display the entire menu. The menu class should aggregate item objects, meaning the item objects are created independently and can exist outside of the menu class. In the main function, create at least two menus, each containing three items, and demonstrate the functionality by adding items and displaying the menu.</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34970310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199533"/>
            <a:ext cx="10058400" cy="5075797"/>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C++ program to demonstrate composition between a Car and an Engine. Implement an Engine class with a model name and a constructor that announces when the engine is </a:t>
            </a:r>
            <a:r>
              <a:rPr lang="en-US" sz="2800" dirty="0" smtClean="0">
                <a:solidFill>
                  <a:schemeClr val="tx1"/>
                </a:solidFill>
                <a:latin typeface="Times New Roman" panose="02020603050405020304" pitchFamily="18" charset="0"/>
                <a:cs typeface="Times New Roman" panose="02020603050405020304" pitchFamily="18" charset="0"/>
              </a:rPr>
              <a:t>created and </a:t>
            </a:r>
            <a:r>
              <a:rPr lang="en-US" sz="2800" dirty="0">
                <a:solidFill>
                  <a:schemeClr val="tx1"/>
                </a:solidFill>
                <a:latin typeface="Times New Roman" panose="02020603050405020304" pitchFamily="18" charset="0"/>
                <a:cs typeface="Times New Roman" panose="02020603050405020304" pitchFamily="18" charset="0"/>
              </a:rPr>
              <a:t>a destructor to announce when the </a:t>
            </a:r>
            <a:r>
              <a:rPr lang="en-US" sz="2800" dirty="0" smtClean="0">
                <a:solidFill>
                  <a:schemeClr val="tx1"/>
                </a:solidFill>
                <a:latin typeface="Times New Roman" panose="02020603050405020304" pitchFamily="18" charset="0"/>
                <a:cs typeface="Times New Roman" panose="02020603050405020304" pitchFamily="18" charset="0"/>
              </a:rPr>
              <a:t>Engine is destroyed</a:t>
            </a:r>
            <a:r>
              <a:rPr lang="en-US" sz="2800" dirty="0">
                <a:solidFill>
                  <a:schemeClr val="tx1"/>
                </a:solidFill>
                <a:latin typeface="Times New Roman" panose="02020603050405020304" pitchFamily="18" charset="0"/>
                <a:cs typeface="Times New Roman" panose="02020603050405020304" pitchFamily="18" charset="0"/>
              </a:rPr>
              <a:t>. Next, implement a Car class that owns an Engine object as a part of its composition. The Car class should have a constructor to initialize both the car's brand and the engine model, a method to start the car, and a destructor to announce when the car is destroyed. In main(), create a Car object and call its start method to illustrate the composition relationship, where the engine is dependent on the car.</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31962782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199533"/>
            <a:ext cx="10058400" cy="5075797"/>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Create a C++ program to demonstrate composition between a House and Room. Implement a Room class that includes a name attribute and displays messages upon creation and destruction. Then, implement a House class that owns two Room objects, initialized with specific room names through the House constructor. The House should also have a method to display the names of its rooms. In main(), create a House object and call its method to display the rooms, showing that the rooms are dependent on the House for their existence.</a:t>
            </a:r>
            <a:endParaRPr lang="en-US" sz="28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175436634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5283</TotalTime>
  <Words>655</Words>
  <Application>Microsoft Office PowerPoint</Application>
  <PresentationFormat>Widescreen</PresentationFormat>
  <Paragraphs>25</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Calibri Light</vt:lpstr>
      <vt:lpstr>Times New Roman</vt:lpstr>
      <vt:lpstr>Retrospect</vt:lpstr>
      <vt:lpstr>LAB – 06</vt:lpstr>
      <vt:lpstr>Task - 1</vt:lpstr>
      <vt:lpstr>Task - 2</vt:lpstr>
      <vt:lpstr>Task - 3</vt:lpstr>
      <vt:lpstr>Task - 4</vt:lpstr>
      <vt:lpstr>Task - 5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Microsoft account</cp:lastModifiedBy>
  <cp:revision>528</cp:revision>
  <dcterms:created xsi:type="dcterms:W3CDTF">2022-09-18T18:36:50Z</dcterms:created>
  <dcterms:modified xsi:type="dcterms:W3CDTF">2024-11-12T04:46:25Z</dcterms:modified>
</cp:coreProperties>
</file>