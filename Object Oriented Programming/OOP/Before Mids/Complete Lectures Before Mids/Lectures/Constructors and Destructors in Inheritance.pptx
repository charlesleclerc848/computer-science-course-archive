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4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3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4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0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2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9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5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9729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68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0517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00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70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99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ABFF5-B265-4542-B21B-2FC193B3D83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6E0F23-0208-434E-8CA9-F5A8A719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0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2404534"/>
            <a:ext cx="8614395" cy="1646302"/>
          </a:xfrm>
        </p:spPr>
        <p:txBody>
          <a:bodyPr/>
          <a:lstStyle/>
          <a:p>
            <a:r>
              <a:rPr lang="en-US" dirty="0"/>
              <a:t>Constructors and Destructors in 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614394" cy="1096899"/>
          </a:xfrm>
        </p:spPr>
        <p:txBody>
          <a:bodyPr/>
          <a:lstStyle/>
          <a:p>
            <a:r>
              <a:rPr lang="en-US" dirty="0"/>
              <a:t>significance of constructors and destructors in creating and managing objects, especially in the context of inheritance.</a:t>
            </a:r>
          </a:p>
        </p:txBody>
      </p:sp>
    </p:spTree>
    <p:extLst>
      <p:ext uri="{BB962C8B-B14F-4D97-AF65-F5344CB8AC3E}">
        <p14:creationId xmlns:p14="http://schemas.microsoft.com/office/powerpoint/2010/main" val="320855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Overview of Constructors and Destructors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</a:t>
            </a:r>
            <a:r>
              <a:rPr lang="en-US" b="1" dirty="0"/>
              <a:t>is a Constructor?</a:t>
            </a:r>
            <a:endParaRPr lang="en-US" dirty="0"/>
          </a:p>
          <a:p>
            <a:pPr lvl="1"/>
            <a:r>
              <a:rPr lang="en-US" dirty="0"/>
              <a:t>Special member function called when an object is created.</a:t>
            </a:r>
          </a:p>
          <a:p>
            <a:pPr lvl="1"/>
            <a:r>
              <a:rPr lang="en-US" dirty="0"/>
              <a:t>Initializes data members.</a:t>
            </a:r>
          </a:p>
          <a:p>
            <a:r>
              <a:rPr lang="en-US" b="1" dirty="0"/>
              <a:t>What is a Destructor?</a:t>
            </a:r>
            <a:endParaRPr lang="en-US" dirty="0"/>
          </a:p>
          <a:p>
            <a:pPr lvl="1"/>
            <a:r>
              <a:rPr lang="en-US" dirty="0"/>
              <a:t>Special member function called when an object goes out of scope.</a:t>
            </a:r>
          </a:p>
          <a:p>
            <a:pPr lvl="1"/>
            <a:r>
              <a:rPr lang="en-US" dirty="0"/>
              <a:t>Cleans up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90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Constructors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Default </a:t>
            </a:r>
            <a:r>
              <a:rPr lang="en-US" b="1" dirty="0"/>
              <a:t>Constructor</a:t>
            </a:r>
            <a:endParaRPr lang="en-US" dirty="0"/>
          </a:p>
          <a:p>
            <a:pPr lvl="1"/>
            <a:r>
              <a:rPr lang="en-US" dirty="0"/>
              <a:t>Constructor with no parameters.</a:t>
            </a:r>
          </a:p>
          <a:p>
            <a:pPr lvl="1"/>
            <a:r>
              <a:rPr lang="en-US" dirty="0"/>
              <a:t>Automatically called when no arguments are provided.</a:t>
            </a:r>
          </a:p>
          <a:p>
            <a:r>
              <a:rPr lang="en-US" b="1" dirty="0"/>
              <a:t>Parameterized Constructor</a:t>
            </a:r>
            <a:endParaRPr lang="en-US" dirty="0"/>
          </a:p>
          <a:p>
            <a:pPr lvl="1"/>
            <a:r>
              <a:rPr lang="en-US" dirty="0"/>
              <a:t>Constructor with parameters to initialize data members with specific values.</a:t>
            </a:r>
          </a:p>
          <a:p>
            <a:r>
              <a:rPr lang="en-US" b="1" dirty="0"/>
              <a:t>Copy Constructor </a:t>
            </a:r>
            <a:endParaRPr lang="en-US" b="1" dirty="0" smtClean="0"/>
          </a:p>
          <a:p>
            <a:pPr marL="685800" lvl="1"/>
            <a:r>
              <a:rPr lang="en-US" dirty="0" smtClean="0"/>
              <a:t>Initializes </a:t>
            </a:r>
            <a:r>
              <a:rPr lang="en-US" dirty="0"/>
              <a:t>an object with a copy of another </a:t>
            </a:r>
            <a:r>
              <a:rPr lang="en-US" dirty="0" smtClean="0"/>
              <a:t>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5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Default Constructor in Inheritance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Base </a:t>
            </a:r>
            <a:r>
              <a:rPr lang="en-US" b="1" dirty="0"/>
              <a:t>Class Initialization</a:t>
            </a:r>
            <a:endParaRPr lang="en-US" dirty="0"/>
          </a:p>
          <a:p>
            <a:pPr lvl="1"/>
            <a:r>
              <a:rPr lang="en-US" dirty="0"/>
              <a:t>If a derived class does not define a constructor, the base class default constructor is automatically called.</a:t>
            </a:r>
          </a:p>
          <a:p>
            <a:r>
              <a:rPr lang="en-US" b="1" dirty="0"/>
              <a:t>Output Explanation</a:t>
            </a:r>
            <a:r>
              <a:rPr lang="en-US" b="1" dirty="0" smtClean="0"/>
              <a:t>: </a:t>
            </a:r>
            <a:r>
              <a:rPr lang="en-US" dirty="0" smtClean="0"/>
              <a:t>The </a:t>
            </a:r>
            <a:r>
              <a:rPr lang="en-US" dirty="0"/>
              <a:t>base class constructor runs before the derived class constructor.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370" y="2160588"/>
            <a:ext cx="6064134" cy="41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4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Parameterized Constructor in Inheritance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Passing </a:t>
            </a:r>
            <a:r>
              <a:rPr lang="en-US" b="1" dirty="0"/>
              <a:t>Arguments to Base Class Constructor</a:t>
            </a:r>
            <a:endParaRPr lang="en-US" dirty="0"/>
          </a:p>
          <a:p>
            <a:pPr lvl="1"/>
            <a:r>
              <a:rPr lang="en-US" dirty="0"/>
              <a:t>When a derived class has a parameterized constructor, it can explicitly call the base class parameterized constructor.</a:t>
            </a:r>
          </a:p>
          <a:p>
            <a:r>
              <a:rPr lang="en-US" b="1" dirty="0"/>
              <a:t>Explanation:</a:t>
            </a:r>
          </a:p>
          <a:p>
            <a:r>
              <a:rPr lang="en-US" dirty="0"/>
              <a:t>Base(x) calls the parameterized constructor of the base class with x as an argument.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61369" y="2160589"/>
            <a:ext cx="7009052" cy="171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9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Constructor Call Order in Inheritance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Order </a:t>
            </a:r>
            <a:r>
              <a:rPr lang="en-US" b="1" dirty="0"/>
              <a:t>of Execution</a:t>
            </a:r>
            <a:endParaRPr lang="en-US" dirty="0"/>
          </a:p>
          <a:p>
            <a:pPr lvl="1"/>
            <a:r>
              <a:rPr lang="en-US" dirty="0"/>
              <a:t>Constructors are called in the order of inheritance: Base class, then Derived class.</a:t>
            </a:r>
          </a:p>
          <a:p>
            <a:r>
              <a:rPr lang="en-US" b="1" dirty="0" smtClean="0"/>
              <a:t>Takeaway: </a:t>
            </a:r>
            <a:r>
              <a:rPr lang="en-US" dirty="0" smtClean="0"/>
              <a:t>Understanding </a:t>
            </a:r>
            <a:r>
              <a:rPr lang="en-US" dirty="0"/>
              <a:t>this order helps in debugging and ensures correct initialization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 output</a:t>
            </a:r>
          </a:p>
          <a:p>
            <a:pPr marL="457200" lvl="1" indent="0">
              <a:buNone/>
            </a:pPr>
            <a:r>
              <a:rPr lang="en-US" dirty="0"/>
              <a:t>Base </a:t>
            </a:r>
            <a:r>
              <a:rPr lang="en-US" dirty="0" smtClean="0"/>
              <a:t>Constructor</a:t>
            </a:r>
          </a:p>
          <a:p>
            <a:pPr marL="457200" lvl="1" indent="0">
              <a:buNone/>
            </a:pPr>
            <a:r>
              <a:rPr lang="en-US" dirty="0" smtClean="0"/>
              <a:t>Derived </a:t>
            </a:r>
            <a:r>
              <a:rPr lang="en-US" dirty="0"/>
              <a:t>Constructor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3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Destructor in Inheritance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What </a:t>
            </a:r>
            <a:r>
              <a:rPr lang="en-US" b="1" dirty="0"/>
              <a:t>is a Destructor?</a:t>
            </a:r>
            <a:endParaRPr lang="en-US" dirty="0"/>
          </a:p>
          <a:p>
            <a:pPr lvl="1"/>
            <a:r>
              <a:rPr lang="en-US" dirty="0"/>
              <a:t>Clean-up function called automatically when an object goes out of scope or is deleted.</a:t>
            </a:r>
          </a:p>
          <a:p>
            <a:r>
              <a:rPr lang="en-US" b="1" dirty="0"/>
              <a:t>Destructor Order:</a:t>
            </a:r>
            <a:endParaRPr lang="en-US" dirty="0"/>
          </a:p>
          <a:p>
            <a:pPr lvl="1"/>
            <a:r>
              <a:rPr lang="en-US" dirty="0"/>
              <a:t>Destructors are called in reverse order of construction.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Derived class destructor is called first, then the Base class destructor.</a:t>
            </a:r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77166" y="1671857"/>
            <a:ext cx="6411086" cy="370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8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26281" y="1218908"/>
            <a:ext cx="8596668" cy="1826581"/>
          </a:xfrm>
        </p:spPr>
        <p:txBody>
          <a:bodyPr/>
          <a:lstStyle/>
          <a:p>
            <a:r>
              <a:rPr lang="en-US" dirty="0" smtClean="0"/>
              <a:t>Example Code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626281" y="3045489"/>
            <a:ext cx="8596668" cy="860400"/>
          </a:xfrm>
        </p:spPr>
        <p:txBody>
          <a:bodyPr/>
          <a:lstStyle/>
          <a:p>
            <a:r>
              <a:rPr lang="en-US" dirty="0"/>
              <a:t>Demonstration of Constructor and Destructor Order</a:t>
            </a:r>
          </a:p>
        </p:txBody>
      </p:sp>
    </p:spTree>
    <p:extLst>
      <p:ext uri="{BB962C8B-B14F-4D97-AF65-F5344CB8AC3E}">
        <p14:creationId xmlns:p14="http://schemas.microsoft.com/office/powerpoint/2010/main" val="5036614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299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Constructors and Destructors in Inheritance</vt:lpstr>
      <vt:lpstr>Overview of Constructors and Destructors </vt:lpstr>
      <vt:lpstr>Types of Constructors </vt:lpstr>
      <vt:lpstr>Default Constructor in Inheritance </vt:lpstr>
      <vt:lpstr>Parameterized Constructor in Inheritance</vt:lpstr>
      <vt:lpstr>Constructor Call Order in Inheritance </vt:lpstr>
      <vt:lpstr>Destructor in Inheritance </vt:lpstr>
      <vt:lpstr>Example Code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Constructors and Destructors in Inheritance</dc:title>
  <dc:creator>Mishal Muneer</dc:creator>
  <cp:lastModifiedBy>Mishal Muneer</cp:lastModifiedBy>
  <cp:revision>2</cp:revision>
  <dcterms:created xsi:type="dcterms:W3CDTF">2024-10-31T04:27:02Z</dcterms:created>
  <dcterms:modified xsi:type="dcterms:W3CDTF">2024-10-31T04:39:30Z</dcterms:modified>
</cp:coreProperties>
</file>