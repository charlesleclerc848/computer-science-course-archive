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B8C0-7E6B-4A2D-8B55-0FAAAEAC5C08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357C8-F564-436E-B300-7D5A1A539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068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B8C0-7E6B-4A2D-8B55-0FAAAEAC5C08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357C8-F564-436E-B300-7D5A1A539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47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B8C0-7E6B-4A2D-8B55-0FAAAEAC5C08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357C8-F564-436E-B300-7D5A1A539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613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B8C0-7E6B-4A2D-8B55-0FAAAEAC5C08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357C8-F564-436E-B300-7D5A1A539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911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B8C0-7E6B-4A2D-8B55-0FAAAEAC5C08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357C8-F564-436E-B300-7D5A1A539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863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B8C0-7E6B-4A2D-8B55-0FAAAEAC5C08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357C8-F564-436E-B300-7D5A1A539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720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B8C0-7E6B-4A2D-8B55-0FAAAEAC5C08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357C8-F564-436E-B300-7D5A1A539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237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B8C0-7E6B-4A2D-8B55-0FAAAEAC5C08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357C8-F564-436E-B300-7D5A1A539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029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B8C0-7E6B-4A2D-8B55-0FAAAEAC5C08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357C8-F564-436E-B300-7D5A1A539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908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B8C0-7E6B-4A2D-8B55-0FAAAEAC5C08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357C8-F564-436E-B300-7D5A1A539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35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B8C0-7E6B-4A2D-8B55-0FAAAEAC5C08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357C8-F564-436E-B300-7D5A1A539E65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18980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B8C0-7E6B-4A2D-8B55-0FAAAEAC5C08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357C8-F564-436E-B300-7D5A1A539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136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B8C0-7E6B-4A2D-8B55-0FAAAEAC5C08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357C8-F564-436E-B300-7D5A1A539E65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249215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B8C0-7E6B-4A2D-8B55-0FAAAEAC5C08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357C8-F564-436E-B300-7D5A1A539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613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B8C0-7E6B-4A2D-8B55-0FAAAEAC5C08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357C8-F564-436E-B300-7D5A1A539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8897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B8C0-7E6B-4A2D-8B55-0FAAAEAC5C08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357C8-F564-436E-B300-7D5A1A539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066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FFB8C0-7E6B-4A2D-8B55-0FAAAEAC5C08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78357C8-F564-436E-B300-7D5A1A539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143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Multilevel Inheritance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838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Multilevel inheritance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 smtClean="0"/>
              <a:t>Multilevel </a:t>
            </a:r>
            <a:r>
              <a:rPr lang="en-US" b="1" dirty="0"/>
              <a:t>inheritance</a:t>
            </a:r>
            <a:r>
              <a:rPr lang="en-US" dirty="0"/>
              <a:t> is a type of inheritance in which a class is derived from another class, which is itself derived from another class, forming a chain of inheritance. In this type of hierarchy, each child class inherits properties from its parent class and the classes above it in </a:t>
            </a:r>
            <a:r>
              <a:rPr lang="en-US" dirty="0" smtClean="0"/>
              <a:t>the </a:t>
            </a:r>
            <a:r>
              <a:rPr lang="en-US" dirty="0"/>
              <a:t>hierarchy</a:t>
            </a:r>
            <a:r>
              <a:rPr lang="en-US" dirty="0" smtClean="0"/>
              <a:t>.</a:t>
            </a:r>
          </a:p>
          <a:p>
            <a:pPr algn="just"/>
            <a:r>
              <a:rPr lang="en-US" b="1" dirty="0"/>
              <a:t>Multilevel Inheritance Structure</a:t>
            </a:r>
          </a:p>
          <a:p>
            <a:pPr lvl="1" algn="just"/>
            <a:r>
              <a:rPr lang="en-US" dirty="0"/>
              <a:t>Suppose we have three classes: </a:t>
            </a:r>
            <a:r>
              <a:rPr lang="en-US" dirty="0" err="1"/>
              <a:t>ClassA</a:t>
            </a:r>
            <a:r>
              <a:rPr lang="en-US" dirty="0"/>
              <a:t>, </a:t>
            </a:r>
            <a:r>
              <a:rPr lang="en-US" dirty="0" err="1"/>
              <a:t>ClassB</a:t>
            </a:r>
            <a:r>
              <a:rPr lang="en-US" dirty="0"/>
              <a:t>, and </a:t>
            </a:r>
            <a:r>
              <a:rPr lang="en-US" dirty="0" err="1"/>
              <a:t>ClassC</a:t>
            </a:r>
            <a:r>
              <a:rPr lang="en-US" dirty="0"/>
              <a:t>.</a:t>
            </a:r>
          </a:p>
          <a:p>
            <a:pPr lvl="1" algn="just"/>
            <a:r>
              <a:rPr lang="en-US" dirty="0" err="1" smtClean="0"/>
              <a:t>ClassB</a:t>
            </a:r>
            <a:r>
              <a:rPr lang="en-US" dirty="0" smtClean="0"/>
              <a:t> </a:t>
            </a:r>
            <a:r>
              <a:rPr lang="en-US" dirty="0"/>
              <a:t>inherits from </a:t>
            </a:r>
            <a:r>
              <a:rPr lang="en-US" dirty="0" err="1"/>
              <a:t>ClassA</a:t>
            </a:r>
            <a:r>
              <a:rPr lang="en-US" dirty="0"/>
              <a:t>.</a:t>
            </a:r>
          </a:p>
          <a:p>
            <a:pPr lvl="1" algn="just"/>
            <a:r>
              <a:rPr lang="en-US" dirty="0" err="1"/>
              <a:t>ClassC</a:t>
            </a:r>
            <a:r>
              <a:rPr lang="en-US" dirty="0"/>
              <a:t> inherits from </a:t>
            </a:r>
            <a:r>
              <a:rPr lang="en-US" dirty="0" err="1"/>
              <a:t>ClassB</a:t>
            </a:r>
            <a:r>
              <a:rPr lang="en-US" dirty="0"/>
              <a:t>.</a:t>
            </a:r>
          </a:p>
          <a:p>
            <a:pPr lvl="1" algn="just"/>
            <a:r>
              <a:rPr lang="en-US" dirty="0"/>
              <a:t>This means that</a:t>
            </a:r>
            <a:r>
              <a:rPr lang="en-US" dirty="0" smtClean="0"/>
              <a:t>:</a:t>
            </a:r>
            <a:endParaRPr lang="en-US" dirty="0"/>
          </a:p>
          <a:p>
            <a:pPr lvl="1" algn="just"/>
            <a:r>
              <a:rPr lang="en-US" dirty="0" err="1"/>
              <a:t>ClassB</a:t>
            </a:r>
            <a:r>
              <a:rPr lang="en-US" dirty="0"/>
              <a:t> inherits all attributes and methods of </a:t>
            </a:r>
            <a:r>
              <a:rPr lang="en-US" dirty="0" err="1"/>
              <a:t>ClassA</a:t>
            </a:r>
            <a:r>
              <a:rPr lang="en-US" dirty="0"/>
              <a:t>.</a:t>
            </a:r>
          </a:p>
          <a:p>
            <a:pPr lvl="1" algn="just"/>
            <a:r>
              <a:rPr lang="en-US" dirty="0" err="1"/>
              <a:t>ClassC</a:t>
            </a:r>
            <a:r>
              <a:rPr lang="en-US" dirty="0"/>
              <a:t> inherits all attributes and methods of both </a:t>
            </a:r>
            <a:r>
              <a:rPr lang="en-US" dirty="0" err="1"/>
              <a:t>ClassA</a:t>
            </a:r>
            <a:r>
              <a:rPr lang="en-US" dirty="0"/>
              <a:t> and </a:t>
            </a:r>
            <a:r>
              <a:rPr lang="en-US" dirty="0" err="1"/>
              <a:t>ClassB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00384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7334" y="609600"/>
            <a:ext cx="3920424" cy="1320800"/>
          </a:xfrm>
        </p:spPr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Animal is the base class with a method eat().</a:t>
            </a:r>
          </a:p>
          <a:p>
            <a:r>
              <a:rPr lang="en-US" dirty="0"/>
              <a:t>Mammal is a derived class that inherits from Animal and adds a new method walk().</a:t>
            </a:r>
          </a:p>
          <a:p>
            <a:r>
              <a:rPr lang="en-US" dirty="0"/>
              <a:t>Dog is a derived class that inherits from Mammal and adds a new method bark().</a:t>
            </a:r>
          </a:p>
          <a:p>
            <a:r>
              <a:rPr lang="en-US" dirty="0"/>
              <a:t>In main(), we create an object d of type Dog. Using this object, we can call:</a:t>
            </a:r>
          </a:p>
          <a:p>
            <a:endParaRPr lang="en-US" dirty="0"/>
          </a:p>
          <a:p>
            <a:r>
              <a:rPr lang="en-US" dirty="0" err="1"/>
              <a:t>d.eat</a:t>
            </a:r>
            <a:r>
              <a:rPr lang="en-US" dirty="0"/>
              <a:t>() (from Animal class)</a:t>
            </a:r>
          </a:p>
          <a:p>
            <a:r>
              <a:rPr lang="en-US" dirty="0" err="1"/>
              <a:t>d.walk</a:t>
            </a:r>
            <a:r>
              <a:rPr lang="en-US" dirty="0"/>
              <a:t>() (from Mammal class)</a:t>
            </a:r>
          </a:p>
          <a:p>
            <a:r>
              <a:rPr lang="en-US" dirty="0" err="1"/>
              <a:t>d.bark</a:t>
            </a:r>
            <a:r>
              <a:rPr lang="en-US" dirty="0"/>
              <a:t>() (from Dog class itself)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50781" y="421940"/>
            <a:ext cx="3923222" cy="631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34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77334" y="609600"/>
            <a:ext cx="9175004" cy="1320800"/>
          </a:xfrm>
        </p:spPr>
        <p:txBody>
          <a:bodyPr/>
          <a:lstStyle/>
          <a:p>
            <a:r>
              <a:rPr lang="en-US" dirty="0"/>
              <a:t>Vehicle Hierarchy with Protected Attributes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77334" y="1413615"/>
            <a:ext cx="9612886" cy="54443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car manufacturing company is developing software to manage the details of different types of vehicles. They want to create a class hierarchy that can represent different types of vehicles and fuel types</a:t>
            </a:r>
            <a:r>
              <a:rPr lang="en-US" dirty="0" smtClean="0"/>
              <a:t>.</a:t>
            </a:r>
            <a:endParaRPr lang="en-US" dirty="0"/>
          </a:p>
          <a:p>
            <a:pPr lvl="1">
              <a:buFont typeface="+mj-lt"/>
              <a:buAutoNum type="arabicPeriod"/>
            </a:pPr>
            <a:r>
              <a:rPr lang="en-US" dirty="0"/>
              <a:t>The base class, Vehicle, should have a protected attribute </a:t>
            </a:r>
            <a:r>
              <a:rPr lang="en-US" dirty="0" err="1"/>
              <a:t>fuelType</a:t>
            </a:r>
            <a:r>
              <a:rPr lang="en-US" dirty="0"/>
              <a:t> to store the type of fuel used (such as "Petrol", "Diesel", or "Electric"). The Vehicle class should also have a public method to set the </a:t>
            </a:r>
            <a:r>
              <a:rPr lang="en-US" dirty="0" err="1"/>
              <a:t>fuelType</a:t>
            </a:r>
            <a:r>
              <a:rPr lang="en-US" dirty="0"/>
              <a:t>.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The company needs a derived class called Car that inherits from Vehicle and includes an additional protected attribute, brand, to specify the car brand (e.g., "Toyota", "Honda").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Finally, they need a specific class, </a:t>
            </a:r>
            <a:r>
              <a:rPr lang="en-US" dirty="0" err="1"/>
              <a:t>ElectricCar</a:t>
            </a:r>
            <a:r>
              <a:rPr lang="en-US" dirty="0"/>
              <a:t>, which inherits from Car. This class should be able to set both the </a:t>
            </a:r>
            <a:r>
              <a:rPr lang="en-US" dirty="0" err="1"/>
              <a:t>fuelType</a:t>
            </a:r>
            <a:r>
              <a:rPr lang="en-US" dirty="0"/>
              <a:t> and brand, and it should have a method to display details about the car, including the brand and fuel type.</a:t>
            </a:r>
          </a:p>
          <a:p>
            <a:pPr marL="0" indent="0">
              <a:buNone/>
            </a:pPr>
            <a:r>
              <a:rPr lang="en-US" dirty="0"/>
              <a:t>Write the classes Vehicle, Car, and </a:t>
            </a:r>
            <a:r>
              <a:rPr lang="en-US" dirty="0" err="1"/>
              <a:t>ElectricCar</a:t>
            </a:r>
            <a:r>
              <a:rPr lang="en-US" dirty="0"/>
              <a:t> using C++. Make sure the </a:t>
            </a:r>
            <a:r>
              <a:rPr lang="en-US" dirty="0" err="1"/>
              <a:t>ElectricCar</a:t>
            </a:r>
            <a:r>
              <a:rPr lang="en-US" dirty="0"/>
              <a:t> class has access to the protected members from its base classes to display the fuel type and brand.</a:t>
            </a:r>
          </a:p>
        </p:txBody>
      </p:sp>
    </p:spTree>
    <p:extLst>
      <p:ext uri="{BB962C8B-B14F-4D97-AF65-F5344CB8AC3E}">
        <p14:creationId xmlns:p14="http://schemas.microsoft.com/office/powerpoint/2010/main" val="1424630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78287"/>
          </a:xfrm>
        </p:spPr>
        <p:txBody>
          <a:bodyPr/>
          <a:lstStyle/>
          <a:p>
            <a:r>
              <a:rPr lang="en-US" dirty="0" smtClean="0"/>
              <a:t>Employee Hierarchy with constructors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2790" y="1413614"/>
            <a:ext cx="9431368" cy="5283400"/>
          </a:xfrm>
        </p:spPr>
        <p:txBody>
          <a:bodyPr>
            <a:normAutofit/>
          </a:bodyPr>
          <a:lstStyle/>
          <a:p>
            <a:r>
              <a:rPr lang="en-US" dirty="0"/>
              <a:t>A company wants to keep track of different types of employees within their system. They need a class structure that allows them to manage the base details of all employees, as well as additional attributes specific to full-time employees and managers.</a:t>
            </a:r>
          </a:p>
          <a:p>
            <a:pPr lvl="1">
              <a:buFont typeface="+mj-lt"/>
              <a:buAutoNum type="arabicPeriod"/>
            </a:pPr>
            <a:r>
              <a:rPr lang="en-US" smtClean="0"/>
              <a:t>The </a:t>
            </a:r>
            <a:r>
              <a:rPr lang="en-US" dirty="0"/>
              <a:t>base class, Employee, should contain protected attributes name and id, which are initialized through a constructor. Additionally, this class should include a method to display the employee’s name and ID.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The company wants a derived class, </a:t>
            </a:r>
            <a:r>
              <a:rPr lang="en-US" dirty="0" err="1"/>
              <a:t>FullTimeEmployee</a:t>
            </a:r>
            <a:r>
              <a:rPr lang="en-US" dirty="0"/>
              <a:t>, which inherits from Employee and adds a protected attribute </a:t>
            </a:r>
            <a:r>
              <a:rPr lang="en-US" dirty="0" err="1"/>
              <a:t>baseSalary</a:t>
            </a:r>
            <a:r>
              <a:rPr lang="en-US" dirty="0"/>
              <a:t>. This attribute should also be initialized through a constructor, and a method should be included to display the base salary.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Finally, the company needs a manager-specific class called Manager that inherits from </a:t>
            </a:r>
            <a:r>
              <a:rPr lang="en-US" dirty="0" err="1"/>
              <a:t>FullTimeEmployee</a:t>
            </a:r>
            <a:r>
              <a:rPr lang="en-US" dirty="0"/>
              <a:t>. Managers receive an additional bonus, which should be initialized via the constructor. The Manager class should have a method to calculate and display the total salary (base salary plus bonus).</a:t>
            </a:r>
          </a:p>
          <a:p>
            <a:r>
              <a:rPr lang="en-US" dirty="0"/>
              <a:t>Write the classes Employee, </a:t>
            </a:r>
            <a:r>
              <a:rPr lang="en-US" dirty="0" err="1"/>
              <a:t>FullTimeEmployee</a:t>
            </a:r>
            <a:r>
              <a:rPr lang="en-US" dirty="0"/>
              <a:t>, and Manager in C++, ensuring that each class initializes its respective attributes using constructors and that the Manager class has access to all necessary information to calculate and display the total salary.</a:t>
            </a:r>
          </a:p>
        </p:txBody>
      </p:sp>
    </p:spTree>
    <p:extLst>
      <p:ext uri="{BB962C8B-B14F-4D97-AF65-F5344CB8AC3E}">
        <p14:creationId xmlns:p14="http://schemas.microsoft.com/office/powerpoint/2010/main" val="231137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Library Management System with constructors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library needs a system to manage its collection of books and magazines. Each publication has common attributes like title and publisher, while specific details depend on the type of publication.</a:t>
            </a:r>
          </a:p>
          <a:p>
            <a:endParaRPr lang="en-US" dirty="0"/>
          </a:p>
          <a:p>
            <a:pPr lvl="1">
              <a:buFont typeface="+mj-lt"/>
              <a:buAutoNum type="arabicPeriod"/>
            </a:pPr>
            <a:r>
              <a:rPr lang="en-US" dirty="0"/>
              <a:t>The base class, Publication, should contain protected attributes title and publisher, both initialized via a constructor. A public method should display the title and publisher information.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The derived class, Book, inherits from Publication and adds an attribute </a:t>
            </a:r>
            <a:r>
              <a:rPr lang="en-US" dirty="0" err="1"/>
              <a:t>pageCount</a:t>
            </a:r>
            <a:r>
              <a:rPr lang="en-US" dirty="0"/>
              <a:t> to store the number of pages in the book. The Book class should initialize the </a:t>
            </a:r>
            <a:r>
              <a:rPr lang="en-US" dirty="0" err="1"/>
              <a:t>pageCount</a:t>
            </a:r>
            <a:r>
              <a:rPr lang="en-US" dirty="0"/>
              <a:t> and have a method to display it.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Another derived class, Magazine, inherits from Book and adds an attribute </a:t>
            </a:r>
            <a:r>
              <a:rPr lang="en-US" dirty="0" err="1"/>
              <a:t>issueNumber</a:t>
            </a:r>
            <a:r>
              <a:rPr lang="en-US" dirty="0"/>
              <a:t> to store the magazine issue number. The Magazine class should initialize this attribute and have a method to display the full details of the magazine, including title, publisher, page count, and issue number.</a:t>
            </a:r>
          </a:p>
        </p:txBody>
      </p:sp>
    </p:spTree>
    <p:extLst>
      <p:ext uri="{BB962C8B-B14F-4D97-AF65-F5344CB8AC3E}">
        <p14:creationId xmlns:p14="http://schemas.microsoft.com/office/powerpoint/2010/main" val="1937153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School Staff Management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26525"/>
            <a:ext cx="8596668" cy="4714838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 school wants a system to keep track of its staff, including teachers and department heads. Each role has specific responsibilities and compensation.</a:t>
            </a:r>
          </a:p>
          <a:p>
            <a:pPr algn="just"/>
            <a:endParaRPr lang="en-US" dirty="0"/>
          </a:p>
          <a:p>
            <a:pPr lvl="1" algn="just"/>
            <a:r>
              <a:rPr lang="en-US" sz="1800" dirty="0"/>
              <a:t>The base class, Staff, should have protected attributes name and </a:t>
            </a:r>
            <a:r>
              <a:rPr lang="en-US" sz="1800" dirty="0" err="1"/>
              <a:t>staffID</a:t>
            </a:r>
            <a:r>
              <a:rPr lang="en-US" sz="1800" dirty="0"/>
              <a:t>, both initialized via constructor, and a method to display these details.</a:t>
            </a:r>
          </a:p>
          <a:p>
            <a:pPr lvl="1" algn="just"/>
            <a:r>
              <a:rPr lang="en-US" sz="1800" dirty="0"/>
              <a:t>The derived class, Teacher, inherits from Staff and adds a subject attribute to store the subject taught by the teacher. This class should have a constructor to initialize subject and a method to display it.</a:t>
            </a:r>
          </a:p>
          <a:p>
            <a:pPr lvl="1" algn="just"/>
            <a:r>
              <a:rPr lang="en-US" sz="1800" dirty="0"/>
              <a:t>Another derived class, </a:t>
            </a:r>
            <a:r>
              <a:rPr lang="en-US" sz="1800" dirty="0" err="1"/>
              <a:t>DepartmentHead</a:t>
            </a:r>
            <a:r>
              <a:rPr lang="en-US" sz="1800" dirty="0"/>
              <a:t>, inherits from Teacher and adds a department attribute, as well as a bonus attribute to represent the extra salary given for this position. The </a:t>
            </a:r>
            <a:r>
              <a:rPr lang="en-US" sz="1800" dirty="0" err="1"/>
              <a:t>DepartmentHead</a:t>
            </a:r>
            <a:r>
              <a:rPr lang="en-US" sz="1800" dirty="0"/>
              <a:t> class should calculate and display the total salary based on a base salary and the bonus.</a:t>
            </a:r>
          </a:p>
        </p:txBody>
      </p:sp>
    </p:spTree>
    <p:extLst>
      <p:ext uri="{BB962C8B-B14F-4D97-AF65-F5344CB8AC3E}">
        <p14:creationId xmlns:p14="http://schemas.microsoft.com/office/powerpoint/2010/main" val="1478045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111</TotalTime>
  <Words>924</Words>
  <Application>Microsoft Office PowerPoint</Application>
  <PresentationFormat>Widescreen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</vt:lpstr>
      <vt:lpstr>Multilevel Inheritance</vt:lpstr>
      <vt:lpstr>Multilevel inheritance</vt:lpstr>
      <vt:lpstr>Example</vt:lpstr>
      <vt:lpstr>Vehicle Hierarchy with Protected Attributes</vt:lpstr>
      <vt:lpstr>Employee Hierarchy with constructors </vt:lpstr>
      <vt:lpstr>Library Management System with constructors</vt:lpstr>
      <vt:lpstr>School Staff Management System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Multilevel Inheritance</dc:title>
  <dc:creator>Mishal Muneer</dc:creator>
  <cp:lastModifiedBy>Microsoft account</cp:lastModifiedBy>
  <cp:revision>5</cp:revision>
  <dcterms:created xsi:type="dcterms:W3CDTF">2024-11-05T03:39:36Z</dcterms:created>
  <dcterms:modified xsi:type="dcterms:W3CDTF">2024-11-05T07:09:14Z</dcterms:modified>
</cp:coreProperties>
</file>