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wmf" ContentType="image/x-wmf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1"/>
  </p:notesMasterIdLst>
  <p:sldIdLst>
    <p:sldId id="256" r:id="rId2"/>
    <p:sldId id="598" r:id="rId3"/>
    <p:sldId id="655" r:id="rId4"/>
    <p:sldId id="656" r:id="rId5"/>
    <p:sldId id="306" r:id="rId6"/>
    <p:sldId id="308" r:id="rId7"/>
    <p:sldId id="309" r:id="rId8"/>
    <p:sldId id="657" r:id="rId9"/>
    <p:sldId id="658" r:id="rId10"/>
    <p:sldId id="593" r:id="rId11"/>
    <p:sldId id="594" r:id="rId12"/>
    <p:sldId id="600" r:id="rId13"/>
    <p:sldId id="601" r:id="rId14"/>
    <p:sldId id="602" r:id="rId15"/>
    <p:sldId id="603" r:id="rId16"/>
    <p:sldId id="604" r:id="rId17"/>
    <p:sldId id="605" r:id="rId18"/>
    <p:sldId id="606" r:id="rId19"/>
    <p:sldId id="607" r:id="rId20"/>
    <p:sldId id="608" r:id="rId21"/>
    <p:sldId id="481" r:id="rId22"/>
    <p:sldId id="482" r:id="rId23"/>
    <p:sldId id="489" r:id="rId24"/>
    <p:sldId id="490" r:id="rId25"/>
    <p:sldId id="650" r:id="rId26"/>
    <p:sldId id="651" r:id="rId27"/>
    <p:sldId id="652" r:id="rId28"/>
    <p:sldId id="653" r:id="rId29"/>
    <p:sldId id="654" r:id="rId30"/>
    <p:sldId id="636" r:id="rId31"/>
    <p:sldId id="579" r:id="rId32"/>
    <p:sldId id="580" r:id="rId33"/>
    <p:sldId id="581" r:id="rId34"/>
    <p:sldId id="582" r:id="rId35"/>
    <p:sldId id="583" r:id="rId36"/>
    <p:sldId id="584" r:id="rId37"/>
    <p:sldId id="585" r:id="rId38"/>
    <p:sldId id="586" r:id="rId39"/>
    <p:sldId id="587" r:id="rId4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F1BC7"/>
    <a:srgbClr val="E9EFF7"/>
    <a:srgbClr val="008000"/>
    <a:srgbClr val="D20000"/>
    <a:srgbClr val="2C14DE"/>
    <a:srgbClr val="B80000"/>
    <a:srgbClr val="27558D"/>
    <a:srgbClr val="39DFE7"/>
    <a:srgbClr val="160C5C"/>
    <a:srgbClr val="4F556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412" autoAdjust="0"/>
    <p:restoredTop sz="78636" autoAdjust="0"/>
  </p:normalViewPr>
  <p:slideViewPr>
    <p:cSldViewPr>
      <p:cViewPr varScale="1">
        <p:scale>
          <a:sx n="58" d="100"/>
          <a:sy n="58" d="100"/>
        </p:scale>
        <p:origin x="1794" y="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492"/>
    </p:cViewPr>
    <p:sldLst>
      <p:sld r:id="rId1" collapse="1"/>
      <p:sld r:id="rId2" collapse="1"/>
      <p:sld r:id="rId3" collapse="1"/>
      <p:sld r:id="rId4" collapse="1"/>
      <p:sld r:id="rId5" collapse="1"/>
      <p:sld r:id="rId6" collapse="1"/>
      <p:sld r:id="rId7" collapse="1"/>
      <p:sld r:id="rId8" collapse="1"/>
      <p:sld r:id="rId9" collapse="1"/>
      <p:sld r:id="rId10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67" d="100"/>
          <a:sy n="67" d="100"/>
        </p:scale>
        <p:origin x="3120" y="7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/Relationships>
</file>

<file path=ppt/_rels/viewProps.xml.rels><?xml version="1.0" encoding="UTF-8" standalone="yes"?>
<Relationships xmlns="http://schemas.openxmlformats.org/package/2006/relationships"><Relationship Id="rId8" Type="http://schemas.openxmlformats.org/officeDocument/2006/relationships/slide" Target="slides/slide19.xml"/><Relationship Id="rId3" Type="http://schemas.openxmlformats.org/officeDocument/2006/relationships/slide" Target="slides/slide12.xml"/><Relationship Id="rId7" Type="http://schemas.openxmlformats.org/officeDocument/2006/relationships/slide" Target="slides/slide18.xml"/><Relationship Id="rId2" Type="http://schemas.openxmlformats.org/officeDocument/2006/relationships/slide" Target="slides/slide11.xml"/><Relationship Id="rId1" Type="http://schemas.openxmlformats.org/officeDocument/2006/relationships/slide" Target="slides/slide10.xml"/><Relationship Id="rId6" Type="http://schemas.openxmlformats.org/officeDocument/2006/relationships/slide" Target="slides/slide17.xml"/><Relationship Id="rId5" Type="http://schemas.openxmlformats.org/officeDocument/2006/relationships/slide" Target="slides/slide14.xml"/><Relationship Id="rId10" Type="http://schemas.openxmlformats.org/officeDocument/2006/relationships/slide" Target="slides/slide38.xml"/><Relationship Id="rId4" Type="http://schemas.openxmlformats.org/officeDocument/2006/relationships/slide" Target="slides/slide13.xml"/><Relationship Id="rId9" Type="http://schemas.openxmlformats.org/officeDocument/2006/relationships/slide" Target="slides/slide20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1C0C88-7267-4399-A55D-D2971BA77B10}" type="datetimeFigureOut">
              <a:rPr lang="en-US" smtClean="0"/>
              <a:t>10/17/2024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85FC15-40B4-45E5-86AE-2E64D22F0C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53663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eksforgeeks.org/understanding-exit-abort-and-assert/" TargetMode="External"/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85FC15-40B4-45E5-86AE-2E64D22F0C38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81250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When you define </a:t>
            </a:r>
            <a:r>
              <a:rPr lang="en-US"/>
              <a:t>any </a:t>
            </a:r>
            <a:r>
              <a:rPr lang="en-US" baseline="0" smtClean="0"/>
              <a:t>argument </a:t>
            </a:r>
            <a:r>
              <a:rPr lang="en-US" baseline="0" dirty="0"/>
              <a:t>based constructor </a:t>
            </a:r>
            <a:r>
              <a:rPr lang="en-US" baseline="0" dirty="0">
                <a:sym typeface="Wingdings" panose="05000000000000000000" pitchFamily="2" charset="2"/>
              </a:rPr>
              <a:t> </a:t>
            </a:r>
            <a:r>
              <a:rPr lang="en-US" b="1" baseline="0" dirty="0"/>
              <a:t>YOU MUST ALO DEFINE A NO-ARGUMENT </a:t>
            </a:r>
            <a:r>
              <a:rPr lang="en-US" baseline="0" dirty="0"/>
              <a:t>constructor yourself.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85FC15-40B4-45E5-86AE-2E64D22F0C3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13917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7F5A00E1-12D1-4748-A3D2-7F7797D8F8B2}" type="slidenum">
              <a:rPr lang="en-US" sz="1200">
                <a:latin typeface="Times New Roman" panose="02020603050405020304" pitchFamily="18" charset="0"/>
              </a:rPr>
              <a:pPr eaLnBrk="1" hangingPunct="1"/>
              <a:t>4</a:t>
            </a:fld>
            <a:endParaRPr lang="en-US" sz="1200">
              <a:latin typeface="Times New Roman" panose="02020603050405020304" pitchFamily="18" charset="0"/>
            </a:endParaRPr>
          </a:p>
        </p:txBody>
      </p:sp>
      <p:sp>
        <p:nvSpPr>
          <p:cNvPr id="552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0563"/>
            <a:ext cx="4556125" cy="3417887"/>
          </a:xfrm>
          <a:ln/>
        </p:spPr>
      </p:sp>
      <p:sp>
        <p:nvSpPr>
          <p:cNvPr id="5530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9913" tIns="44956" rIns="89913" bIns="44956"/>
          <a:lstStyle/>
          <a:p>
            <a:endParaRPr lang="fr-F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5605493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ERROR:</a:t>
            </a:r>
            <a:r>
              <a:rPr lang="en-US" b="1" baseline="0" dirty="0"/>
              <a:t> No Argument </a:t>
            </a:r>
            <a:r>
              <a:rPr lang="en-US" b="1" baseline="0" dirty="0" smtClean="0"/>
              <a:t>is passed </a:t>
            </a:r>
            <a:r>
              <a:rPr lang="en-US" b="1" baseline="0" smtClean="0"/>
              <a:t>to constructor</a:t>
            </a: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85FC15-40B4-45E5-86AE-2E64D22F0C3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01984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1987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fr-FR">
              <a:latin typeface="Calibri" panose="020F050202020403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4198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4489414D-0126-43F0-BBDF-989A2978F2AB}" type="slidenum">
              <a:rPr lang="en-US" sz="1200"/>
              <a:pPr eaLnBrk="1" hangingPunct="1"/>
              <a:t>10</a:t>
            </a:fld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486518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3011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fr-FR">
              <a:latin typeface="Calibri" panose="020F050202020403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4301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4304CAE1-F8BC-486F-B630-F9D77232B580}" type="slidenum">
              <a:rPr lang="en-US" sz="1200"/>
              <a:pPr eaLnBrk="1" hangingPunct="1"/>
              <a:t>11</a:t>
            </a:fld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277786328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9155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GB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A </a:t>
            </a:r>
            <a:r>
              <a:rPr lang="en-GB" b="1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default constructor</a:t>
            </a:r>
            <a:r>
              <a:rPr lang="en-GB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 is a </a:t>
            </a:r>
            <a:r>
              <a:rPr lang="en-GB" b="1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constructor</a:t>
            </a:r>
            <a:r>
              <a:rPr lang="en-GB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 that either has no parameters, or if it has parameters, all the parameters have </a:t>
            </a:r>
            <a:r>
              <a:rPr lang="en-GB" b="1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default</a:t>
            </a:r>
            <a:r>
              <a:rPr lang="en-GB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 values.</a:t>
            </a:r>
            <a:br>
              <a:rPr lang="en-GB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</a:br>
            <a:r>
              <a:rPr lang="en-GB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When prototype is written then only prototype has default value but not the definition of function.</a:t>
            </a:r>
            <a:endParaRPr lang="fr-FR" b="1" dirty="0">
              <a:latin typeface="Calibri" panose="020F050202020403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4915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E1AD8B68-8AFB-49ED-B321-1665E8BA1EFD}" type="slidenum">
              <a:rPr lang="en-US" sz="1200"/>
              <a:pPr eaLnBrk="1" hangingPunct="1"/>
              <a:t>12</a:t>
            </a:fld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6150343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0179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fr-FR">
              <a:latin typeface="Calibri" panose="020F050202020403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5018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A38DFCFD-661E-431F-AC27-5A8525967573}" type="slidenum">
              <a:rPr lang="en-US" sz="1200"/>
              <a:pPr eaLnBrk="1" hangingPunct="1"/>
              <a:t>13</a:t>
            </a:fld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310596411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1203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fr-FR">
              <a:latin typeface="Calibri" panose="020F050202020403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5120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A1D67C0D-0582-4037-AAFC-2DD49FBC5D0B}" type="slidenum">
              <a:rPr lang="en-US" sz="1200"/>
              <a:pPr eaLnBrk="1" hangingPunct="1"/>
              <a:t>14</a:t>
            </a:fld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179724287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2227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fr-FR" b="1" dirty="0" err="1">
                <a:solidFill>
                  <a:srgbClr val="C00000"/>
                </a:solidFill>
                <a:latin typeface="Calibri" panose="020F0502020204030204" pitchFamily="34" charset="0"/>
                <a:ea typeface="ＭＳ Ｐゴシック" panose="020B0600070205080204" pitchFamily="34" charset="-128"/>
              </a:rPr>
              <a:t>const</a:t>
            </a:r>
            <a:r>
              <a:rPr lang="fr-FR" b="1" dirty="0">
                <a:solidFill>
                  <a:srgbClr val="C00000"/>
                </a:solidFill>
                <a:latin typeface="Calibri" panose="020F0502020204030204" pitchFamily="34" charset="0"/>
                <a:ea typeface="ＭＳ Ｐゴシック" panose="020B0600070205080204" pitchFamily="34" charset="-128"/>
              </a:rPr>
              <a:t> </a:t>
            </a:r>
            <a:r>
              <a:rPr lang="fr-FR" b="1" dirty="0" err="1">
                <a:latin typeface="Calibri" panose="020F0502020204030204" pitchFamily="34" charset="0"/>
                <a:ea typeface="ＭＳ Ｐゴシック" panose="020B0600070205080204" pitchFamily="34" charset="-128"/>
              </a:rPr>
              <a:t>function</a:t>
            </a:r>
            <a:r>
              <a:rPr lang="fr-FR" b="1" dirty="0">
                <a:latin typeface="Calibri" panose="020F0502020204030204" pitchFamily="34" charset="0"/>
                <a:ea typeface="ＭＳ Ｐゴシック" panose="020B0600070205080204" pitchFamily="34" charset="-128"/>
              </a:rPr>
              <a:t>: </a:t>
            </a:r>
            <a:r>
              <a:rPr lang="fr-FR" dirty="0">
                <a:latin typeface="Calibri" panose="020F0502020204030204" pitchFamily="34" charset="0"/>
                <a:ea typeface="ＭＳ Ｐゴシック" panose="020B0600070205080204" pitchFamily="34" charset="-128"/>
              </a:rPr>
              <a:t>That </a:t>
            </a:r>
            <a:r>
              <a:rPr lang="fr-FR" dirty="0" err="1">
                <a:latin typeface="Calibri" panose="020F0502020204030204" pitchFamily="34" charset="0"/>
                <a:ea typeface="ＭＳ Ｐゴシック" panose="020B0600070205080204" pitchFamily="34" charset="-128"/>
              </a:rPr>
              <a:t>cannot</a:t>
            </a:r>
            <a:r>
              <a:rPr lang="fr-FR" dirty="0">
                <a:latin typeface="Calibri" panose="020F0502020204030204" pitchFamily="34" charset="0"/>
                <a:ea typeface="ＭＳ Ｐゴシック" panose="020B0600070205080204" pitchFamily="34" charset="-128"/>
              </a:rPr>
              <a:t> </a:t>
            </a:r>
            <a:r>
              <a:rPr lang="fr-FR" dirty="0" err="1">
                <a:latin typeface="Calibri" panose="020F0502020204030204" pitchFamily="34" charset="0"/>
                <a:ea typeface="ＭＳ Ｐゴシック" panose="020B0600070205080204" pitchFamily="34" charset="-128"/>
              </a:rPr>
              <a:t>modify</a:t>
            </a:r>
            <a:r>
              <a:rPr lang="fr-FR" baseline="0" dirty="0">
                <a:latin typeface="Calibri" panose="020F0502020204030204" pitchFamily="34" charset="0"/>
                <a:ea typeface="ＭＳ Ｐゴシック" panose="020B0600070205080204" pitchFamily="34" charset="-128"/>
              </a:rPr>
              <a:t> class data </a:t>
            </a:r>
            <a:r>
              <a:rPr lang="fr-FR" baseline="0" dirty="0" err="1">
                <a:latin typeface="Calibri" panose="020F0502020204030204" pitchFamily="34" charset="0"/>
                <a:ea typeface="ＭＳ Ｐゴシック" panose="020B0600070205080204" pitchFamily="34" charset="-128"/>
              </a:rPr>
              <a:t>members</a:t>
            </a:r>
            <a:endParaRPr lang="fr-FR" baseline="0" dirty="0">
              <a:latin typeface="Calibri" panose="020F0502020204030204" pitchFamily="34" charset="0"/>
              <a:ea typeface="ＭＳ Ｐゴシック" panose="020B0600070205080204" pitchFamily="34" charset="-128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b="1" dirty="0" err="1">
                <a:latin typeface="Calibri" panose="020F0502020204030204" pitchFamily="34" charset="0"/>
                <a:ea typeface="ＭＳ Ｐゴシック" panose="020B0600070205080204" pitchFamily="34" charset="-128"/>
              </a:rPr>
              <a:t>static</a:t>
            </a:r>
            <a:r>
              <a:rPr lang="fr-FR" b="1" dirty="0">
                <a:latin typeface="Calibri" panose="020F0502020204030204" pitchFamily="34" charset="0"/>
                <a:ea typeface="ＭＳ Ｐゴシック" panose="020B0600070205080204" pitchFamily="34" charset="-128"/>
              </a:rPr>
              <a:t> </a:t>
            </a:r>
            <a:r>
              <a:rPr lang="fr-FR" b="1" dirty="0" err="1">
                <a:latin typeface="Calibri" panose="020F0502020204030204" pitchFamily="34" charset="0"/>
                <a:ea typeface="ＭＳ Ｐゴシック" panose="020B0600070205080204" pitchFamily="34" charset="-128"/>
              </a:rPr>
              <a:t>function</a:t>
            </a:r>
            <a:r>
              <a:rPr lang="fr-FR" b="1" dirty="0">
                <a:latin typeface="Calibri" panose="020F0502020204030204" pitchFamily="34" charset="0"/>
                <a:ea typeface="ＭＳ Ｐゴシック" panose="020B0600070205080204" pitchFamily="34" charset="-128"/>
              </a:rPr>
              <a:t>: </a:t>
            </a:r>
            <a:r>
              <a:rPr lang="fr-FR" dirty="0">
                <a:latin typeface="Calibri" panose="020F0502020204030204" pitchFamily="34" charset="0"/>
                <a:ea typeface="ＭＳ Ｐゴシック" panose="020B0600070205080204" pitchFamily="34" charset="-128"/>
              </a:rPr>
              <a:t>class </a:t>
            </a:r>
            <a:r>
              <a:rPr lang="fr-FR" dirty="0" err="1">
                <a:latin typeface="Calibri" panose="020F0502020204030204" pitchFamily="34" charset="0"/>
                <a:ea typeface="ＭＳ Ｐゴシック" panose="020B0600070205080204" pitchFamily="34" charset="-128"/>
              </a:rPr>
              <a:t>level</a:t>
            </a:r>
            <a:r>
              <a:rPr lang="fr-FR" dirty="0">
                <a:latin typeface="Calibri" panose="020F0502020204030204" pitchFamily="34" charset="0"/>
                <a:ea typeface="ＭＳ Ｐゴシック" panose="020B0600070205080204" pitchFamily="34" charset="-128"/>
              </a:rPr>
              <a:t> </a:t>
            </a:r>
            <a:r>
              <a:rPr lang="fr-FR" dirty="0" err="1">
                <a:latin typeface="Calibri" panose="020F0502020204030204" pitchFamily="34" charset="0"/>
                <a:ea typeface="ＭＳ Ｐゴシック" panose="020B0600070205080204" pitchFamily="34" charset="-128"/>
              </a:rPr>
              <a:t>function</a:t>
            </a:r>
            <a:r>
              <a:rPr lang="fr-FR" dirty="0">
                <a:latin typeface="Calibri" panose="020F0502020204030204" pitchFamily="34" charset="0"/>
                <a:ea typeface="ＭＳ Ｐゴシック" panose="020B0600070205080204" pitchFamily="34" charset="-128"/>
              </a:rPr>
              <a:t> (not </a:t>
            </a:r>
            <a:r>
              <a:rPr lang="fr-FR" dirty="0" err="1">
                <a:latin typeface="Calibri" panose="020F0502020204030204" pitchFamily="34" charset="0"/>
                <a:ea typeface="ＭＳ Ｐゴシック" panose="020B0600070205080204" pitchFamily="34" charset="-128"/>
              </a:rPr>
              <a:t>assosiated</a:t>
            </a:r>
            <a:r>
              <a:rPr lang="fr-FR" dirty="0">
                <a:latin typeface="Calibri" panose="020F0502020204030204" pitchFamily="34" charset="0"/>
                <a:ea typeface="ＭＳ Ｐゴシック" panose="020B0600070205080204" pitchFamily="34" charset="-128"/>
              </a:rPr>
              <a:t> </a:t>
            </a:r>
            <a:r>
              <a:rPr lang="fr-FR" dirty="0" err="1">
                <a:latin typeface="Calibri" panose="020F0502020204030204" pitchFamily="34" charset="0"/>
                <a:ea typeface="ＭＳ Ｐゴシック" panose="020B0600070205080204" pitchFamily="34" charset="-128"/>
              </a:rPr>
              <a:t>with</a:t>
            </a:r>
            <a:r>
              <a:rPr lang="fr-FR" dirty="0">
                <a:latin typeface="Calibri" panose="020F0502020204030204" pitchFamily="34" charset="0"/>
                <a:ea typeface="ＭＳ Ｐゴシック" panose="020B0600070205080204" pitchFamily="34" charset="-128"/>
              </a:rPr>
              <a:t> </a:t>
            </a:r>
            <a:r>
              <a:rPr lang="fr-FR" dirty="0" err="1">
                <a:latin typeface="Calibri" panose="020F0502020204030204" pitchFamily="34" charset="0"/>
                <a:ea typeface="ＭＳ Ｐゴシック" panose="020B0600070205080204" pitchFamily="34" charset="-128"/>
              </a:rPr>
              <a:t>any</a:t>
            </a:r>
            <a:r>
              <a:rPr lang="fr-FR" dirty="0">
                <a:latin typeface="Calibri" panose="020F0502020204030204" pitchFamily="34" charset="0"/>
                <a:ea typeface="ＭＳ Ｐゴシック" panose="020B0600070205080204" pitchFamily="34" charset="-128"/>
              </a:rPr>
              <a:t> </a:t>
            </a:r>
            <a:r>
              <a:rPr lang="fr-FR" dirty="0" err="1">
                <a:latin typeface="Calibri" panose="020F0502020204030204" pitchFamily="34" charset="0"/>
                <a:ea typeface="ＭＳ Ｐゴシック" panose="020B0600070205080204" pitchFamily="34" charset="-128"/>
              </a:rPr>
              <a:t>object</a:t>
            </a:r>
            <a:r>
              <a:rPr lang="fr-FR" dirty="0" smtClean="0">
                <a:latin typeface="Calibri" panose="020F0502020204030204" pitchFamily="34" charset="0"/>
                <a:ea typeface="ＭＳ Ｐゴシック" panose="020B0600070205080204" pitchFamily="34" charset="-128"/>
              </a:rPr>
              <a:t>)</a:t>
            </a:r>
            <a:endParaRPr lang="fr-FR" b="1" baseline="0" dirty="0">
              <a:latin typeface="Calibri" panose="020F0502020204030204" pitchFamily="34" charset="0"/>
              <a:ea typeface="ＭＳ Ｐゴシック" panose="020B0600070205080204" pitchFamily="34" charset="-128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b="1" baseline="0" dirty="0" err="1">
                <a:latin typeface="Calibri" panose="020F0502020204030204" pitchFamily="34" charset="0"/>
                <a:ea typeface="ＭＳ Ｐゴシック" panose="020B0600070205080204" pitchFamily="34" charset="-128"/>
              </a:rPr>
              <a:t>virtual</a:t>
            </a:r>
            <a:r>
              <a:rPr lang="fr-FR" b="1" baseline="0" dirty="0">
                <a:latin typeface="Calibri" panose="020F0502020204030204" pitchFamily="34" charset="0"/>
                <a:ea typeface="ＭＳ Ｐゴシック" panose="020B0600070205080204" pitchFamily="34" charset="-128"/>
              </a:rPr>
              <a:t> </a:t>
            </a:r>
            <a:r>
              <a:rPr lang="fr-FR" b="1" baseline="0" dirty="0" err="1">
                <a:latin typeface="Calibri" panose="020F0502020204030204" pitchFamily="34" charset="0"/>
                <a:ea typeface="ＭＳ Ｐゴシック" panose="020B0600070205080204" pitchFamily="34" charset="-128"/>
              </a:rPr>
              <a:t>function</a:t>
            </a:r>
            <a:r>
              <a:rPr lang="fr-FR" b="1" baseline="0" dirty="0">
                <a:latin typeface="Calibri" panose="020F0502020204030204" pitchFamily="34" charset="0"/>
                <a:ea typeface="ＭＳ Ｐゴシック" panose="020B0600070205080204" pitchFamily="34" charset="-128"/>
              </a:rPr>
              <a:t>: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C++ virtual function is a member function in the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base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class that you redefine in a derived class</a:t>
            </a:r>
            <a:endParaRPr lang="fr-FR" b="1" baseline="0" dirty="0">
              <a:latin typeface="Calibri" panose="020F0502020204030204" pitchFamily="34" charset="0"/>
              <a:ea typeface="ＭＳ Ｐゴシック" panose="020B0600070205080204" pitchFamily="34" charset="-128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b="1" baseline="0" dirty="0">
                <a:latin typeface="Calibri" panose="020F0502020204030204" pitchFamily="34" charset="0"/>
                <a:ea typeface="ＭＳ Ｐゴシック" panose="020B0600070205080204" pitchFamily="34" charset="-128"/>
              </a:rPr>
              <a:t>pure-</a:t>
            </a:r>
            <a:r>
              <a:rPr lang="fr-FR" b="1" baseline="0" dirty="0" err="1">
                <a:latin typeface="Calibri" panose="020F0502020204030204" pitchFamily="34" charset="0"/>
                <a:ea typeface="ＭＳ Ｐゴシック" panose="020B0600070205080204" pitchFamily="34" charset="-128"/>
              </a:rPr>
              <a:t>virtual</a:t>
            </a:r>
            <a:r>
              <a:rPr lang="fr-FR" b="1" baseline="0" dirty="0">
                <a:latin typeface="Calibri" panose="020F0502020204030204" pitchFamily="34" charset="0"/>
                <a:ea typeface="ＭＳ Ｐゴシック" panose="020B0600070205080204" pitchFamily="34" charset="-128"/>
              </a:rPr>
              <a:t> </a:t>
            </a:r>
            <a:r>
              <a:rPr lang="fr-FR" b="1" baseline="0" dirty="0" err="1">
                <a:latin typeface="Calibri" panose="020F0502020204030204" pitchFamily="34" charset="0"/>
                <a:ea typeface="ＭＳ Ｐゴシック" panose="020B0600070205080204" pitchFamily="34" charset="-128"/>
              </a:rPr>
              <a:t>function</a:t>
            </a:r>
            <a:r>
              <a:rPr lang="fr-FR" b="1" baseline="0" dirty="0">
                <a:latin typeface="Calibri" panose="020F0502020204030204" pitchFamily="34" charset="0"/>
                <a:ea typeface="ＭＳ Ｐゴシック" panose="020B0600070205080204" pitchFamily="34" charset="-128"/>
              </a:rPr>
              <a:t>: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pure virtual function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is a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virtual function in C++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for which we need not to write any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function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definition and only we have to declare it</a:t>
            </a:r>
            <a:endParaRPr lang="fr-FR" b="1" dirty="0">
              <a:latin typeface="Calibri" panose="020F050202020403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5222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D4F13B0B-DA1B-43AB-8679-B6491A654938}" type="slidenum">
              <a:rPr lang="en-US" sz="1200"/>
              <a:pPr eaLnBrk="1" hangingPunct="1"/>
              <a:t>15</a:t>
            </a:fld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338928777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3251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Abort:</a:t>
            </a:r>
            <a:r>
              <a:rPr lang="en-US" sz="1200" b="1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Aborts the current process, producing an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abnormal program termination.</a:t>
            </a:r>
          </a:p>
          <a:p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exit()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terminates the calling process without executing the rest code which is after the exit() function.</a:t>
            </a:r>
            <a:r>
              <a:rPr lang="en-US" b="1" dirty="0"/>
              <a:t/>
            </a:r>
            <a:br>
              <a:rPr lang="en-US" b="1" dirty="0"/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_Exit()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function in C/C++ gives normal termination of a program without performing any cleanup tasks.</a:t>
            </a:r>
            <a:endParaRPr lang="fr-FR" b="1" dirty="0">
              <a:latin typeface="Calibri" panose="020F050202020403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5325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0B0402A4-0676-4B37-9E58-0EFC29AB3E99}" type="slidenum">
              <a:rPr lang="en-US" sz="1200"/>
              <a:pPr eaLnBrk="1" hangingPunct="1"/>
              <a:t>16</a:t>
            </a:fld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179627591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4275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fr-FR">
              <a:latin typeface="Calibri" panose="020F050202020403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5427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1F02E1CB-8E81-477C-AC36-A4F8C04A01B8}" type="slidenum">
              <a:rPr lang="en-US" sz="1200"/>
              <a:pPr eaLnBrk="1" hangingPunct="1"/>
              <a:t>17</a:t>
            </a:fld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142272888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5299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fr-FR">
              <a:latin typeface="Calibri" panose="020F050202020403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5530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D0B627D3-C5E1-4E3B-86FF-BECCE06EAB33}" type="slidenum">
              <a:rPr lang="en-US" sz="1200"/>
              <a:pPr eaLnBrk="1" hangingPunct="1"/>
              <a:t>18</a:t>
            </a:fld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200859760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6323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GB" b="1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Static objects</a:t>
            </a:r>
            <a:r>
              <a:rPr lang="en-GB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 are declared with the keyword </a:t>
            </a:r>
            <a:r>
              <a:rPr lang="en-GB" b="1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static</a:t>
            </a:r>
            <a:r>
              <a:rPr lang="en-GB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. They are initialized only once and stored in the </a:t>
            </a:r>
            <a:r>
              <a:rPr lang="en-GB" b="1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static</a:t>
            </a:r>
            <a:r>
              <a:rPr lang="en-GB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 storage area. The </a:t>
            </a:r>
            <a:r>
              <a:rPr lang="en-GB" b="1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static objects</a:t>
            </a:r>
            <a:r>
              <a:rPr lang="en-GB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 are only destroyed when the program terminates i.e. they live until program termination</a:t>
            </a:r>
            <a:endParaRPr lang="fr-FR" dirty="0">
              <a:latin typeface="Calibri" panose="020F050202020403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5632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946935C4-6722-47C0-943A-E7895FB86D22}" type="slidenum">
              <a:rPr lang="en-US" sz="1200"/>
              <a:pPr eaLnBrk="1" hangingPunct="1"/>
              <a:t>19</a:t>
            </a:fld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27769557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7347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fr-FR">
              <a:latin typeface="Calibri" panose="020F050202020403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5734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7D455716-DFFE-484C-8D58-A1CA3DD1C1E0}" type="slidenum">
              <a:rPr lang="en-US" sz="1200"/>
              <a:pPr eaLnBrk="1" hangingPunct="1"/>
              <a:t>20</a:t>
            </a:fld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315405528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14BD3AE4-EBF5-4B30-BAE0-E0AEC1ADB7C2}" type="slidenum">
              <a:rPr lang="en-US" sz="1200">
                <a:latin typeface="Times New Roman" panose="02020603050405020304" pitchFamily="18" charset="0"/>
              </a:rPr>
              <a:pPr eaLnBrk="1" hangingPunct="1"/>
              <a:t>21</a:t>
            </a:fld>
            <a:endParaRPr lang="en-US" sz="1200">
              <a:latin typeface="Times New Roman" panose="02020603050405020304" pitchFamily="18" charset="0"/>
            </a:endParaRPr>
          </a:p>
        </p:txBody>
      </p:sp>
      <p:sp>
        <p:nvSpPr>
          <p:cNvPr id="573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0563"/>
            <a:ext cx="4556125" cy="3417887"/>
          </a:xfrm>
          <a:ln/>
        </p:spPr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9913" tIns="44956" rIns="89913" bIns="44956"/>
          <a:lstStyle/>
          <a:p>
            <a:r>
              <a:rPr lang="fr-FR" dirty="0">
                <a:latin typeface="Times New Roman" panose="02020603050405020304" pitchFamily="18" charset="0"/>
                <a:ea typeface="ＭＳ Ｐゴシック" panose="020B0600070205080204" pitchFamily="34" charset="-128"/>
              </a:rPr>
              <a:t>Return by value calls copy </a:t>
            </a:r>
            <a:r>
              <a:rPr lang="fr-FR" dirty="0" err="1">
                <a:latin typeface="Times New Roman" panose="02020603050405020304" pitchFamily="18" charset="0"/>
                <a:ea typeface="ＭＳ Ｐゴシック" panose="020B0600070205080204" pitchFamily="34" charset="-128"/>
              </a:rPr>
              <a:t>constructor</a:t>
            </a:r>
            <a:r>
              <a:rPr lang="fr-FR" dirty="0">
                <a:latin typeface="Times New Roman" panose="02020603050405020304" pitchFamily="18" charset="0"/>
                <a:ea typeface="ＭＳ Ｐゴシック" panose="020B0600070205080204" pitchFamily="34" charset="-128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4642547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A856FC49-76DE-4DF1-A367-A88063ADF932}" type="slidenum">
              <a:rPr lang="en-US" sz="1200">
                <a:latin typeface="Times New Roman" panose="02020603050405020304" pitchFamily="18" charset="0"/>
              </a:rPr>
              <a:pPr eaLnBrk="1" hangingPunct="1"/>
              <a:t>22</a:t>
            </a:fld>
            <a:endParaRPr lang="en-US" sz="1200">
              <a:latin typeface="Times New Roman" panose="02020603050405020304" pitchFamily="18" charset="0"/>
            </a:endParaRPr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0563"/>
            <a:ext cx="4556125" cy="3417887"/>
          </a:xfrm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9913" tIns="44956" rIns="89913" bIns="44956"/>
          <a:lstStyle/>
          <a:p>
            <a:endParaRPr lang="fr-F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07724812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1203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fr-FR">
              <a:latin typeface="Calibri" panose="020F050202020403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5120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6C99EE14-42A3-4EA0-A56F-F4219FA2BE2A}" type="slidenum">
              <a:rPr lang="en-US" sz="1200"/>
              <a:pPr eaLnBrk="1" hangingPunct="1"/>
              <a:t>25</a:t>
            </a:fld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185075393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1203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fr-FR">
              <a:latin typeface="Calibri" panose="020F050202020403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5120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6C99EE14-42A3-4EA0-A56F-F4219FA2BE2A}" type="slidenum">
              <a:rPr lang="en-US" sz="1200"/>
              <a:pPr eaLnBrk="1" hangingPunct="1"/>
              <a:t>26</a:t>
            </a:fld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244997452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1203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fr-FR">
              <a:latin typeface="Calibri" panose="020F050202020403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5120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6C99EE14-42A3-4EA0-A56F-F4219FA2BE2A}" type="slidenum">
              <a:rPr lang="en-US" sz="1200"/>
              <a:pPr eaLnBrk="1" hangingPunct="1"/>
              <a:t>27</a:t>
            </a:fld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107198907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1203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fr-FR">
              <a:latin typeface="Calibri" panose="020F050202020403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5120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6C99EE14-42A3-4EA0-A56F-F4219FA2BE2A}" type="slidenum">
              <a:rPr lang="en-US" sz="1200"/>
              <a:pPr eaLnBrk="1" hangingPunct="1"/>
              <a:t>28</a:t>
            </a:fld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196016470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1203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fr-FR">
              <a:latin typeface="Calibri" panose="020F050202020403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5120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6C99EE14-42A3-4EA0-A56F-F4219FA2BE2A}" type="slidenum">
              <a:rPr lang="en-US" sz="1200"/>
              <a:pPr eaLnBrk="1" hangingPunct="1"/>
              <a:t>29</a:t>
            </a:fld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156283444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C++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this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Pointer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Every object in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C++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has access to its own address through an important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pointer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called this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pointer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The this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pointer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is an implicit parameter to all member functions. Therefore, inside a member function, this may be used to refer to the invoking object.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85FC15-40B4-45E5-86AE-2E64D22F0C38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377574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294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fr-FR">
              <a:ea typeface="ＭＳ Ｐゴシック" panose="020B0600070205080204" pitchFamily="34" charset="-128"/>
            </a:endParaRPr>
          </a:p>
        </p:txBody>
      </p:sp>
      <p:sp>
        <p:nvSpPr>
          <p:cNvPr id="8294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669723D8-12E9-4FAF-8195-1F0DAA51DD2D}" type="slidenum">
              <a:rPr lang="en-US"/>
              <a:pPr eaLnBrk="1" hangingPunct="1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171042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397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fr-FR">
              <a:ea typeface="ＭＳ Ｐゴシック" panose="020B0600070205080204" pitchFamily="34" charset="-128"/>
            </a:endParaRPr>
          </a:p>
        </p:txBody>
      </p:sp>
      <p:sp>
        <p:nvSpPr>
          <p:cNvPr id="8397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15B52FBF-9C78-4324-B54C-DD04C932EBD3}" type="slidenum">
              <a:rPr lang="en-US"/>
              <a:pPr eaLnBrk="1" hangingPunct="1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42067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499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fr-FR">
              <a:ea typeface="ＭＳ Ｐゴシック" panose="020B0600070205080204" pitchFamily="34" charset="-128"/>
            </a:endParaRPr>
          </a:p>
        </p:txBody>
      </p:sp>
      <p:sp>
        <p:nvSpPr>
          <p:cNvPr id="8499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8A830A9E-4B97-4641-8569-A80F7726EB58}" type="slidenum">
              <a:rPr lang="en-US"/>
              <a:pPr eaLnBrk="1" hangingPunct="1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51311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601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fr-FR">
              <a:ea typeface="ＭＳ Ｐゴシック" panose="020B0600070205080204" pitchFamily="34" charset="-128"/>
            </a:endParaRPr>
          </a:p>
        </p:txBody>
      </p:sp>
      <p:sp>
        <p:nvSpPr>
          <p:cNvPr id="8602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8E1FF5F2-FA09-4543-87F7-D355963AAE1B}" type="slidenum">
              <a:rPr lang="en-US"/>
              <a:pPr eaLnBrk="1" hangingPunct="1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65055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704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fr-FR">
              <a:ea typeface="ＭＳ Ｐゴシック" panose="020B0600070205080204" pitchFamily="34" charset="-128"/>
            </a:endParaRPr>
          </a:p>
        </p:txBody>
      </p:sp>
      <p:sp>
        <p:nvSpPr>
          <p:cNvPr id="8704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3D1E55E4-8689-44CD-BC5C-198198D0898E}" type="slidenum">
              <a:rPr lang="en-US"/>
              <a:pPr eaLnBrk="1" hangingPunct="1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883500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806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GB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when multiple </a:t>
            </a:r>
            <a:r>
              <a:rPr lang="en-GB" b="1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functions</a:t>
            </a:r>
            <a:r>
              <a:rPr lang="en-GB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 called using a single object name in a single statement, it is known as </a:t>
            </a:r>
            <a:r>
              <a:rPr lang="en-GB" b="1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cascaded function call.</a:t>
            </a:r>
            <a:endParaRPr lang="fr-FR" dirty="0">
              <a:ea typeface="ＭＳ Ｐゴシック" panose="020B0600070205080204" pitchFamily="34" charset="-128"/>
            </a:endParaRPr>
          </a:p>
        </p:txBody>
      </p:sp>
      <p:sp>
        <p:nvSpPr>
          <p:cNvPr id="8806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2F469264-7555-4040-9032-9C615F1A54B4}" type="slidenum">
              <a:rPr lang="en-US"/>
              <a:pPr eaLnBrk="1" hangingPunct="1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195923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fr-FR">
              <a:ea typeface="ＭＳ Ｐゴシック" panose="020B0600070205080204" pitchFamily="34" charset="-128"/>
            </a:endParaRPr>
          </a:p>
        </p:txBody>
      </p:sp>
      <p:sp>
        <p:nvSpPr>
          <p:cNvPr id="8909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4F34EA57-3CEB-48CA-B35C-A3BD84275E96}" type="slidenum">
              <a:rPr lang="en-US"/>
              <a:pPr eaLnBrk="1" hangingPunct="1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964456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011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fr-FR">
              <a:ea typeface="ＭＳ Ｐゴシック" panose="020B0600070205080204" pitchFamily="34" charset="-128"/>
            </a:endParaRPr>
          </a:p>
        </p:txBody>
      </p:sp>
      <p:sp>
        <p:nvSpPr>
          <p:cNvPr id="9011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B56C5216-7068-4BDF-988C-AB029F85AE0D}" type="slidenum">
              <a:rPr lang="en-US"/>
              <a:pPr eaLnBrk="1" hangingPunct="1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216226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113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fr-FR">
              <a:ea typeface="ＭＳ Ｐゴシック" panose="020B0600070205080204" pitchFamily="34" charset="-128"/>
            </a:endParaRPr>
          </a:p>
        </p:txBody>
      </p:sp>
      <p:sp>
        <p:nvSpPr>
          <p:cNvPr id="9114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605B095E-503B-4A08-872B-025C779EFD93}" type="slidenum">
              <a:rPr lang="en-US"/>
              <a:pPr eaLnBrk="1" hangingPunct="1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54083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0192B-E1F2-4D51-9245-C9CE8F612D86}" type="datetimeFigureOut">
              <a:rPr lang="en-US" smtClean="0"/>
              <a:pPr/>
              <a:t>10/17/2024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2973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143000"/>
            <a:ext cx="9144000" cy="5638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0192B-E1F2-4D51-9245-C9CE8F612D86}" type="datetimeFigureOut">
              <a:rPr lang="en-US" smtClean="0"/>
              <a:pPr/>
              <a:t>10/17/2024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0192B-E1F2-4D51-9245-C9CE8F612D86}" type="datetimeFigureOut">
              <a:rPr lang="en-US" smtClean="0"/>
              <a:pPr/>
              <a:t>10/17/2024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0192B-E1F2-4D51-9245-C9CE8F612D86}" type="datetimeFigureOut">
              <a:rPr lang="en-US" smtClean="0"/>
              <a:pPr/>
              <a:t>10/17/2024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0192B-E1F2-4D51-9245-C9CE8F612D86}" type="datetimeFigureOut">
              <a:rPr lang="en-US" smtClean="0"/>
              <a:pPr/>
              <a:t>10/17/2024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0192B-E1F2-4D51-9245-C9CE8F612D86}" type="datetimeFigureOut">
              <a:rPr lang="en-US" smtClean="0"/>
              <a:pPr/>
              <a:t>10/17/2024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0192B-E1F2-4D51-9245-C9CE8F612D86}" type="datetimeFigureOut">
              <a:rPr lang="en-US" smtClean="0"/>
              <a:pPr/>
              <a:t>10/17/2024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0192B-E1F2-4D51-9245-C9CE8F612D86}" type="datetimeFigureOut">
              <a:rPr lang="en-US" smtClean="0"/>
              <a:pPr/>
              <a:t>10/17/2024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0192B-E1F2-4D51-9245-C9CE8F612D86}" type="datetimeFigureOut">
              <a:rPr lang="en-US" smtClean="0"/>
              <a:pPr/>
              <a:t>10/17/2024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0192B-E1F2-4D51-9245-C9CE8F612D86}" type="datetimeFigureOut">
              <a:rPr lang="en-US" smtClean="0"/>
              <a:pPr/>
              <a:t>10/17/2024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/>
          <p:cNvSpPr>
            <a:spLocks noChangeArrowheads="1"/>
          </p:cNvSpPr>
          <p:nvPr/>
        </p:nvSpPr>
        <p:spPr bwMode="auto">
          <a:xfrm>
            <a:off x="6705600" y="838200"/>
            <a:ext cx="2438400" cy="601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fr-FR" sz="1400" b="1">
              <a:latin typeface="AvantGarde" pitchFamily="34" charset="0"/>
            </a:endParaRPr>
          </a:p>
        </p:txBody>
      </p:sp>
      <p:sp>
        <p:nvSpPr>
          <p:cNvPr id="3" name="Rectangle 14"/>
          <p:cNvSpPr>
            <a:spLocks noChangeArrowheads="1"/>
          </p:cNvSpPr>
          <p:nvPr userDrawn="1"/>
        </p:nvSpPr>
        <p:spPr bwMode="auto">
          <a:xfrm>
            <a:off x="6629400" y="838200"/>
            <a:ext cx="2438400" cy="601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fr-FR" sz="1400" b="1">
              <a:latin typeface="AvantGarde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09794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B0192B-E1F2-4D51-9245-C9CE8F612D86}" type="datetimeFigureOut">
              <a:rPr lang="en-US" smtClean="0"/>
              <a:pPr/>
              <a:t>10/17/2024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C2CBD0-4E8A-462D-9424-859647FC3ED0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.w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2.wmf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e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emf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9636" y="1882775"/>
            <a:ext cx="8991600" cy="1622425"/>
          </a:xfrm>
        </p:spPr>
        <p:txBody>
          <a:bodyPr>
            <a:normAutofit/>
          </a:bodyPr>
          <a:lstStyle/>
          <a:p>
            <a:r>
              <a:rPr lang="en-US" b="1" dirty="0" smtClean="0">
                <a:solidFill>
                  <a:srgbClr val="160C5C"/>
                </a:solidFill>
              </a:rPr>
              <a:t>Constructors and Destructors</a:t>
            </a:r>
            <a:endParaRPr lang="en-US" sz="26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" y="3962400"/>
            <a:ext cx="8686800" cy="2743200"/>
          </a:xfrm>
        </p:spPr>
        <p:txBody>
          <a:bodyPr>
            <a:normAutofit/>
          </a:bodyPr>
          <a:lstStyle/>
          <a:p>
            <a:endParaRPr lang="en-US" sz="2600" dirty="0"/>
          </a:p>
          <a:p>
            <a:endParaRPr lang="en-US" sz="2600" dirty="0"/>
          </a:p>
          <a:p>
            <a:r>
              <a:rPr lang="en-US" sz="2600" dirty="0"/>
              <a:t>Department of Computer </a:t>
            </a:r>
            <a:r>
              <a:rPr lang="en-US" sz="2600" dirty="0" smtClean="0"/>
              <a:t>Science &amp; IT, </a:t>
            </a:r>
            <a:endParaRPr lang="en-US" sz="2600" dirty="0"/>
          </a:p>
          <a:p>
            <a:r>
              <a:rPr lang="en-US" sz="2800" dirty="0" smtClean="0"/>
              <a:t>The University of Lahore.</a:t>
            </a:r>
            <a:endParaRPr lang="en-US" sz="2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-754"/>
            <a:ext cx="9107556" cy="945635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C00000"/>
                </a:solidFill>
                <a:latin typeface="Calibri" pitchFamily="34" charset="0"/>
              </a:rPr>
              <a:t>Constructors</a:t>
            </a:r>
          </a:p>
        </p:txBody>
      </p:sp>
      <p:sp>
        <p:nvSpPr>
          <p:cNvPr id="16387" name="Text Box 3"/>
          <p:cNvSpPr txBox="1">
            <a:spLocks noChangeArrowheads="1"/>
          </p:cNvSpPr>
          <p:nvPr/>
        </p:nvSpPr>
        <p:spPr bwMode="auto">
          <a:xfrm>
            <a:off x="66675" y="874713"/>
            <a:ext cx="9001125" cy="56630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just"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Char char="n"/>
            </a:pPr>
            <a:r>
              <a:rPr lang="en-US" sz="2600" dirty="0">
                <a:latin typeface="Calibri" pitchFamily="34" charset="0"/>
              </a:rPr>
              <a:t>A </a:t>
            </a:r>
            <a:r>
              <a:rPr lang="en-US" sz="2600" b="1" i="1" dirty="0">
                <a:solidFill>
                  <a:srgbClr val="C00000"/>
                </a:solidFill>
                <a:latin typeface="Calibri" pitchFamily="34" charset="0"/>
              </a:rPr>
              <a:t>constructor is a special function used to create an object</a:t>
            </a:r>
            <a:r>
              <a:rPr lang="en-US" sz="2600" dirty="0">
                <a:latin typeface="Calibri" pitchFamily="34" charset="0"/>
              </a:rPr>
              <a:t>. </a:t>
            </a:r>
            <a:r>
              <a:rPr lang="en-US" sz="2600" b="1" dirty="0">
                <a:latin typeface="Calibri" pitchFamily="34" charset="0"/>
              </a:rPr>
              <a:t>Constructor</a:t>
            </a:r>
            <a:r>
              <a:rPr lang="en-US" sz="2600" dirty="0">
                <a:latin typeface="Calibri" pitchFamily="34" charset="0"/>
              </a:rPr>
              <a:t> has </a:t>
            </a:r>
            <a:r>
              <a:rPr lang="en-US" sz="2600" b="1" dirty="0">
                <a:latin typeface="Calibri" pitchFamily="34" charset="0"/>
              </a:rPr>
              <a:t>exactly</a:t>
            </a:r>
            <a:r>
              <a:rPr lang="en-US" sz="2600" dirty="0">
                <a:latin typeface="Calibri" pitchFamily="34" charset="0"/>
              </a:rPr>
              <a:t> the </a:t>
            </a:r>
            <a:r>
              <a:rPr lang="en-US" sz="2600" b="1" dirty="0">
                <a:solidFill>
                  <a:srgbClr val="2F1BC7"/>
                </a:solidFill>
                <a:latin typeface="Calibri" pitchFamily="34" charset="0"/>
              </a:rPr>
              <a:t>same name</a:t>
            </a:r>
            <a:r>
              <a:rPr lang="en-US" sz="2600" dirty="0">
                <a:latin typeface="Calibri" pitchFamily="34" charset="0"/>
              </a:rPr>
              <a:t> as the </a:t>
            </a:r>
            <a:r>
              <a:rPr lang="en-US" sz="2600" b="1" dirty="0">
                <a:solidFill>
                  <a:srgbClr val="2C14DE"/>
                </a:solidFill>
                <a:latin typeface="Calibri" pitchFamily="34" charset="0"/>
              </a:rPr>
              <a:t>defining class</a:t>
            </a:r>
          </a:p>
          <a:p>
            <a:pPr algn="just"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Char char="n"/>
            </a:pPr>
            <a:endParaRPr lang="en-US" sz="1200" dirty="0">
              <a:latin typeface="Calibri" pitchFamily="34" charset="0"/>
            </a:endParaRPr>
          </a:p>
          <a:p>
            <a:pPr algn="just"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Char char="n"/>
            </a:pPr>
            <a:endParaRPr lang="en-US" sz="1200" dirty="0">
              <a:latin typeface="Calibri" pitchFamily="34" charset="0"/>
            </a:endParaRPr>
          </a:p>
          <a:p>
            <a:pPr algn="just"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Char char="n"/>
            </a:pPr>
            <a:r>
              <a:rPr lang="en-US" sz="2600" b="1" dirty="0">
                <a:solidFill>
                  <a:srgbClr val="2F1BC7"/>
                </a:solidFill>
                <a:latin typeface="Calibri" pitchFamily="34" charset="0"/>
              </a:rPr>
              <a:t>Constructors</a:t>
            </a:r>
            <a:r>
              <a:rPr lang="en-US" sz="2600" dirty="0">
                <a:latin typeface="Calibri" pitchFamily="34" charset="0"/>
              </a:rPr>
              <a:t> can be </a:t>
            </a:r>
            <a:r>
              <a:rPr lang="en-US" sz="2600" b="1" i="1" u="sng" dirty="0">
                <a:solidFill>
                  <a:srgbClr val="C00000"/>
                </a:solidFill>
                <a:latin typeface="Calibri" pitchFamily="34" charset="0"/>
              </a:rPr>
              <a:t>overloaded</a:t>
            </a:r>
            <a:r>
              <a:rPr lang="en-US" sz="2600" dirty="0">
                <a:solidFill>
                  <a:srgbClr val="C00000"/>
                </a:solidFill>
                <a:latin typeface="Calibri" pitchFamily="34" charset="0"/>
              </a:rPr>
              <a:t> </a:t>
            </a:r>
            <a:r>
              <a:rPr lang="en-US" sz="2600" dirty="0">
                <a:latin typeface="Calibri" pitchFamily="34" charset="0"/>
              </a:rPr>
              <a:t>(i.e., </a:t>
            </a:r>
            <a:r>
              <a:rPr lang="en-US" sz="2600" b="1" dirty="0">
                <a:latin typeface="Calibri" pitchFamily="34" charset="0"/>
              </a:rPr>
              <a:t>multiple constructors</a:t>
            </a:r>
            <a:r>
              <a:rPr lang="en-US" sz="2600" dirty="0">
                <a:latin typeface="Calibri" pitchFamily="34" charset="0"/>
              </a:rPr>
              <a:t> with </a:t>
            </a:r>
            <a:r>
              <a:rPr lang="en-US" sz="2600" b="1" dirty="0">
                <a:latin typeface="Calibri" pitchFamily="34" charset="0"/>
              </a:rPr>
              <a:t>different signatures</a:t>
            </a:r>
            <a:r>
              <a:rPr lang="en-US" sz="2600" dirty="0">
                <a:latin typeface="Calibri" pitchFamily="34" charset="0"/>
              </a:rPr>
              <a:t>) [</a:t>
            </a:r>
            <a:r>
              <a:rPr lang="en-US" sz="2600" b="1" u="sng" dirty="0">
                <a:solidFill>
                  <a:srgbClr val="008000"/>
                </a:solidFill>
                <a:latin typeface="Calibri" pitchFamily="34" charset="0"/>
              </a:rPr>
              <a:t>Purpose:</a:t>
            </a:r>
            <a:r>
              <a:rPr lang="en-US" sz="2600" u="sng" dirty="0">
                <a:latin typeface="Calibri" pitchFamily="34" charset="0"/>
              </a:rPr>
              <a:t> </a:t>
            </a:r>
            <a:r>
              <a:rPr lang="en-US" sz="2600" b="1" dirty="0">
                <a:solidFill>
                  <a:srgbClr val="008000"/>
                </a:solidFill>
                <a:latin typeface="Calibri" pitchFamily="34" charset="0"/>
              </a:rPr>
              <a:t>making it easy to construct objects with different initial data values</a:t>
            </a:r>
            <a:r>
              <a:rPr lang="en-US" sz="2600" dirty="0">
                <a:latin typeface="Calibri" pitchFamily="34" charset="0"/>
              </a:rPr>
              <a:t>). </a:t>
            </a:r>
          </a:p>
          <a:p>
            <a:pPr algn="just"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Char char="n"/>
            </a:pPr>
            <a:endParaRPr lang="en-US" sz="1200" dirty="0">
              <a:latin typeface="Calibri" pitchFamily="34" charset="0"/>
            </a:endParaRPr>
          </a:p>
          <a:p>
            <a:pPr algn="just"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Char char="n"/>
            </a:pPr>
            <a:endParaRPr lang="en-US" sz="1200" dirty="0">
              <a:latin typeface="Calibri" pitchFamily="34" charset="0"/>
            </a:endParaRPr>
          </a:p>
          <a:p>
            <a:pPr algn="just"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Char char="n"/>
            </a:pPr>
            <a:r>
              <a:rPr lang="en-US" sz="2600" dirty="0">
                <a:latin typeface="Calibri" pitchFamily="34" charset="0"/>
              </a:rPr>
              <a:t>A </a:t>
            </a:r>
            <a:r>
              <a:rPr lang="en-US" sz="2600" b="1" dirty="0">
                <a:solidFill>
                  <a:srgbClr val="C00000"/>
                </a:solidFill>
                <a:latin typeface="Calibri" pitchFamily="34" charset="0"/>
              </a:rPr>
              <a:t>class</a:t>
            </a:r>
            <a:r>
              <a:rPr lang="en-US" sz="2600" dirty="0">
                <a:solidFill>
                  <a:srgbClr val="C00000"/>
                </a:solidFill>
                <a:latin typeface="Calibri" pitchFamily="34" charset="0"/>
              </a:rPr>
              <a:t> </a:t>
            </a:r>
            <a:r>
              <a:rPr lang="en-US" sz="2600" dirty="0">
                <a:latin typeface="Calibri" pitchFamily="34" charset="0"/>
              </a:rPr>
              <a:t>may be </a:t>
            </a:r>
            <a:r>
              <a:rPr lang="en-US" sz="2600" b="1" dirty="0">
                <a:solidFill>
                  <a:srgbClr val="C00000"/>
                </a:solidFill>
                <a:latin typeface="Calibri" pitchFamily="34" charset="0"/>
              </a:rPr>
              <a:t>declared</a:t>
            </a:r>
            <a:r>
              <a:rPr lang="en-US" sz="2600" dirty="0">
                <a:solidFill>
                  <a:srgbClr val="C00000"/>
                </a:solidFill>
                <a:latin typeface="Calibri" pitchFamily="34" charset="0"/>
              </a:rPr>
              <a:t> </a:t>
            </a:r>
            <a:r>
              <a:rPr lang="en-US" sz="2600" b="1" dirty="0">
                <a:solidFill>
                  <a:srgbClr val="2F1BC7"/>
                </a:solidFill>
                <a:latin typeface="Calibri" pitchFamily="34" charset="0"/>
              </a:rPr>
              <a:t>without constructors</a:t>
            </a:r>
            <a:r>
              <a:rPr lang="en-US" sz="2600" dirty="0">
                <a:latin typeface="Calibri" pitchFamily="34" charset="0"/>
              </a:rPr>
              <a:t>. In this case, </a:t>
            </a:r>
            <a:r>
              <a:rPr lang="en-US" sz="2600" b="1" dirty="0">
                <a:latin typeface="Calibri" pitchFamily="34" charset="0"/>
              </a:rPr>
              <a:t>a </a:t>
            </a:r>
            <a:r>
              <a:rPr lang="en-US" sz="2600" b="1" u="sng" dirty="0">
                <a:latin typeface="Calibri" pitchFamily="34" charset="0"/>
              </a:rPr>
              <a:t>no-argument constructor </a:t>
            </a:r>
            <a:r>
              <a:rPr lang="en-US" sz="2600" b="1" dirty="0">
                <a:latin typeface="Calibri" pitchFamily="34" charset="0"/>
              </a:rPr>
              <a:t>with an </a:t>
            </a:r>
            <a:r>
              <a:rPr lang="en-US" sz="2600" b="1" u="sng" dirty="0">
                <a:latin typeface="Calibri" pitchFamily="34" charset="0"/>
              </a:rPr>
              <a:t>empty body </a:t>
            </a:r>
            <a:r>
              <a:rPr lang="en-US" sz="2600" dirty="0">
                <a:latin typeface="Calibri" pitchFamily="34" charset="0"/>
              </a:rPr>
              <a:t>is </a:t>
            </a:r>
            <a:r>
              <a:rPr lang="en-US" sz="2600" b="1" u="sng" dirty="0">
                <a:solidFill>
                  <a:srgbClr val="008000"/>
                </a:solidFill>
                <a:latin typeface="Calibri" pitchFamily="34" charset="0"/>
              </a:rPr>
              <a:t>implicitly declared</a:t>
            </a:r>
            <a:r>
              <a:rPr lang="en-US" sz="2600" dirty="0">
                <a:latin typeface="Calibri" pitchFamily="34" charset="0"/>
              </a:rPr>
              <a:t> in the class known as </a:t>
            </a:r>
            <a:r>
              <a:rPr lang="en-US" sz="2600" b="1" u="sng" dirty="0">
                <a:solidFill>
                  <a:srgbClr val="C00000"/>
                </a:solidFill>
                <a:latin typeface="Calibri" pitchFamily="34" charset="0"/>
              </a:rPr>
              <a:t>default constructor</a:t>
            </a:r>
          </a:p>
          <a:p>
            <a:pPr algn="just"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Char char="n"/>
            </a:pPr>
            <a:endParaRPr lang="en-US" sz="1200" b="1" i="1" dirty="0">
              <a:latin typeface="Calibri" pitchFamily="34" charset="0"/>
            </a:endParaRPr>
          </a:p>
          <a:p>
            <a:pPr algn="just"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Char char="n"/>
            </a:pPr>
            <a:endParaRPr lang="en-US" sz="1200" b="1" i="1" dirty="0">
              <a:latin typeface="Calibri" pitchFamily="34" charset="0"/>
            </a:endParaRPr>
          </a:p>
          <a:p>
            <a:pPr algn="just"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Char char="n"/>
            </a:pPr>
            <a:r>
              <a:rPr lang="en-US" sz="2600" b="1" i="1" dirty="0">
                <a:solidFill>
                  <a:srgbClr val="C00000"/>
                </a:solidFill>
                <a:latin typeface="Calibri" pitchFamily="34" charset="0"/>
              </a:rPr>
              <a:t>Note: </a:t>
            </a:r>
            <a:r>
              <a:rPr lang="en-US" sz="2600" b="1" u="sng" dirty="0">
                <a:solidFill>
                  <a:srgbClr val="C00000"/>
                </a:solidFill>
                <a:latin typeface="Calibri" pitchFamily="34" charset="0"/>
              </a:rPr>
              <a:t>Default constructor is provided automatically </a:t>
            </a:r>
            <a:r>
              <a:rPr lang="en-US" sz="2600" b="1" i="1" u="sng" dirty="0">
                <a:solidFill>
                  <a:srgbClr val="2C14DE"/>
                </a:solidFill>
                <a:latin typeface="Calibri" pitchFamily="34" charset="0"/>
              </a:rPr>
              <a:t>only if </a:t>
            </a:r>
            <a:r>
              <a:rPr lang="en-US" sz="2600" b="1" i="1" u="sng" dirty="0">
                <a:solidFill>
                  <a:srgbClr val="C00000"/>
                </a:solidFill>
                <a:latin typeface="Calibri" pitchFamily="34" charset="0"/>
              </a:rPr>
              <a:t>no constructors are explicitly declared</a:t>
            </a:r>
            <a:r>
              <a:rPr lang="en-US" sz="2600" b="1" u="sng" dirty="0">
                <a:solidFill>
                  <a:srgbClr val="C00000"/>
                </a:solidFill>
                <a:latin typeface="Calibri" pitchFamily="34" charset="0"/>
              </a:rPr>
              <a:t> in the class.</a:t>
            </a:r>
          </a:p>
        </p:txBody>
      </p:sp>
      <p:sp>
        <p:nvSpPr>
          <p:cNvPr id="4" name="Rectangle 3"/>
          <p:cNvSpPr/>
          <p:nvPr/>
        </p:nvSpPr>
        <p:spPr>
          <a:xfrm>
            <a:off x="39756" y="94488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39987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39756" y="74136"/>
            <a:ext cx="9028044" cy="764064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C00000"/>
                </a:solidFill>
                <a:latin typeface="Calibri" pitchFamily="34" charset="0"/>
              </a:rPr>
              <a:t>Constructors’ Properties</a:t>
            </a:r>
          </a:p>
        </p:txBody>
      </p:sp>
      <p:sp>
        <p:nvSpPr>
          <p:cNvPr id="17411" name="Text Box 3"/>
          <p:cNvSpPr txBox="1">
            <a:spLocks noChangeArrowheads="1"/>
          </p:cNvSpPr>
          <p:nvPr/>
        </p:nvSpPr>
        <p:spPr bwMode="auto">
          <a:xfrm>
            <a:off x="233991" y="1447800"/>
            <a:ext cx="8821738" cy="38841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Char char="n"/>
            </a:pPr>
            <a:r>
              <a:rPr lang="en-US" sz="2800" b="1" i="1" dirty="0">
                <a:solidFill>
                  <a:srgbClr val="2F1BC7"/>
                </a:solidFill>
                <a:latin typeface="Calibri" pitchFamily="34" charset="0"/>
                <a:cs typeface="Times New Roman" pitchFamily="18" charset="0"/>
              </a:rPr>
              <a:t>must have the same name as the class</a:t>
            </a:r>
            <a:r>
              <a:rPr lang="en-US" sz="2800" dirty="0">
                <a:solidFill>
                  <a:srgbClr val="2F1BC7"/>
                </a:solidFill>
                <a:latin typeface="Calibri" pitchFamily="34" charset="0"/>
                <a:cs typeface="Times New Roman" pitchFamily="18" charset="0"/>
              </a:rPr>
              <a:t> </a:t>
            </a:r>
            <a:r>
              <a:rPr lang="en-US" sz="2800" dirty="0">
                <a:latin typeface="Calibri" pitchFamily="34" charset="0"/>
                <a:cs typeface="Times New Roman" pitchFamily="18" charset="0"/>
              </a:rPr>
              <a:t>itself. </a:t>
            </a:r>
          </a:p>
          <a:p>
            <a:pPr eaLnBrk="1" hangingPunct="1"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Char char="n"/>
            </a:pPr>
            <a:r>
              <a:rPr lang="en-US" sz="2800" b="1" i="1" dirty="0">
                <a:solidFill>
                  <a:srgbClr val="2F1BC7"/>
                </a:solidFill>
                <a:latin typeface="Calibri" pitchFamily="34" charset="0"/>
                <a:cs typeface="Times New Roman" pitchFamily="18" charset="0"/>
              </a:rPr>
              <a:t>do not have a return type</a:t>
            </a:r>
            <a:r>
              <a:rPr lang="en-US" sz="2800" dirty="0">
                <a:latin typeface="Calibri" pitchFamily="34" charset="0"/>
                <a:cs typeface="Times New Roman" pitchFamily="18" charset="0"/>
              </a:rPr>
              <a:t>—</a:t>
            </a:r>
            <a:r>
              <a:rPr lang="en-US" sz="2800" b="1" i="1" u="sng" dirty="0">
                <a:solidFill>
                  <a:srgbClr val="FF0000"/>
                </a:solidFill>
                <a:latin typeface="Calibri" pitchFamily="34" charset="0"/>
                <a:cs typeface="Times New Roman" pitchFamily="18" charset="0"/>
              </a:rPr>
              <a:t>not even void</a:t>
            </a:r>
            <a:r>
              <a:rPr lang="en-US" sz="2800" dirty="0" smtClean="0">
                <a:latin typeface="Calibri" pitchFamily="34" charset="0"/>
                <a:cs typeface="Times New Roman" pitchFamily="18" charset="0"/>
              </a:rPr>
              <a:t>.</a:t>
            </a:r>
            <a:endParaRPr lang="en-US" sz="2800" dirty="0">
              <a:latin typeface="Calibri" pitchFamily="34" charset="0"/>
              <a:cs typeface="Times New Roman" pitchFamily="18" charset="0"/>
            </a:endParaRPr>
          </a:p>
          <a:p>
            <a:pPr eaLnBrk="1" hangingPunct="1"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Char char="n"/>
            </a:pPr>
            <a:r>
              <a:rPr lang="en-US" sz="2800" b="1" i="1" dirty="0">
                <a:solidFill>
                  <a:srgbClr val="2F1BC7"/>
                </a:solidFill>
                <a:latin typeface="Calibri" pitchFamily="34" charset="0"/>
                <a:cs typeface="Times New Roman" pitchFamily="18" charset="0"/>
              </a:rPr>
              <a:t>play the role of initializing objects</a:t>
            </a:r>
            <a:r>
              <a:rPr lang="en-US" sz="2800" dirty="0" smtClean="0">
                <a:latin typeface="Calibri" pitchFamily="34" charset="0"/>
                <a:cs typeface="Times New Roman" pitchFamily="18" charset="0"/>
              </a:rPr>
              <a:t>.</a:t>
            </a:r>
          </a:p>
          <a:p>
            <a:pPr eaLnBrk="1" hangingPunct="1"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Char char="n"/>
            </a:pPr>
            <a:r>
              <a:rPr lang="en-US" sz="2800" b="1" i="1" dirty="0">
                <a:solidFill>
                  <a:srgbClr val="2F1BC7"/>
                </a:solidFill>
                <a:latin typeface="Calibri" pitchFamily="34" charset="0"/>
                <a:cs typeface="Times New Roman" pitchFamily="18" charset="0"/>
              </a:rPr>
              <a:t>A constructor gets called automatically when we create the object of the class</a:t>
            </a:r>
            <a:r>
              <a:rPr lang="en-US" sz="2800" b="1" i="1" dirty="0" smtClean="0">
                <a:solidFill>
                  <a:srgbClr val="2F1BC7"/>
                </a:solidFill>
                <a:latin typeface="Calibri" pitchFamily="34" charset="0"/>
                <a:cs typeface="Times New Roman" pitchFamily="18" charset="0"/>
              </a:rPr>
              <a:t>.</a:t>
            </a:r>
          </a:p>
          <a:p>
            <a:pPr eaLnBrk="1" hangingPunct="1"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Char char="n"/>
            </a:pPr>
            <a:r>
              <a:rPr lang="en-US" sz="2800" b="1" i="1" dirty="0">
                <a:solidFill>
                  <a:srgbClr val="2F1BC7"/>
                </a:solidFill>
                <a:latin typeface="Calibri" pitchFamily="34" charset="0"/>
                <a:cs typeface="Times New Roman" pitchFamily="18" charset="0"/>
              </a:rPr>
              <a:t>Constructors are mostly declared in the public section of the class though they can be declared in the private section of the class.</a:t>
            </a:r>
          </a:p>
        </p:txBody>
      </p:sp>
      <p:sp>
        <p:nvSpPr>
          <p:cNvPr id="4" name="Rectangle 3"/>
          <p:cNvSpPr/>
          <p:nvPr/>
        </p:nvSpPr>
        <p:spPr>
          <a:xfrm>
            <a:off x="39756" y="94488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32920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39756" y="0"/>
            <a:ext cx="9104244" cy="990600"/>
          </a:xfrm>
        </p:spPr>
        <p:txBody>
          <a:bodyPr>
            <a:noAutofit/>
          </a:bodyPr>
          <a:lstStyle/>
          <a:p>
            <a:pPr eaLnBrk="1" hangingPunct="1"/>
            <a:r>
              <a:rPr lang="en-US" sz="3600" b="1" dirty="0">
                <a:solidFill>
                  <a:srgbClr val="D2000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Constructors and Destructors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idx="1"/>
          </p:nvPr>
        </p:nvSpPr>
        <p:spPr>
          <a:xfrm>
            <a:off x="39756" y="1066800"/>
            <a:ext cx="8951844" cy="5715000"/>
          </a:xfrm>
        </p:spPr>
        <p:txBody>
          <a:bodyPr/>
          <a:lstStyle/>
          <a:p>
            <a:pPr lvl="1" algn="just"/>
            <a:r>
              <a:rPr lang="en-US" sz="3000" b="1" dirty="0">
                <a:solidFill>
                  <a:srgbClr val="D20000"/>
                </a:solidFill>
                <a:latin typeface="+mj-lt"/>
              </a:rPr>
              <a:t>Constructor</a:t>
            </a:r>
            <a:r>
              <a:rPr lang="en-US" sz="3000" dirty="0">
                <a:solidFill>
                  <a:srgbClr val="D20000"/>
                </a:solidFill>
                <a:latin typeface="+mj-lt"/>
              </a:rPr>
              <a:t> </a:t>
            </a:r>
            <a:r>
              <a:rPr lang="en-US" sz="3000" dirty="0">
                <a:latin typeface="+mj-lt"/>
              </a:rPr>
              <a:t>is a </a:t>
            </a:r>
            <a:r>
              <a:rPr lang="en-US" sz="3000" b="1" u="sng" dirty="0">
                <a:solidFill>
                  <a:srgbClr val="2C14DE"/>
                </a:solidFill>
                <a:latin typeface="+mj-lt"/>
              </a:rPr>
              <a:t>function in every class</a:t>
            </a:r>
            <a:r>
              <a:rPr lang="en-US" sz="3000" dirty="0">
                <a:latin typeface="+mj-lt"/>
              </a:rPr>
              <a:t> which is </a:t>
            </a:r>
            <a:r>
              <a:rPr lang="en-US" sz="3000" b="1" dirty="0">
                <a:solidFill>
                  <a:srgbClr val="2C14DE"/>
                </a:solidFill>
                <a:latin typeface="+mj-lt"/>
              </a:rPr>
              <a:t>called</a:t>
            </a:r>
            <a:r>
              <a:rPr lang="en-US" sz="3000" dirty="0">
                <a:solidFill>
                  <a:srgbClr val="D20000"/>
                </a:solidFill>
                <a:latin typeface="+mj-lt"/>
              </a:rPr>
              <a:t> </a:t>
            </a:r>
            <a:r>
              <a:rPr lang="en-US" sz="3000" dirty="0">
                <a:latin typeface="+mj-lt"/>
              </a:rPr>
              <a:t>when </a:t>
            </a:r>
            <a:r>
              <a:rPr lang="en-US" sz="3000" b="1" dirty="0">
                <a:solidFill>
                  <a:srgbClr val="2C14DE"/>
                </a:solidFill>
                <a:latin typeface="+mj-lt"/>
              </a:rPr>
              <a:t>class creates its object</a:t>
            </a:r>
          </a:p>
          <a:p>
            <a:pPr lvl="2" eaLnBrk="1" hangingPunct="1"/>
            <a:r>
              <a:rPr lang="en-US" sz="2800" dirty="0">
                <a:latin typeface="+mj-lt"/>
              </a:rPr>
              <a:t>Basically it </a:t>
            </a:r>
            <a:r>
              <a:rPr lang="en-US" sz="2800" b="1" dirty="0">
                <a:latin typeface="+mj-lt"/>
              </a:rPr>
              <a:t>helps in</a:t>
            </a:r>
            <a:r>
              <a:rPr lang="en-US" sz="2800" b="1" dirty="0">
                <a:solidFill>
                  <a:srgbClr val="2C14DE"/>
                </a:solidFill>
                <a:latin typeface="+mj-lt"/>
              </a:rPr>
              <a:t> </a:t>
            </a:r>
            <a:r>
              <a:rPr lang="en-US" sz="2800" b="1" u="sng" dirty="0">
                <a:solidFill>
                  <a:srgbClr val="2C14DE"/>
                </a:solidFill>
                <a:latin typeface="+mj-lt"/>
              </a:rPr>
              <a:t>initializing data members</a:t>
            </a:r>
            <a:r>
              <a:rPr lang="en-US" sz="2800" b="1" dirty="0">
                <a:solidFill>
                  <a:srgbClr val="2C14DE"/>
                </a:solidFill>
                <a:latin typeface="+mj-lt"/>
              </a:rPr>
              <a:t> </a:t>
            </a:r>
            <a:r>
              <a:rPr lang="en-US" sz="2800" dirty="0">
                <a:latin typeface="+mj-lt"/>
              </a:rPr>
              <a:t>of the class</a:t>
            </a:r>
          </a:p>
          <a:p>
            <a:pPr lvl="2" eaLnBrk="1" hangingPunct="1"/>
            <a:r>
              <a:rPr lang="en-US" sz="2800" dirty="0">
                <a:latin typeface="+mj-lt"/>
              </a:rPr>
              <a:t>A class may have </a:t>
            </a:r>
            <a:r>
              <a:rPr lang="en-US" sz="2800" b="1" u="sng" dirty="0">
                <a:solidFill>
                  <a:srgbClr val="2C14DE"/>
                </a:solidFill>
                <a:latin typeface="+mj-lt"/>
              </a:rPr>
              <a:t>multiple constructors</a:t>
            </a:r>
          </a:p>
          <a:p>
            <a:pPr lvl="1" eaLnBrk="1" hangingPunct="1"/>
            <a:endParaRPr lang="en-US" sz="2400" dirty="0">
              <a:latin typeface="+mj-lt"/>
            </a:endParaRPr>
          </a:p>
          <a:p>
            <a:pPr lvl="1" algn="just" eaLnBrk="1" hangingPunct="1"/>
            <a:r>
              <a:rPr lang="en-US" sz="3000" b="1" dirty="0">
                <a:solidFill>
                  <a:srgbClr val="D20000"/>
                </a:solidFill>
                <a:latin typeface="+mj-lt"/>
              </a:rPr>
              <a:t>Destructors</a:t>
            </a:r>
            <a:r>
              <a:rPr lang="en-US" sz="3000" dirty="0">
                <a:solidFill>
                  <a:srgbClr val="D20000"/>
                </a:solidFill>
                <a:latin typeface="+mj-lt"/>
              </a:rPr>
              <a:t> </a:t>
            </a:r>
            <a:r>
              <a:rPr lang="en-US" sz="3000" dirty="0">
                <a:latin typeface="+mj-lt"/>
              </a:rPr>
              <a:t>is a </a:t>
            </a:r>
            <a:r>
              <a:rPr lang="en-US" sz="3000" b="1" dirty="0">
                <a:solidFill>
                  <a:srgbClr val="D20000"/>
                </a:solidFill>
                <a:latin typeface="+mj-lt"/>
              </a:rPr>
              <a:t>function in every class</a:t>
            </a:r>
            <a:r>
              <a:rPr lang="en-US" sz="3000" dirty="0">
                <a:latin typeface="+mj-lt"/>
              </a:rPr>
              <a:t> which is </a:t>
            </a:r>
            <a:r>
              <a:rPr lang="en-US" sz="3000" b="1" dirty="0">
                <a:solidFill>
                  <a:srgbClr val="D20000"/>
                </a:solidFill>
                <a:latin typeface="+mj-lt"/>
              </a:rPr>
              <a:t>called</a:t>
            </a:r>
            <a:r>
              <a:rPr lang="en-US" sz="3000" dirty="0">
                <a:solidFill>
                  <a:srgbClr val="D20000"/>
                </a:solidFill>
                <a:latin typeface="+mj-lt"/>
              </a:rPr>
              <a:t> </a:t>
            </a:r>
            <a:r>
              <a:rPr lang="en-US" sz="3000" dirty="0">
                <a:latin typeface="+mj-lt"/>
              </a:rPr>
              <a:t>when the </a:t>
            </a:r>
            <a:r>
              <a:rPr lang="en-US" sz="3000" b="1" dirty="0">
                <a:solidFill>
                  <a:srgbClr val="D20000"/>
                </a:solidFill>
                <a:latin typeface="+mj-lt"/>
              </a:rPr>
              <a:t>object of a class is destroyed</a:t>
            </a:r>
          </a:p>
          <a:p>
            <a:pPr lvl="2" algn="just" eaLnBrk="1" hangingPunct="1"/>
            <a:r>
              <a:rPr lang="en-US" sz="2800" dirty="0">
                <a:latin typeface="+mj-lt"/>
              </a:rPr>
              <a:t>The main purpose of destructor is to </a:t>
            </a:r>
            <a:r>
              <a:rPr lang="en-US" sz="2800" b="1" dirty="0">
                <a:solidFill>
                  <a:srgbClr val="2C14DE"/>
                </a:solidFill>
                <a:latin typeface="+mj-lt"/>
              </a:rPr>
              <a:t>remove dynamic memories etc.</a:t>
            </a:r>
          </a:p>
        </p:txBody>
      </p:sp>
      <p:sp>
        <p:nvSpPr>
          <p:cNvPr id="4" name="Rectangle 3"/>
          <p:cNvSpPr/>
          <p:nvPr/>
        </p:nvSpPr>
        <p:spPr>
          <a:xfrm>
            <a:off x="39756" y="94488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71621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900113" y="44450"/>
            <a:ext cx="7993062" cy="457200"/>
          </a:xfrm>
        </p:spPr>
        <p:txBody>
          <a:bodyPr lIns="92075" tIns="46038" rIns="92075" bIns="46038">
            <a:normAutofit fontScale="90000"/>
          </a:bodyPr>
          <a:lstStyle/>
          <a:p>
            <a:r>
              <a:rPr lang="en-US" altLang="zh-CN" sz="3200" b="1" dirty="0">
                <a:latin typeface="Calibri" pitchFamily="34" charset="0"/>
              </a:rPr>
              <a:t>A Simple Program – </a:t>
            </a:r>
            <a:r>
              <a:rPr lang="en-US" altLang="zh-CN" sz="3200" b="1" i="1" dirty="0">
                <a:solidFill>
                  <a:srgbClr val="FF0000"/>
                </a:solidFill>
                <a:latin typeface="Calibri" pitchFamily="34" charset="0"/>
              </a:rPr>
              <a:t>Default Constructor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11188" y="669925"/>
            <a:ext cx="5400675" cy="3687763"/>
          </a:xfrm>
          <a:solidFill>
            <a:schemeClr val="accent1">
              <a:lumMod val="40000"/>
              <a:lumOff val="60000"/>
            </a:schemeClr>
          </a:solidFill>
        </p:spPr>
        <p:txBody>
          <a:bodyPr lIns="92075" tIns="46038" rIns="92075" bIns="46038">
            <a:normAutofit lnSpcReduction="10000"/>
          </a:bodyPr>
          <a:lstStyle/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200" b="1" dirty="0">
                <a:latin typeface="Calibri" pitchFamily="34" charset="0"/>
              </a:rPr>
              <a:t>class  Circle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200" b="1" dirty="0">
                <a:latin typeface="Calibri" pitchFamily="34" charset="0"/>
              </a:rPr>
              <a:t>{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200" b="1" dirty="0">
                <a:latin typeface="Calibri" pitchFamily="34" charset="0"/>
              </a:rPr>
              <a:t>	private: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200" b="1" dirty="0">
                <a:latin typeface="Calibri" pitchFamily="34" charset="0"/>
              </a:rPr>
              <a:t>	     double radius;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200" b="1" dirty="0">
                <a:latin typeface="Calibri" pitchFamily="34" charset="0"/>
              </a:rPr>
              <a:t>  	public: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endParaRPr lang="en-US" altLang="zh-CN" sz="2200" b="1" dirty="0">
              <a:latin typeface="Calibri" pitchFamily="34" charset="0"/>
            </a:endParaRP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200" b="1" dirty="0">
                <a:latin typeface="Calibri" pitchFamily="34" charset="0"/>
              </a:rPr>
              <a:t>	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endParaRPr lang="en-US" altLang="zh-CN" sz="2200" b="1" dirty="0">
              <a:latin typeface="Calibri" pitchFamily="34" charset="0"/>
            </a:endParaRP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200" b="1" dirty="0">
                <a:latin typeface="Calibri" pitchFamily="34" charset="0"/>
              </a:rPr>
              <a:t>	double   </a:t>
            </a:r>
            <a:r>
              <a:rPr lang="en-US" altLang="zh-CN" sz="2200" b="1" dirty="0" err="1">
                <a:latin typeface="Calibri" pitchFamily="34" charset="0"/>
              </a:rPr>
              <a:t>getArea</a:t>
            </a:r>
            <a:r>
              <a:rPr lang="en-US" altLang="zh-CN" sz="2200" b="1" dirty="0">
                <a:latin typeface="Calibri" pitchFamily="34" charset="0"/>
              </a:rPr>
              <a:t>()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200" b="1" dirty="0">
                <a:latin typeface="Calibri" pitchFamily="34" charset="0"/>
              </a:rPr>
              <a:t>	{  return radius *  radius  *  3.14159; }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200" b="1" dirty="0">
                <a:latin typeface="Calibri" pitchFamily="34" charset="0"/>
              </a:rPr>
              <a:t>};</a:t>
            </a:r>
          </a:p>
        </p:txBody>
      </p:sp>
      <p:sp>
        <p:nvSpPr>
          <p:cNvPr id="13317" name="Rectangle 8"/>
          <p:cNvSpPr>
            <a:spLocks noChangeArrowheads="1"/>
          </p:cNvSpPr>
          <p:nvPr/>
        </p:nvSpPr>
        <p:spPr bwMode="auto">
          <a:xfrm>
            <a:off x="955675" y="2527300"/>
            <a:ext cx="3095625" cy="438150"/>
          </a:xfrm>
          <a:prstGeom prst="rect">
            <a:avLst/>
          </a:prstGeom>
          <a:solidFill>
            <a:schemeClr val="bg1">
              <a:alpha val="45097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r>
              <a:rPr lang="en-US" altLang="zh-CN" sz="2400" b="1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</a:rPr>
              <a:t>// No Constructor Here</a:t>
            </a:r>
            <a:endParaRPr lang="en-US" sz="24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3320" name="Rectangle 11"/>
          <p:cNvSpPr>
            <a:spLocks noChangeArrowheads="1"/>
          </p:cNvSpPr>
          <p:nvPr/>
        </p:nvSpPr>
        <p:spPr bwMode="auto">
          <a:xfrm>
            <a:off x="6757485" y="991750"/>
            <a:ext cx="1897063" cy="306387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lIns="9144" tIns="9144" rIns="9144" bIns="9144" anchor="ctr"/>
          <a:lstStyle/>
          <a:p>
            <a:pPr algn="ctr" eaLnBrk="0" hangingPunct="0"/>
            <a:r>
              <a:rPr lang="en-US" sz="2200" dirty="0">
                <a:latin typeface="Calibri" pitchFamily="34" charset="0"/>
              </a:rPr>
              <a:t>Object Instance</a:t>
            </a:r>
          </a:p>
        </p:txBody>
      </p:sp>
      <p:sp>
        <p:nvSpPr>
          <p:cNvPr id="13321" name="Text Box 12"/>
          <p:cNvSpPr txBox="1">
            <a:spLocks noChangeArrowheads="1"/>
          </p:cNvSpPr>
          <p:nvPr/>
        </p:nvSpPr>
        <p:spPr bwMode="auto">
          <a:xfrm>
            <a:off x="6284913" y="901700"/>
            <a:ext cx="576262" cy="477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2500" b="1">
                <a:latin typeface="Calibri" pitchFamily="34" charset="0"/>
              </a:rPr>
              <a:t>C1</a:t>
            </a:r>
          </a:p>
        </p:txBody>
      </p:sp>
      <p:sp>
        <p:nvSpPr>
          <p:cNvPr id="12" name="Rectangle 3"/>
          <p:cNvSpPr txBox="1">
            <a:spLocks noChangeArrowheads="1"/>
          </p:cNvSpPr>
          <p:nvPr/>
        </p:nvSpPr>
        <p:spPr bwMode="auto">
          <a:xfrm>
            <a:off x="611188" y="4581525"/>
            <a:ext cx="8424862" cy="20828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txBody>
          <a:bodyPr lIns="92075" tIns="46038" rIns="92075" bIns="46038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¨"/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200" b="1" dirty="0">
                <a:latin typeface="Calibri" pitchFamily="34" charset="0"/>
              </a:rPr>
              <a:t>void main()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200" b="1" dirty="0">
                <a:latin typeface="Calibri" pitchFamily="34" charset="0"/>
              </a:rPr>
              <a:t>{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200" b="1" dirty="0">
                <a:latin typeface="Calibri" pitchFamily="34" charset="0"/>
              </a:rPr>
              <a:t>       Circle     C1;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200" b="1" dirty="0">
                <a:latin typeface="Calibri" pitchFamily="34" charset="0"/>
              </a:rPr>
              <a:t>      //C1.radius = 10;      can’t access private member outside the class 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200" b="1" dirty="0">
                <a:latin typeface="Calibri" pitchFamily="34" charset="0"/>
              </a:rPr>
              <a:t>     </a:t>
            </a:r>
            <a:r>
              <a:rPr lang="en-US" altLang="zh-CN" sz="2200" b="1" dirty="0" err="1">
                <a:latin typeface="Calibri" pitchFamily="34" charset="0"/>
              </a:rPr>
              <a:t>cout</a:t>
            </a:r>
            <a:r>
              <a:rPr lang="en-US" altLang="zh-CN" sz="2200" b="1" dirty="0">
                <a:latin typeface="Calibri" pitchFamily="34" charset="0"/>
              </a:rPr>
              <a:t>&lt;&lt;“Area of circle = “&lt;&lt;C1.getArea();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200" b="1" dirty="0">
                <a:latin typeface="Calibri" pitchFamily="34" charset="0"/>
              </a:rPr>
              <a:t>}</a:t>
            </a:r>
          </a:p>
        </p:txBody>
      </p:sp>
      <p:sp>
        <p:nvSpPr>
          <p:cNvPr id="13316" name="Rectangle 6"/>
          <p:cNvSpPr>
            <a:spLocks noChangeArrowheads="1"/>
          </p:cNvSpPr>
          <p:nvPr/>
        </p:nvSpPr>
        <p:spPr bwMode="auto">
          <a:xfrm>
            <a:off x="955675" y="5268913"/>
            <a:ext cx="3592513" cy="295275"/>
          </a:xfrm>
          <a:prstGeom prst="rect">
            <a:avLst/>
          </a:prstGeom>
          <a:solidFill>
            <a:schemeClr val="accent3">
              <a:lumMod val="40000"/>
              <a:lumOff val="60000"/>
              <a:alpha val="45097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3" name="Line 14"/>
          <p:cNvSpPr>
            <a:spLocks noChangeShapeType="1"/>
          </p:cNvSpPr>
          <p:nvPr/>
        </p:nvSpPr>
        <p:spPr bwMode="auto">
          <a:xfrm flipH="1" flipV="1">
            <a:off x="3930650" y="2965450"/>
            <a:ext cx="0" cy="2405063"/>
          </a:xfrm>
          <a:prstGeom prst="line">
            <a:avLst/>
          </a:prstGeom>
          <a:noFill/>
          <a:ln w="635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Rectangle 8"/>
          <p:cNvSpPr>
            <a:spLocks noChangeArrowheads="1"/>
          </p:cNvSpPr>
          <p:nvPr/>
        </p:nvSpPr>
        <p:spPr bwMode="auto">
          <a:xfrm>
            <a:off x="964728" y="2213576"/>
            <a:ext cx="3851275" cy="857823"/>
          </a:xfrm>
          <a:prstGeom prst="rect">
            <a:avLst/>
          </a:prstGeom>
          <a:solidFill>
            <a:schemeClr val="accent3">
              <a:lumMod val="40000"/>
              <a:lumOff val="60000"/>
              <a:alpha val="45097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>
              <a:lnSpc>
                <a:spcPct val="80000"/>
              </a:lnSpc>
            </a:pPr>
            <a:r>
              <a:rPr lang="en-US" altLang="zh-CN" sz="2000" b="1" dirty="0">
                <a:latin typeface="Calibri" pitchFamily="34" charset="0"/>
              </a:rPr>
              <a:t>//Default Constructor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000" b="1" dirty="0">
                <a:latin typeface="Calibri" pitchFamily="34" charset="0"/>
              </a:rPr>
              <a:t>Circle() 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000" b="1" dirty="0">
                <a:latin typeface="Calibri" pitchFamily="34" charset="0"/>
              </a:rPr>
              <a:t>{  	    }</a:t>
            </a:r>
          </a:p>
        </p:txBody>
      </p:sp>
      <p:grpSp>
        <p:nvGrpSpPr>
          <p:cNvPr id="14" name="Group 13"/>
          <p:cNvGrpSpPr>
            <a:grpSpLocks/>
          </p:cNvGrpSpPr>
          <p:nvPr/>
        </p:nvGrpSpPr>
        <p:grpSpPr bwMode="auto">
          <a:xfrm>
            <a:off x="6083300" y="1270000"/>
            <a:ext cx="2851150" cy="2116138"/>
            <a:chOff x="6083300" y="1324084"/>
            <a:chExt cx="2851150" cy="2116029"/>
          </a:xfrm>
        </p:grpSpPr>
        <p:graphicFrame>
          <p:nvGraphicFramePr>
            <p:cNvPr id="24589" name="Object 10"/>
            <p:cNvGraphicFramePr>
              <a:graphicFrameLocks noChangeAspect="1"/>
            </p:cNvGraphicFramePr>
            <p:nvPr/>
          </p:nvGraphicFramePr>
          <p:xfrm>
            <a:off x="6083300" y="1957388"/>
            <a:ext cx="2851150" cy="14827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28" name="Picture" r:id="rId3" imgW="1028510" imgH="456439" progId="Word.Picture.8">
                    <p:embed/>
                  </p:oleObj>
                </mc:Choice>
                <mc:Fallback>
                  <p:oleObj name="Picture" r:id="rId3" imgW="1028510" imgH="456439" progId="Word.Picture.8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083300" y="1957388"/>
                          <a:ext cx="2851150" cy="1482725"/>
                        </a:xfrm>
                        <a:prstGeom prst="rect">
                          <a:avLst/>
                        </a:prstGeom>
                        <a:solidFill>
                          <a:srgbClr val="CACAFF"/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4590" name="Line 14"/>
            <p:cNvSpPr>
              <a:spLocks noChangeShapeType="1"/>
            </p:cNvSpPr>
            <p:nvPr/>
          </p:nvSpPr>
          <p:spPr bwMode="auto">
            <a:xfrm flipH="1" flipV="1">
              <a:off x="7308304" y="1324084"/>
              <a:ext cx="360363" cy="865188"/>
            </a:xfrm>
            <a:prstGeom prst="line">
              <a:avLst/>
            </a:prstGeom>
            <a:noFill/>
            <a:ln w="508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7" name="AutoShape 7"/>
          <p:cNvSpPr>
            <a:spLocks noChangeArrowheads="1"/>
          </p:cNvSpPr>
          <p:nvPr/>
        </p:nvSpPr>
        <p:spPr bwMode="auto">
          <a:xfrm>
            <a:off x="6732588" y="3789363"/>
            <a:ext cx="1881187" cy="615950"/>
          </a:xfrm>
          <a:prstGeom prst="wedgeRoundRectCallout">
            <a:avLst>
              <a:gd name="adj1" fmla="val 1560"/>
              <a:gd name="adj2" fmla="val -155926"/>
              <a:gd name="adj3" fmla="val 16667"/>
            </a:avLst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/>
          <a:lstStyle/>
          <a:p>
            <a:pPr algn="ctr" eaLnBrk="0" hangingPunct="0">
              <a:defRPr/>
            </a:pPr>
            <a:r>
              <a:rPr lang="en-US" altLang="zh-CN" dirty="0">
                <a:latin typeface="Calibri" pitchFamily="34" charset="0"/>
              </a:rPr>
              <a:t>Allocate memory for radius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55674" y="533401"/>
            <a:ext cx="8188325" cy="67506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580379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13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133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13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5" dur="2000"/>
                                        <p:tgtEl>
                                          <p:spTgt spid="13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8" dur="2000"/>
                                        <p:tgtEl>
                                          <p:spTgt spid="13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3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6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9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7" grpId="0" animBg="1"/>
      <p:bldP spid="13317" grpId="1" animBg="1"/>
      <p:bldP spid="13320" grpId="0" animBg="1"/>
      <p:bldP spid="13321" grpId="0"/>
      <p:bldP spid="13316" grpId="0" animBg="1"/>
      <p:bldP spid="13" grpId="0" animBg="1"/>
      <p:bldP spid="11" grpId="0" animBg="1"/>
      <p:bldP spid="1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971550" y="54066"/>
            <a:ext cx="8172450" cy="547596"/>
          </a:xfrm>
        </p:spPr>
        <p:txBody>
          <a:bodyPr lIns="92075" tIns="46038" rIns="92075" bIns="46038">
            <a:noAutofit/>
          </a:bodyPr>
          <a:lstStyle/>
          <a:p>
            <a:r>
              <a:rPr lang="en-US" altLang="zh-CN" sz="2800" b="1" dirty="0">
                <a:latin typeface="Calibri" pitchFamily="34" charset="0"/>
              </a:rPr>
              <a:t>A Simple Program – </a:t>
            </a:r>
            <a:r>
              <a:rPr lang="en-US" altLang="zh-CN" sz="2800" b="1" i="1" dirty="0">
                <a:solidFill>
                  <a:srgbClr val="FF0000"/>
                </a:solidFill>
                <a:latin typeface="Calibri" pitchFamily="34" charset="0"/>
              </a:rPr>
              <a:t>Constructor with Arguments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11188" y="669925"/>
            <a:ext cx="5400675" cy="3687763"/>
          </a:xfrm>
          <a:solidFill>
            <a:schemeClr val="accent1">
              <a:lumMod val="20000"/>
              <a:lumOff val="80000"/>
            </a:schemeClr>
          </a:solidFill>
        </p:spPr>
        <p:txBody>
          <a:bodyPr lIns="92075" tIns="46038" rIns="92075" bIns="46038">
            <a:normAutofit lnSpcReduction="10000"/>
          </a:bodyPr>
          <a:lstStyle/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200" b="1" dirty="0">
                <a:latin typeface="Calibri" pitchFamily="34" charset="0"/>
              </a:rPr>
              <a:t>class  Circle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200" b="1" dirty="0">
                <a:latin typeface="Calibri" pitchFamily="34" charset="0"/>
              </a:rPr>
              <a:t>{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200" b="1" dirty="0">
                <a:latin typeface="Calibri" pitchFamily="34" charset="0"/>
              </a:rPr>
              <a:t>	private: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200" b="1" dirty="0">
                <a:latin typeface="Calibri" pitchFamily="34" charset="0"/>
              </a:rPr>
              <a:t>	     double radius;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200" b="1" dirty="0">
                <a:latin typeface="Calibri" pitchFamily="34" charset="0"/>
              </a:rPr>
              <a:t>public:</a:t>
            </a:r>
          </a:p>
          <a:p>
            <a:pPr>
              <a:lnSpc>
                <a:spcPct val="80000"/>
              </a:lnSpc>
              <a:buNone/>
              <a:defRPr/>
            </a:pPr>
            <a:r>
              <a:rPr lang="en-US" altLang="zh-CN" sz="2000" b="1" dirty="0">
                <a:latin typeface="Calibri" pitchFamily="34" charset="0"/>
              </a:rPr>
              <a:t>	Circle( ) {}</a:t>
            </a:r>
            <a:endParaRPr lang="en-US" altLang="zh-CN" sz="2200" b="1" dirty="0">
              <a:latin typeface="Calibri" pitchFamily="34" charset="0"/>
            </a:endParaRP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200" b="1" dirty="0">
                <a:latin typeface="Calibri" pitchFamily="34" charset="0"/>
              </a:rPr>
              <a:t>	</a:t>
            </a:r>
            <a:r>
              <a:rPr lang="en-US" altLang="zh-CN" sz="2400" b="1" dirty="0">
                <a:latin typeface="Calibri" pitchFamily="34" charset="0"/>
              </a:rPr>
              <a:t>Circle(double rad)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400" b="1" dirty="0">
                <a:latin typeface="Calibri" pitchFamily="34" charset="0"/>
              </a:rPr>
              <a:t>	{  	radius = rad;    }</a:t>
            </a:r>
            <a:endParaRPr lang="en-US" altLang="zh-CN" sz="2200" b="1" dirty="0">
              <a:latin typeface="Calibri" pitchFamily="34" charset="0"/>
            </a:endParaRP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200" b="1" dirty="0">
                <a:latin typeface="Calibri" pitchFamily="34" charset="0"/>
              </a:rPr>
              <a:t>	double   </a:t>
            </a:r>
            <a:r>
              <a:rPr lang="en-US" altLang="zh-CN" sz="2200" b="1" dirty="0" err="1">
                <a:latin typeface="Calibri" pitchFamily="34" charset="0"/>
              </a:rPr>
              <a:t>getArea</a:t>
            </a:r>
            <a:r>
              <a:rPr lang="en-US" altLang="zh-CN" sz="2200" b="1" dirty="0">
                <a:latin typeface="Calibri" pitchFamily="34" charset="0"/>
              </a:rPr>
              <a:t>()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200" b="1" dirty="0">
                <a:latin typeface="Calibri" pitchFamily="34" charset="0"/>
              </a:rPr>
              <a:t>	{  return radius *  radius  *  3.14159; }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200" b="1" dirty="0">
                <a:latin typeface="Calibri" pitchFamily="34" charset="0"/>
              </a:rPr>
              <a:t>};</a:t>
            </a:r>
          </a:p>
        </p:txBody>
      </p:sp>
      <p:sp>
        <p:nvSpPr>
          <p:cNvPr id="13317" name="Rectangle 8"/>
          <p:cNvSpPr>
            <a:spLocks noChangeArrowheads="1"/>
          </p:cNvSpPr>
          <p:nvPr/>
        </p:nvSpPr>
        <p:spPr bwMode="auto">
          <a:xfrm>
            <a:off x="835025" y="2404683"/>
            <a:ext cx="3095625" cy="719138"/>
          </a:xfrm>
          <a:prstGeom prst="rect">
            <a:avLst/>
          </a:prstGeom>
          <a:solidFill>
            <a:schemeClr val="accent3">
              <a:lumMod val="40000"/>
              <a:lumOff val="60000"/>
              <a:alpha val="45097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3320" name="Rectangle 11"/>
          <p:cNvSpPr>
            <a:spLocks noChangeArrowheads="1"/>
          </p:cNvSpPr>
          <p:nvPr/>
        </p:nvSpPr>
        <p:spPr bwMode="auto">
          <a:xfrm>
            <a:off x="6716712" y="901700"/>
            <a:ext cx="1897063" cy="40957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lIns="9144" tIns="9144" rIns="9144" bIns="9144" anchor="ctr"/>
          <a:lstStyle/>
          <a:p>
            <a:pPr algn="ctr" eaLnBrk="0" hangingPunct="0"/>
            <a:r>
              <a:rPr lang="en-US" sz="2200" dirty="0">
                <a:latin typeface="Calibri" pitchFamily="34" charset="0"/>
              </a:rPr>
              <a:t>Object Instance</a:t>
            </a:r>
          </a:p>
        </p:txBody>
      </p:sp>
      <p:sp>
        <p:nvSpPr>
          <p:cNvPr id="13321" name="Text Box 12"/>
          <p:cNvSpPr txBox="1">
            <a:spLocks noChangeArrowheads="1"/>
          </p:cNvSpPr>
          <p:nvPr/>
        </p:nvSpPr>
        <p:spPr bwMode="auto">
          <a:xfrm>
            <a:off x="6284913" y="901700"/>
            <a:ext cx="576262" cy="477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2500" b="1" dirty="0">
                <a:latin typeface="Calibri" pitchFamily="34" charset="0"/>
              </a:rPr>
              <a:t>C1</a:t>
            </a:r>
          </a:p>
        </p:txBody>
      </p:sp>
      <p:grpSp>
        <p:nvGrpSpPr>
          <p:cNvPr id="2" name="Group 1"/>
          <p:cNvGrpSpPr>
            <a:grpSpLocks/>
          </p:cNvGrpSpPr>
          <p:nvPr/>
        </p:nvGrpSpPr>
        <p:grpSpPr bwMode="auto">
          <a:xfrm>
            <a:off x="6083300" y="1323975"/>
            <a:ext cx="2851150" cy="2116138"/>
            <a:chOff x="6083300" y="1324084"/>
            <a:chExt cx="2851150" cy="2116029"/>
          </a:xfrm>
        </p:grpSpPr>
        <p:graphicFrame>
          <p:nvGraphicFramePr>
            <p:cNvPr id="26636" name="Object 10"/>
            <p:cNvGraphicFramePr>
              <a:graphicFrameLocks noChangeAspect="1"/>
            </p:cNvGraphicFramePr>
            <p:nvPr/>
          </p:nvGraphicFramePr>
          <p:xfrm>
            <a:off x="6083300" y="1957388"/>
            <a:ext cx="2851150" cy="14827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52" name="Picture" r:id="rId3" imgW="1028510" imgH="456439" progId="Word.Picture.8">
                    <p:embed/>
                  </p:oleObj>
                </mc:Choice>
                <mc:Fallback>
                  <p:oleObj name="Picture" r:id="rId3" imgW="1028510" imgH="456439" progId="Word.Picture.8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083300" y="1957388"/>
                          <a:ext cx="2851150" cy="1482725"/>
                        </a:xfrm>
                        <a:prstGeom prst="rect">
                          <a:avLst/>
                        </a:prstGeom>
                        <a:solidFill>
                          <a:srgbClr val="CACAFF"/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6637" name="Line 14"/>
            <p:cNvSpPr>
              <a:spLocks noChangeShapeType="1"/>
            </p:cNvSpPr>
            <p:nvPr/>
          </p:nvSpPr>
          <p:spPr bwMode="auto">
            <a:xfrm flipH="1" flipV="1">
              <a:off x="7308304" y="1324084"/>
              <a:ext cx="360363" cy="865188"/>
            </a:xfrm>
            <a:prstGeom prst="line">
              <a:avLst/>
            </a:prstGeom>
            <a:noFill/>
            <a:ln w="508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2" name="Rectangle 3"/>
          <p:cNvSpPr txBox="1">
            <a:spLocks noChangeArrowheads="1"/>
          </p:cNvSpPr>
          <p:nvPr/>
        </p:nvSpPr>
        <p:spPr bwMode="auto">
          <a:xfrm>
            <a:off x="611188" y="4581525"/>
            <a:ext cx="8424862" cy="20828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lIns="92075" tIns="46038" rIns="92075" bIns="46038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¨"/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200" b="1" dirty="0">
                <a:latin typeface="Calibri" pitchFamily="34" charset="0"/>
              </a:rPr>
              <a:t>void main()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200" b="1" dirty="0">
                <a:latin typeface="Calibri" pitchFamily="34" charset="0"/>
              </a:rPr>
              <a:t>{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200" b="1" dirty="0">
                <a:latin typeface="Calibri" pitchFamily="34" charset="0"/>
              </a:rPr>
              <a:t>       Circle     C1(9.0);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200" b="1" dirty="0">
                <a:latin typeface="Calibri" pitchFamily="34" charset="0"/>
              </a:rPr>
              <a:t>      //C1.radius = 10;      can’t access private member outside the class 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200" b="1" dirty="0">
                <a:latin typeface="Calibri" pitchFamily="34" charset="0"/>
              </a:rPr>
              <a:t>     </a:t>
            </a:r>
            <a:r>
              <a:rPr lang="en-US" altLang="zh-CN" sz="2200" b="1" dirty="0" err="1">
                <a:latin typeface="Calibri" pitchFamily="34" charset="0"/>
              </a:rPr>
              <a:t>cout</a:t>
            </a:r>
            <a:r>
              <a:rPr lang="en-US" altLang="zh-CN" sz="2200" b="1" dirty="0">
                <a:latin typeface="Calibri" pitchFamily="34" charset="0"/>
              </a:rPr>
              <a:t>&lt;&lt;“Area of circle = “&lt;&lt;C1.getArea();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200" b="1" dirty="0">
                <a:latin typeface="Calibri" pitchFamily="34" charset="0"/>
              </a:rPr>
              <a:t>}</a:t>
            </a:r>
          </a:p>
        </p:txBody>
      </p:sp>
      <p:sp>
        <p:nvSpPr>
          <p:cNvPr id="13316" name="Rectangle 6"/>
          <p:cNvSpPr>
            <a:spLocks noChangeArrowheads="1"/>
          </p:cNvSpPr>
          <p:nvPr/>
        </p:nvSpPr>
        <p:spPr bwMode="auto">
          <a:xfrm>
            <a:off x="955675" y="5268913"/>
            <a:ext cx="3592513" cy="295275"/>
          </a:xfrm>
          <a:prstGeom prst="rect">
            <a:avLst/>
          </a:prstGeom>
          <a:solidFill>
            <a:schemeClr val="accent3">
              <a:lumMod val="40000"/>
              <a:lumOff val="60000"/>
              <a:alpha val="45097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3" name="Line 14"/>
          <p:cNvSpPr>
            <a:spLocks noChangeShapeType="1"/>
          </p:cNvSpPr>
          <p:nvPr/>
        </p:nvSpPr>
        <p:spPr bwMode="auto">
          <a:xfrm flipH="1" flipV="1">
            <a:off x="3930650" y="2965450"/>
            <a:ext cx="0" cy="2405063"/>
          </a:xfrm>
          <a:prstGeom prst="line">
            <a:avLst/>
          </a:prstGeom>
          <a:noFill/>
          <a:ln w="635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66983" name="AutoShape 7"/>
          <p:cNvSpPr>
            <a:spLocks noChangeArrowheads="1"/>
          </p:cNvSpPr>
          <p:nvPr/>
        </p:nvSpPr>
        <p:spPr bwMode="auto">
          <a:xfrm>
            <a:off x="6732588" y="3717925"/>
            <a:ext cx="1881187" cy="615950"/>
          </a:xfrm>
          <a:prstGeom prst="wedgeRoundRectCallout">
            <a:avLst>
              <a:gd name="adj1" fmla="val 1560"/>
              <a:gd name="adj2" fmla="val -155926"/>
              <a:gd name="adj3" fmla="val 16667"/>
            </a:avLst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/>
          <a:lstStyle/>
          <a:p>
            <a:pPr algn="ctr" eaLnBrk="0" hangingPunct="0">
              <a:defRPr/>
            </a:pPr>
            <a:r>
              <a:rPr lang="en-US" altLang="zh-CN" dirty="0">
                <a:latin typeface="Calibri" pitchFamily="34" charset="0"/>
              </a:rPr>
              <a:t>Allocate memory for radius</a:t>
            </a:r>
          </a:p>
        </p:txBody>
      </p:sp>
    </p:spTree>
    <p:extLst>
      <p:ext uri="{BB962C8B-B14F-4D97-AF65-F5344CB8AC3E}">
        <p14:creationId xmlns:p14="http://schemas.microsoft.com/office/powerpoint/2010/main" val="94161542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13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13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13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8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1" dur="2000"/>
                                        <p:tgtEl>
                                          <p:spTgt spid="13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4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6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7669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7" grpId="0" animBg="1"/>
      <p:bldP spid="13320" grpId="0" animBg="1"/>
      <p:bldP spid="13321" grpId="0"/>
      <p:bldP spid="13316" grpId="0" animBg="1"/>
      <p:bldP spid="13" grpId="0" animBg="1"/>
      <p:bldP spid="76698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900113" y="44450"/>
            <a:ext cx="8167687" cy="717550"/>
          </a:xfrm>
        </p:spPr>
        <p:txBody>
          <a:bodyPr lIns="92075" tIns="46038" rIns="92075" bIns="46038">
            <a:normAutofit/>
          </a:bodyPr>
          <a:lstStyle/>
          <a:p>
            <a:r>
              <a:rPr lang="en-US" altLang="zh-CN" sz="3200" b="1" u="sng" dirty="0">
                <a:solidFill>
                  <a:srgbClr val="B80000"/>
                </a:solidFill>
                <a:latin typeface="Calibri" pitchFamily="34" charset="0"/>
              </a:rPr>
              <a:t>Output of the following Program?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752600" y="762000"/>
            <a:ext cx="5400675" cy="4068763"/>
          </a:xfrm>
          <a:solidFill>
            <a:schemeClr val="accent5">
              <a:lumMod val="20000"/>
              <a:lumOff val="80000"/>
            </a:schemeClr>
          </a:solidFill>
        </p:spPr>
        <p:txBody>
          <a:bodyPr lIns="92075" tIns="46038" rIns="92075" bIns="46038">
            <a:normAutofit lnSpcReduction="10000"/>
          </a:bodyPr>
          <a:lstStyle/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200" b="1" dirty="0">
                <a:latin typeface="Calibri" pitchFamily="34" charset="0"/>
              </a:rPr>
              <a:t>class  Circle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200" b="1" dirty="0">
                <a:latin typeface="Calibri" pitchFamily="34" charset="0"/>
              </a:rPr>
              <a:t>{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200" b="1" dirty="0">
                <a:latin typeface="Calibri" pitchFamily="34" charset="0"/>
              </a:rPr>
              <a:t>	private: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200" b="1" dirty="0">
                <a:latin typeface="Calibri" pitchFamily="34" charset="0"/>
              </a:rPr>
              <a:t>	     double radius;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endParaRPr lang="en-US" altLang="zh-CN" sz="1200" b="1" dirty="0">
              <a:latin typeface="Calibri" pitchFamily="34" charset="0"/>
            </a:endParaRP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200" b="1" dirty="0">
                <a:latin typeface="Calibri" pitchFamily="34" charset="0"/>
              </a:rPr>
              <a:t>  	public:</a:t>
            </a:r>
          </a:p>
          <a:p>
            <a:pPr>
              <a:lnSpc>
                <a:spcPct val="80000"/>
              </a:lnSpc>
              <a:buNone/>
              <a:defRPr/>
            </a:pPr>
            <a:r>
              <a:rPr lang="en-US" altLang="zh-CN" sz="2000" b="1">
                <a:latin typeface="Calibri" pitchFamily="34" charset="0"/>
              </a:rPr>
              <a:t>	//Circle</a:t>
            </a:r>
            <a:r>
              <a:rPr lang="en-US" altLang="zh-CN" sz="2000" b="1" dirty="0">
                <a:latin typeface="Calibri" pitchFamily="34" charset="0"/>
              </a:rPr>
              <a:t>( ) {  }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endParaRPr lang="en-US" altLang="zh-CN" sz="2200" b="1" dirty="0">
              <a:latin typeface="Calibri" pitchFamily="34" charset="0"/>
            </a:endParaRP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200" b="1" dirty="0">
                <a:latin typeface="Calibri" pitchFamily="34" charset="0"/>
              </a:rPr>
              <a:t>	</a:t>
            </a:r>
            <a:r>
              <a:rPr lang="en-US" altLang="zh-CN" sz="2400" b="1" dirty="0">
                <a:latin typeface="Calibri" pitchFamily="34" charset="0"/>
              </a:rPr>
              <a:t>Circle(double rad)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400" b="1" dirty="0">
                <a:latin typeface="Calibri" pitchFamily="34" charset="0"/>
              </a:rPr>
              <a:t>	{  	radius = rad;    }</a:t>
            </a:r>
            <a:endParaRPr lang="en-US" altLang="zh-CN" sz="2200" b="1" dirty="0">
              <a:latin typeface="Calibri" pitchFamily="34" charset="0"/>
            </a:endParaRP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200" b="1" dirty="0">
                <a:latin typeface="Calibri" pitchFamily="34" charset="0"/>
              </a:rPr>
              <a:t>	double   </a:t>
            </a:r>
            <a:r>
              <a:rPr lang="en-US" altLang="zh-CN" sz="2200" b="1" dirty="0" err="1">
                <a:latin typeface="Calibri" pitchFamily="34" charset="0"/>
              </a:rPr>
              <a:t>getArea</a:t>
            </a:r>
            <a:r>
              <a:rPr lang="en-US" altLang="zh-CN" sz="2200" b="1" dirty="0">
                <a:latin typeface="Calibri" pitchFamily="34" charset="0"/>
              </a:rPr>
              <a:t>()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200" b="1" dirty="0">
                <a:latin typeface="Calibri" pitchFamily="34" charset="0"/>
              </a:rPr>
              <a:t>	{  return radius *  radius  *  3.14159; }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200" b="1" dirty="0">
                <a:latin typeface="Calibri" pitchFamily="34" charset="0"/>
              </a:rPr>
              <a:t>};</a:t>
            </a:r>
          </a:p>
        </p:txBody>
      </p:sp>
      <p:sp>
        <p:nvSpPr>
          <p:cNvPr id="12" name="Rectangle 3"/>
          <p:cNvSpPr txBox="1">
            <a:spLocks noChangeArrowheads="1"/>
          </p:cNvSpPr>
          <p:nvPr/>
        </p:nvSpPr>
        <p:spPr bwMode="auto">
          <a:xfrm>
            <a:off x="1447800" y="5029200"/>
            <a:ext cx="6481763" cy="165735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txBody>
          <a:bodyPr lIns="92075" tIns="46038" rIns="92075" bIns="46038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¨"/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200" b="1" dirty="0">
                <a:latin typeface="Calibri" pitchFamily="34" charset="0"/>
              </a:rPr>
              <a:t>void main()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200" b="1" dirty="0">
                <a:latin typeface="Calibri" pitchFamily="34" charset="0"/>
              </a:rPr>
              <a:t>{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200" b="1" dirty="0">
                <a:latin typeface="Calibri" pitchFamily="34" charset="0"/>
              </a:rPr>
              <a:t>       </a:t>
            </a:r>
            <a:r>
              <a:rPr lang="en-US" altLang="zh-CN" sz="2200" b="1" dirty="0">
                <a:solidFill>
                  <a:srgbClr val="C00000"/>
                </a:solidFill>
                <a:latin typeface="Calibri" pitchFamily="34" charset="0"/>
              </a:rPr>
              <a:t>Circle     C1;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200" b="1" dirty="0">
                <a:latin typeface="Calibri" pitchFamily="34" charset="0"/>
              </a:rPr>
              <a:t>       </a:t>
            </a:r>
            <a:r>
              <a:rPr lang="en-US" altLang="zh-CN" sz="2200" b="1" dirty="0" err="1">
                <a:latin typeface="Calibri" pitchFamily="34" charset="0"/>
              </a:rPr>
              <a:t>cout</a:t>
            </a:r>
            <a:r>
              <a:rPr lang="en-US" altLang="zh-CN" sz="2200" b="1" dirty="0">
                <a:latin typeface="Calibri" pitchFamily="34" charset="0"/>
              </a:rPr>
              <a:t>&lt;&lt;“Area of circle = “&lt;&lt;C1.getArea();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200" b="1" dirty="0">
                <a:latin typeface="Calibri" pitchFamily="34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89744696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Constructor inside the class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829733"/>
            <a:ext cx="5029200" cy="595206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400" dirty="0"/>
              <a:t>// Example to show </a:t>
            </a:r>
            <a:r>
              <a:rPr lang="en-US" sz="1400" dirty="0" smtClean="0"/>
              <a:t>defining the </a:t>
            </a:r>
            <a:r>
              <a:rPr lang="en-US" sz="1400" dirty="0"/>
              <a:t>constructor within the </a:t>
            </a:r>
            <a:r>
              <a:rPr lang="en-US" sz="1400" dirty="0" smtClean="0"/>
              <a:t>class</a:t>
            </a:r>
            <a:endParaRPr lang="en-US" sz="1400" dirty="0"/>
          </a:p>
          <a:p>
            <a:pPr marL="0" indent="0">
              <a:buNone/>
            </a:pPr>
            <a:r>
              <a:rPr lang="en-US" sz="1400" dirty="0"/>
              <a:t>#include &lt;</a:t>
            </a:r>
            <a:r>
              <a:rPr lang="en-US" sz="1400" dirty="0" err="1"/>
              <a:t>iostream</a:t>
            </a:r>
            <a:r>
              <a:rPr lang="en-US" sz="1400" dirty="0"/>
              <a:t>&gt;</a:t>
            </a:r>
          </a:p>
          <a:p>
            <a:pPr marL="0" indent="0">
              <a:buNone/>
            </a:pPr>
            <a:r>
              <a:rPr lang="en-US" sz="1400" dirty="0"/>
              <a:t>using namespace </a:t>
            </a:r>
            <a:r>
              <a:rPr lang="en-US" sz="1400" dirty="0" err="1"/>
              <a:t>std</a:t>
            </a:r>
            <a:r>
              <a:rPr lang="en-US" sz="1400" dirty="0" smtClean="0"/>
              <a:t>;</a:t>
            </a:r>
            <a:endParaRPr lang="en-US" sz="1400" dirty="0"/>
          </a:p>
          <a:p>
            <a:pPr marL="0" indent="0">
              <a:buNone/>
            </a:pPr>
            <a:r>
              <a:rPr lang="en-US" sz="1400" dirty="0"/>
              <a:t>class student {</a:t>
            </a:r>
          </a:p>
          <a:p>
            <a:pPr marL="0" indent="0">
              <a:buNone/>
            </a:pPr>
            <a:r>
              <a:rPr lang="en-US" sz="1400" dirty="0"/>
              <a:t>    </a:t>
            </a:r>
            <a:r>
              <a:rPr lang="en-US" sz="1400" dirty="0" err="1"/>
              <a:t>int</a:t>
            </a:r>
            <a:r>
              <a:rPr lang="en-US" sz="1400" dirty="0"/>
              <a:t> </a:t>
            </a:r>
            <a:r>
              <a:rPr lang="en-US" sz="1400" dirty="0" err="1"/>
              <a:t>rno</a:t>
            </a:r>
            <a:r>
              <a:rPr lang="en-US" sz="1400" dirty="0"/>
              <a:t>;</a:t>
            </a:r>
          </a:p>
          <a:p>
            <a:pPr marL="0" indent="0">
              <a:buNone/>
            </a:pPr>
            <a:r>
              <a:rPr lang="en-US" sz="1400" dirty="0"/>
              <a:t>    char name[50];</a:t>
            </a:r>
          </a:p>
          <a:p>
            <a:pPr marL="0" indent="0">
              <a:buNone/>
            </a:pPr>
            <a:r>
              <a:rPr lang="en-US" sz="1400" dirty="0"/>
              <a:t>    double fee</a:t>
            </a:r>
            <a:r>
              <a:rPr lang="en-US" sz="1400" dirty="0" smtClean="0"/>
              <a:t>;</a:t>
            </a:r>
            <a:endParaRPr lang="en-US" sz="1400" dirty="0"/>
          </a:p>
          <a:p>
            <a:pPr marL="0" indent="0">
              <a:buNone/>
            </a:pPr>
            <a:r>
              <a:rPr lang="en-US" sz="1400" dirty="0"/>
              <a:t>public:</a:t>
            </a:r>
          </a:p>
          <a:p>
            <a:pPr marL="0" indent="0">
              <a:buNone/>
            </a:pPr>
            <a:r>
              <a:rPr lang="en-US" sz="1400" dirty="0" smtClean="0"/>
              <a:t>    student()</a:t>
            </a:r>
          </a:p>
          <a:p>
            <a:pPr marL="0" indent="0">
              <a:buNone/>
            </a:pPr>
            <a:r>
              <a:rPr lang="en-US" sz="1400" dirty="0" smtClean="0"/>
              <a:t>    {</a:t>
            </a:r>
            <a:endParaRPr lang="en-US" sz="1400" dirty="0"/>
          </a:p>
          <a:p>
            <a:pPr marL="0" indent="0">
              <a:buNone/>
            </a:pPr>
            <a:r>
              <a:rPr lang="en-US" sz="1400" dirty="0"/>
              <a:t>        </a:t>
            </a:r>
            <a:r>
              <a:rPr lang="en-US" sz="1400" dirty="0" err="1"/>
              <a:t>cout</a:t>
            </a:r>
            <a:r>
              <a:rPr lang="en-US" sz="1400" dirty="0"/>
              <a:t> &lt;&lt; "Enter the </a:t>
            </a:r>
            <a:r>
              <a:rPr lang="en-US" sz="1400" dirty="0" err="1"/>
              <a:t>RollNo</a:t>
            </a:r>
            <a:r>
              <a:rPr lang="en-US" sz="1400" dirty="0"/>
              <a:t>:";</a:t>
            </a:r>
          </a:p>
          <a:p>
            <a:pPr marL="0" indent="0">
              <a:buNone/>
            </a:pPr>
            <a:r>
              <a:rPr lang="en-US" sz="1400" dirty="0"/>
              <a:t>        </a:t>
            </a:r>
            <a:r>
              <a:rPr lang="en-US" sz="1400" dirty="0" err="1"/>
              <a:t>cin</a:t>
            </a:r>
            <a:r>
              <a:rPr lang="en-US" sz="1400" dirty="0"/>
              <a:t> &gt;&gt; </a:t>
            </a:r>
            <a:r>
              <a:rPr lang="en-US" sz="1400" dirty="0" err="1"/>
              <a:t>rno</a:t>
            </a:r>
            <a:r>
              <a:rPr lang="en-US" sz="1400" dirty="0"/>
              <a:t>;</a:t>
            </a:r>
          </a:p>
          <a:p>
            <a:pPr marL="0" indent="0">
              <a:buNone/>
            </a:pPr>
            <a:r>
              <a:rPr lang="en-US" sz="1400" dirty="0"/>
              <a:t>        </a:t>
            </a:r>
            <a:r>
              <a:rPr lang="en-US" sz="1400" dirty="0" err="1"/>
              <a:t>cout</a:t>
            </a:r>
            <a:r>
              <a:rPr lang="en-US" sz="1400" dirty="0"/>
              <a:t> &lt;&lt; "Enter the Name:";</a:t>
            </a:r>
          </a:p>
          <a:p>
            <a:pPr marL="0" indent="0">
              <a:buNone/>
            </a:pPr>
            <a:r>
              <a:rPr lang="en-US" sz="1400" dirty="0"/>
              <a:t>        </a:t>
            </a:r>
            <a:r>
              <a:rPr lang="en-US" sz="1400" dirty="0" err="1"/>
              <a:t>cin</a:t>
            </a:r>
            <a:r>
              <a:rPr lang="en-US" sz="1400" dirty="0"/>
              <a:t> &gt;&gt; name;</a:t>
            </a:r>
          </a:p>
          <a:p>
            <a:pPr marL="0" indent="0">
              <a:buNone/>
            </a:pPr>
            <a:r>
              <a:rPr lang="en-US" sz="1400" dirty="0"/>
              <a:t>        </a:t>
            </a:r>
            <a:r>
              <a:rPr lang="en-US" sz="1400" dirty="0" err="1"/>
              <a:t>cout</a:t>
            </a:r>
            <a:r>
              <a:rPr lang="en-US" sz="1400" dirty="0"/>
              <a:t> &lt;&lt; "Enter the Fee:";</a:t>
            </a:r>
          </a:p>
          <a:p>
            <a:pPr marL="0" indent="0">
              <a:buNone/>
            </a:pPr>
            <a:r>
              <a:rPr lang="en-US" sz="1400" dirty="0"/>
              <a:t>        </a:t>
            </a:r>
            <a:r>
              <a:rPr lang="en-US" sz="1400" dirty="0" err="1"/>
              <a:t>cin</a:t>
            </a:r>
            <a:r>
              <a:rPr lang="en-US" sz="1400" dirty="0"/>
              <a:t> &gt;&gt; fee;</a:t>
            </a:r>
          </a:p>
          <a:p>
            <a:pPr marL="0" indent="0">
              <a:buNone/>
            </a:pPr>
            <a:r>
              <a:rPr lang="en-US" sz="1400" dirty="0"/>
              <a:t>    </a:t>
            </a:r>
            <a:r>
              <a:rPr lang="en-US" sz="1400" dirty="0" smtClean="0"/>
              <a:t>}</a:t>
            </a:r>
            <a:endParaRPr lang="en-US" sz="1400" dirty="0"/>
          </a:p>
          <a:p>
            <a:pPr marL="0" indent="0">
              <a:buNone/>
            </a:pPr>
            <a:r>
              <a:rPr lang="en-US" sz="1400" dirty="0"/>
              <a:t>    // Function to display the </a:t>
            </a:r>
            <a:r>
              <a:rPr lang="en-US" sz="1400" dirty="0" smtClean="0"/>
              <a:t>data defined </a:t>
            </a:r>
            <a:r>
              <a:rPr lang="en-US" sz="1400" dirty="0"/>
              <a:t>via constructor</a:t>
            </a:r>
          </a:p>
          <a:p>
            <a:pPr marL="0" indent="0">
              <a:buNone/>
            </a:pPr>
            <a:r>
              <a:rPr lang="en-US" sz="1400" dirty="0"/>
              <a:t>    void display()</a:t>
            </a:r>
          </a:p>
          <a:p>
            <a:pPr marL="0" indent="0">
              <a:buNone/>
            </a:pPr>
            <a:r>
              <a:rPr lang="en-US" sz="1400" dirty="0"/>
              <a:t>    {</a:t>
            </a:r>
          </a:p>
          <a:p>
            <a:pPr marL="0" indent="0">
              <a:buNone/>
            </a:pPr>
            <a:r>
              <a:rPr lang="en-US" sz="1400" dirty="0"/>
              <a:t>        </a:t>
            </a:r>
            <a:r>
              <a:rPr lang="en-US" sz="1400" dirty="0" err="1"/>
              <a:t>cout</a:t>
            </a:r>
            <a:r>
              <a:rPr lang="en-US" sz="1400" dirty="0"/>
              <a:t> &lt;&lt; </a:t>
            </a:r>
            <a:r>
              <a:rPr lang="en-US" sz="1400" dirty="0" err="1"/>
              <a:t>endl</a:t>
            </a:r>
            <a:r>
              <a:rPr lang="en-US" sz="1400" dirty="0"/>
              <a:t> &lt;&lt; </a:t>
            </a:r>
            <a:r>
              <a:rPr lang="en-US" sz="1400" dirty="0" err="1"/>
              <a:t>rno</a:t>
            </a:r>
            <a:r>
              <a:rPr lang="en-US" sz="1400" dirty="0"/>
              <a:t> &lt;&lt; "\t" &lt;&lt; name &lt;&lt; "\t" &lt;&lt; fee;</a:t>
            </a:r>
          </a:p>
          <a:p>
            <a:pPr marL="0" indent="0">
              <a:buNone/>
            </a:pPr>
            <a:r>
              <a:rPr lang="en-US" sz="1400" dirty="0"/>
              <a:t>    }</a:t>
            </a:r>
          </a:p>
          <a:p>
            <a:pPr marL="0" indent="0">
              <a:buNone/>
            </a:pPr>
            <a:r>
              <a:rPr lang="en-US" sz="1400" dirty="0" smtClean="0"/>
              <a:t>};</a:t>
            </a:r>
            <a:endParaRPr lang="en-US" sz="1400" dirty="0"/>
          </a:p>
        </p:txBody>
      </p:sp>
      <p:sp>
        <p:nvSpPr>
          <p:cNvPr id="4" name="Rectangle 3"/>
          <p:cNvSpPr/>
          <p:nvPr/>
        </p:nvSpPr>
        <p:spPr>
          <a:xfrm>
            <a:off x="4572000" y="1905000"/>
            <a:ext cx="4572000" cy="2585323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US" dirty="0"/>
          </a:p>
          <a:p>
            <a:r>
              <a:rPr lang="en-US" dirty="0" err="1"/>
              <a:t>int</a:t>
            </a:r>
            <a:r>
              <a:rPr lang="en-US" dirty="0"/>
              <a:t> main()</a:t>
            </a:r>
          </a:p>
          <a:p>
            <a:r>
              <a:rPr lang="en-US" dirty="0"/>
              <a:t>{</a:t>
            </a:r>
          </a:p>
          <a:p>
            <a:r>
              <a:rPr lang="en-US" dirty="0"/>
              <a:t>    student s;</a:t>
            </a:r>
          </a:p>
          <a:p>
            <a:r>
              <a:rPr lang="en-US" dirty="0"/>
              <a:t>    // constructor gets called automatically as soon as the object of the class is declared</a:t>
            </a:r>
          </a:p>
          <a:p>
            <a:r>
              <a:rPr lang="en-US" dirty="0"/>
              <a:t>    </a:t>
            </a:r>
            <a:r>
              <a:rPr lang="en-US" dirty="0" err="1"/>
              <a:t>s.display</a:t>
            </a:r>
            <a:r>
              <a:rPr lang="en-US" dirty="0"/>
              <a:t>();</a:t>
            </a:r>
          </a:p>
          <a:p>
            <a:r>
              <a:rPr lang="en-US" dirty="0"/>
              <a:t>    return 0;</a:t>
            </a:r>
          </a:p>
          <a:p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7767157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Constructor outside the class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77333"/>
            <a:ext cx="5029200" cy="595206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400" dirty="0"/>
              <a:t>// defining the constructor outside the class</a:t>
            </a:r>
          </a:p>
          <a:p>
            <a:pPr marL="0" indent="0">
              <a:buNone/>
            </a:pPr>
            <a:r>
              <a:rPr lang="en-US" sz="1400" dirty="0"/>
              <a:t>#include &lt;</a:t>
            </a:r>
            <a:r>
              <a:rPr lang="en-US" sz="1400" dirty="0" err="1"/>
              <a:t>iostream</a:t>
            </a:r>
            <a:r>
              <a:rPr lang="en-US" sz="1400" dirty="0"/>
              <a:t>&gt;</a:t>
            </a:r>
          </a:p>
          <a:p>
            <a:pPr marL="0" indent="0">
              <a:buNone/>
            </a:pPr>
            <a:r>
              <a:rPr lang="en-US" sz="1400" dirty="0"/>
              <a:t>using namespace </a:t>
            </a:r>
            <a:r>
              <a:rPr lang="en-US" sz="1400" dirty="0" err="1"/>
              <a:t>std</a:t>
            </a:r>
            <a:r>
              <a:rPr lang="en-US" sz="1400" dirty="0"/>
              <a:t>;</a:t>
            </a:r>
          </a:p>
          <a:p>
            <a:pPr marL="0" indent="0">
              <a:buNone/>
            </a:pPr>
            <a:r>
              <a:rPr lang="en-US" sz="1400" dirty="0"/>
              <a:t>class student {</a:t>
            </a:r>
          </a:p>
          <a:p>
            <a:pPr marL="0" indent="0">
              <a:buNone/>
            </a:pPr>
            <a:r>
              <a:rPr lang="en-US" sz="1400" dirty="0"/>
              <a:t>    </a:t>
            </a:r>
            <a:r>
              <a:rPr lang="en-US" sz="1400" dirty="0" err="1"/>
              <a:t>int</a:t>
            </a:r>
            <a:r>
              <a:rPr lang="en-US" sz="1400" dirty="0"/>
              <a:t> </a:t>
            </a:r>
            <a:r>
              <a:rPr lang="en-US" sz="1400" dirty="0" err="1"/>
              <a:t>rno</a:t>
            </a:r>
            <a:r>
              <a:rPr lang="en-US" sz="1400" dirty="0"/>
              <a:t>;</a:t>
            </a:r>
          </a:p>
          <a:p>
            <a:pPr marL="0" indent="0">
              <a:buNone/>
            </a:pPr>
            <a:r>
              <a:rPr lang="en-US" sz="1400" dirty="0"/>
              <a:t>    char name[50];</a:t>
            </a:r>
          </a:p>
          <a:p>
            <a:pPr marL="0" indent="0">
              <a:buNone/>
            </a:pPr>
            <a:r>
              <a:rPr lang="en-US" sz="1400" dirty="0"/>
              <a:t>    double fee</a:t>
            </a:r>
            <a:r>
              <a:rPr lang="en-US" sz="1400" dirty="0" smtClean="0"/>
              <a:t>;</a:t>
            </a:r>
            <a:endParaRPr lang="en-US" sz="1400" dirty="0"/>
          </a:p>
          <a:p>
            <a:pPr marL="0" indent="0">
              <a:buNone/>
            </a:pPr>
            <a:r>
              <a:rPr lang="en-US" sz="1400" dirty="0"/>
              <a:t>public:</a:t>
            </a:r>
          </a:p>
          <a:p>
            <a:pPr marL="0" indent="0">
              <a:buNone/>
            </a:pPr>
            <a:r>
              <a:rPr lang="en-US" sz="1400" dirty="0" smtClean="0"/>
              <a:t>    student();</a:t>
            </a:r>
            <a:endParaRPr lang="en-US" sz="1400" dirty="0"/>
          </a:p>
          <a:p>
            <a:pPr marL="0" indent="0">
              <a:buNone/>
            </a:pPr>
            <a:r>
              <a:rPr lang="en-US" sz="1400" dirty="0"/>
              <a:t>    void display();</a:t>
            </a:r>
          </a:p>
          <a:p>
            <a:pPr marL="0" indent="0">
              <a:buNone/>
            </a:pPr>
            <a:r>
              <a:rPr lang="en-US" sz="1400" dirty="0" smtClean="0"/>
              <a:t>}; </a:t>
            </a:r>
          </a:p>
          <a:p>
            <a:pPr marL="0" indent="0">
              <a:buNone/>
            </a:pPr>
            <a:r>
              <a:rPr lang="en-US" sz="1400" dirty="0" smtClean="0"/>
              <a:t>student</a:t>
            </a:r>
            <a:r>
              <a:rPr lang="en-US" sz="1400" dirty="0"/>
              <a:t>::student()</a:t>
            </a:r>
          </a:p>
          <a:p>
            <a:pPr marL="0" indent="0">
              <a:buNone/>
            </a:pPr>
            <a:r>
              <a:rPr lang="en-US" sz="1400" dirty="0"/>
              <a:t>{</a:t>
            </a:r>
          </a:p>
          <a:p>
            <a:pPr marL="0" indent="0">
              <a:buNone/>
            </a:pPr>
            <a:r>
              <a:rPr lang="en-US" sz="1400" dirty="0"/>
              <a:t> </a:t>
            </a:r>
            <a:r>
              <a:rPr lang="en-US" sz="1400" dirty="0" smtClean="0"/>
              <a:t>   </a:t>
            </a:r>
            <a:r>
              <a:rPr lang="en-US" sz="1400" dirty="0" err="1" smtClean="0"/>
              <a:t>cout</a:t>
            </a:r>
            <a:r>
              <a:rPr lang="en-US" sz="1400" dirty="0" smtClean="0"/>
              <a:t> </a:t>
            </a:r>
            <a:r>
              <a:rPr lang="en-US" sz="1400" dirty="0"/>
              <a:t>&lt;&lt; "Enter the </a:t>
            </a:r>
            <a:r>
              <a:rPr lang="en-US" sz="1400" dirty="0" err="1"/>
              <a:t>RollNo</a:t>
            </a:r>
            <a:r>
              <a:rPr lang="en-US" sz="1400" dirty="0"/>
              <a:t>:";</a:t>
            </a:r>
          </a:p>
          <a:p>
            <a:pPr marL="0" indent="0">
              <a:buNone/>
            </a:pPr>
            <a:r>
              <a:rPr lang="en-US" sz="1400" dirty="0"/>
              <a:t>    </a:t>
            </a:r>
            <a:r>
              <a:rPr lang="en-US" sz="1400" dirty="0" err="1"/>
              <a:t>cin</a:t>
            </a:r>
            <a:r>
              <a:rPr lang="en-US" sz="1400" dirty="0"/>
              <a:t> &gt;&gt; </a:t>
            </a:r>
            <a:r>
              <a:rPr lang="en-US" sz="1400" dirty="0" err="1"/>
              <a:t>rno</a:t>
            </a:r>
            <a:r>
              <a:rPr lang="en-US" sz="1400" dirty="0"/>
              <a:t>;</a:t>
            </a:r>
          </a:p>
          <a:p>
            <a:pPr marL="0" indent="0">
              <a:buNone/>
            </a:pPr>
            <a:r>
              <a:rPr lang="en-US" sz="1400" dirty="0"/>
              <a:t>    </a:t>
            </a:r>
            <a:r>
              <a:rPr lang="en-US" sz="1400" dirty="0" err="1"/>
              <a:t>cout</a:t>
            </a:r>
            <a:r>
              <a:rPr lang="en-US" sz="1400" dirty="0"/>
              <a:t> &lt;&lt; "Enter the Name:";</a:t>
            </a:r>
          </a:p>
          <a:p>
            <a:pPr marL="0" indent="0">
              <a:buNone/>
            </a:pPr>
            <a:r>
              <a:rPr lang="en-US" sz="1400" dirty="0"/>
              <a:t>    </a:t>
            </a:r>
            <a:r>
              <a:rPr lang="en-US" sz="1400" dirty="0" err="1"/>
              <a:t>cin</a:t>
            </a:r>
            <a:r>
              <a:rPr lang="en-US" sz="1400" dirty="0"/>
              <a:t> &gt;&gt; name;</a:t>
            </a:r>
          </a:p>
          <a:p>
            <a:pPr marL="0" indent="0">
              <a:buNone/>
            </a:pPr>
            <a:r>
              <a:rPr lang="en-US" sz="1400" dirty="0"/>
              <a:t>    </a:t>
            </a:r>
            <a:r>
              <a:rPr lang="en-US" sz="1400" dirty="0" err="1"/>
              <a:t>cout</a:t>
            </a:r>
            <a:r>
              <a:rPr lang="en-US" sz="1400" dirty="0"/>
              <a:t> &lt;&lt; "Enter the Fee:";</a:t>
            </a:r>
          </a:p>
          <a:p>
            <a:pPr marL="0" indent="0">
              <a:buNone/>
            </a:pPr>
            <a:r>
              <a:rPr lang="en-US" sz="1400" dirty="0"/>
              <a:t>    </a:t>
            </a:r>
            <a:r>
              <a:rPr lang="en-US" sz="1400" dirty="0" err="1"/>
              <a:t>cin</a:t>
            </a:r>
            <a:r>
              <a:rPr lang="en-US" sz="1400" dirty="0"/>
              <a:t> &gt;&gt; fee;</a:t>
            </a:r>
          </a:p>
          <a:p>
            <a:pPr marL="0" indent="0">
              <a:buNone/>
            </a:pPr>
            <a:r>
              <a:rPr lang="en-US" sz="1400" dirty="0" smtClean="0"/>
              <a:t>}</a:t>
            </a:r>
            <a:endParaRPr lang="en-US" sz="1400" dirty="0"/>
          </a:p>
          <a:p>
            <a:pPr marL="0" indent="0">
              <a:buNone/>
            </a:pPr>
            <a:r>
              <a:rPr lang="en-US" sz="1400" dirty="0"/>
              <a:t>void student::display()</a:t>
            </a:r>
          </a:p>
          <a:p>
            <a:pPr marL="0" indent="0">
              <a:buNone/>
            </a:pPr>
            <a:r>
              <a:rPr lang="en-US" sz="1400" dirty="0"/>
              <a:t>{</a:t>
            </a:r>
          </a:p>
          <a:p>
            <a:pPr marL="0" indent="0">
              <a:buNone/>
            </a:pPr>
            <a:r>
              <a:rPr lang="en-US" sz="1400" dirty="0"/>
              <a:t>    </a:t>
            </a:r>
            <a:r>
              <a:rPr lang="en-US" sz="1400" dirty="0" err="1"/>
              <a:t>cout</a:t>
            </a:r>
            <a:r>
              <a:rPr lang="en-US" sz="1400" dirty="0"/>
              <a:t> &lt;&lt; </a:t>
            </a:r>
            <a:r>
              <a:rPr lang="en-US" sz="1400" dirty="0" err="1"/>
              <a:t>endl</a:t>
            </a:r>
            <a:r>
              <a:rPr lang="en-US" sz="1400" dirty="0"/>
              <a:t> &lt;&lt; </a:t>
            </a:r>
            <a:r>
              <a:rPr lang="en-US" sz="1400" dirty="0" err="1"/>
              <a:t>rno</a:t>
            </a:r>
            <a:r>
              <a:rPr lang="en-US" sz="1400" dirty="0"/>
              <a:t> &lt;&lt; "\t" &lt;&lt; name &lt;&lt; "\t" &lt;&lt; fee;</a:t>
            </a:r>
          </a:p>
          <a:p>
            <a:pPr marL="0" indent="0">
              <a:buNone/>
            </a:pPr>
            <a:r>
              <a:rPr lang="en-US" sz="1400" dirty="0" smtClean="0"/>
              <a:t>}</a:t>
            </a:r>
            <a:endParaRPr lang="en-US" sz="1400" dirty="0"/>
          </a:p>
        </p:txBody>
      </p:sp>
      <p:sp>
        <p:nvSpPr>
          <p:cNvPr id="4" name="Rectangle 3"/>
          <p:cNvSpPr/>
          <p:nvPr/>
        </p:nvSpPr>
        <p:spPr>
          <a:xfrm>
            <a:off x="4572000" y="1905000"/>
            <a:ext cx="4572000" cy="313932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err="1"/>
              <a:t>int</a:t>
            </a:r>
            <a:r>
              <a:rPr lang="en-US" dirty="0"/>
              <a:t> main()</a:t>
            </a:r>
          </a:p>
          <a:p>
            <a:r>
              <a:rPr lang="en-US" dirty="0"/>
              <a:t>{</a:t>
            </a:r>
          </a:p>
          <a:p>
            <a:r>
              <a:rPr lang="en-US" dirty="0"/>
              <a:t>    student s;</a:t>
            </a:r>
          </a:p>
          <a:p>
            <a:r>
              <a:rPr lang="en-US" dirty="0"/>
              <a:t>    /*</a:t>
            </a:r>
          </a:p>
          <a:p>
            <a:r>
              <a:rPr lang="en-US" dirty="0"/>
              <a:t>    constructor gets called automatically</a:t>
            </a:r>
          </a:p>
          <a:p>
            <a:r>
              <a:rPr lang="en-US" dirty="0"/>
              <a:t>    as soon as the object of the class is declared</a:t>
            </a:r>
          </a:p>
          <a:p>
            <a:r>
              <a:rPr lang="en-US" dirty="0"/>
              <a:t>    */</a:t>
            </a:r>
          </a:p>
          <a:p>
            <a:endParaRPr lang="en-US" dirty="0"/>
          </a:p>
          <a:p>
            <a:r>
              <a:rPr lang="en-US" dirty="0"/>
              <a:t>    </a:t>
            </a:r>
            <a:r>
              <a:rPr lang="en-US" dirty="0" err="1"/>
              <a:t>s.display</a:t>
            </a:r>
            <a:r>
              <a:rPr lang="en-US" dirty="0"/>
              <a:t>();</a:t>
            </a:r>
          </a:p>
          <a:p>
            <a:r>
              <a:rPr lang="en-US" dirty="0"/>
              <a:t>    return 0;</a:t>
            </a:r>
          </a:p>
          <a:p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0040877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266" name="Group 4"/>
          <p:cNvGrpSpPr>
            <a:grpSpLocks/>
          </p:cNvGrpSpPr>
          <p:nvPr/>
        </p:nvGrpSpPr>
        <p:grpSpPr bwMode="auto">
          <a:xfrm>
            <a:off x="152400" y="0"/>
            <a:ext cx="6705600" cy="6919913"/>
            <a:chOff x="0" y="-55"/>
            <a:chExt cx="3072" cy="12077"/>
          </a:xfrm>
        </p:grpSpPr>
        <p:grpSp>
          <p:nvGrpSpPr>
            <p:cNvPr id="11270" name="Group 5"/>
            <p:cNvGrpSpPr>
              <a:grpSpLocks/>
            </p:cNvGrpSpPr>
            <p:nvPr/>
          </p:nvGrpSpPr>
          <p:grpSpPr bwMode="auto">
            <a:xfrm>
              <a:off x="0" y="-55"/>
              <a:ext cx="3072" cy="483"/>
              <a:chOff x="0" y="-55"/>
              <a:chExt cx="3072" cy="483"/>
            </a:xfrm>
          </p:grpSpPr>
          <p:sp>
            <p:nvSpPr>
              <p:cNvPr id="11364" name="Rectangle 6"/>
              <p:cNvSpPr>
                <a:spLocks noChangeArrowheads="1"/>
              </p:cNvSpPr>
              <p:nvPr/>
            </p:nvSpPr>
            <p:spPr bwMode="auto">
              <a:xfrm>
                <a:off x="0" y="-55"/>
                <a:ext cx="85" cy="483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200"/>
              </a:p>
            </p:txBody>
          </p:sp>
          <p:sp>
            <p:nvSpPr>
              <p:cNvPr id="11365" name="Rectangle 7"/>
              <p:cNvSpPr>
                <a:spLocks noChangeArrowheads="1"/>
              </p:cNvSpPr>
              <p:nvPr/>
            </p:nvSpPr>
            <p:spPr bwMode="auto">
              <a:xfrm>
                <a:off x="0" y="0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200" b="1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1	</a:t>
                </a:r>
                <a:r>
                  <a:rPr lang="en-US" sz="1200" b="1">
                    <a:solidFill>
                      <a:srgbClr val="33CC33"/>
                    </a:solidFill>
                    <a:latin typeface="Courier New" panose="02070309020205020404" pitchFamily="49" charset="0"/>
                  </a:rPr>
                  <a:t>// Fig. 6.3: fig06_03.cpp</a:t>
                </a:r>
                <a:endParaRPr lang="en-US" sz="1200" b="1">
                  <a:latin typeface="Courier New" panose="02070309020205020404" pitchFamily="49" charset="0"/>
                </a:endParaRPr>
              </a:p>
              <a:p>
                <a:pPr eaLnBrk="1" hangingPunct="1"/>
                <a:endParaRPr lang="en-US" sz="1200" b="1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11271" name="Group 8"/>
            <p:cNvGrpSpPr>
              <a:grpSpLocks/>
            </p:cNvGrpSpPr>
            <p:nvPr/>
          </p:nvGrpSpPr>
          <p:grpSpPr bwMode="auto">
            <a:xfrm>
              <a:off x="0" y="319"/>
              <a:ext cx="3072" cy="483"/>
              <a:chOff x="0" y="319"/>
              <a:chExt cx="3072" cy="483"/>
            </a:xfrm>
          </p:grpSpPr>
          <p:sp>
            <p:nvSpPr>
              <p:cNvPr id="11362" name="Rectangle 9"/>
              <p:cNvSpPr>
                <a:spLocks noChangeArrowheads="1"/>
              </p:cNvSpPr>
              <p:nvPr/>
            </p:nvSpPr>
            <p:spPr bwMode="auto">
              <a:xfrm>
                <a:off x="0" y="319"/>
                <a:ext cx="85" cy="483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200"/>
              </a:p>
            </p:txBody>
          </p:sp>
          <p:sp>
            <p:nvSpPr>
              <p:cNvPr id="11363" name="Rectangle 10"/>
              <p:cNvSpPr>
                <a:spLocks noChangeArrowheads="1"/>
              </p:cNvSpPr>
              <p:nvPr/>
            </p:nvSpPr>
            <p:spPr bwMode="auto">
              <a:xfrm>
                <a:off x="0" y="374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200" b="1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2	</a:t>
                </a:r>
                <a:r>
                  <a:rPr lang="en-US" sz="1200" b="1">
                    <a:solidFill>
                      <a:srgbClr val="33CC33"/>
                    </a:solidFill>
                    <a:latin typeface="Courier New" panose="02070309020205020404" pitchFamily="49" charset="0"/>
                  </a:rPr>
                  <a:t>// Time class.</a:t>
                </a:r>
                <a:endParaRPr lang="en-US" sz="1200" b="1">
                  <a:latin typeface="Courier New" panose="02070309020205020404" pitchFamily="49" charset="0"/>
                </a:endParaRPr>
              </a:p>
              <a:p>
                <a:pPr eaLnBrk="1" hangingPunct="1"/>
                <a:endParaRPr lang="en-US" sz="1200" b="1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11272" name="Group 11"/>
            <p:cNvGrpSpPr>
              <a:grpSpLocks/>
            </p:cNvGrpSpPr>
            <p:nvPr/>
          </p:nvGrpSpPr>
          <p:grpSpPr bwMode="auto">
            <a:xfrm>
              <a:off x="0" y="693"/>
              <a:ext cx="3072" cy="483"/>
              <a:chOff x="0" y="693"/>
              <a:chExt cx="3072" cy="483"/>
            </a:xfrm>
          </p:grpSpPr>
          <p:sp>
            <p:nvSpPr>
              <p:cNvPr id="11360" name="Rectangle 12"/>
              <p:cNvSpPr>
                <a:spLocks noChangeArrowheads="1"/>
              </p:cNvSpPr>
              <p:nvPr/>
            </p:nvSpPr>
            <p:spPr bwMode="auto">
              <a:xfrm>
                <a:off x="0" y="693"/>
                <a:ext cx="85" cy="483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200"/>
              </a:p>
            </p:txBody>
          </p:sp>
          <p:sp>
            <p:nvSpPr>
              <p:cNvPr id="11361" name="Rectangle 13"/>
              <p:cNvSpPr>
                <a:spLocks noChangeArrowheads="1"/>
              </p:cNvSpPr>
              <p:nvPr/>
            </p:nvSpPr>
            <p:spPr bwMode="auto">
              <a:xfrm>
                <a:off x="0" y="748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200" b="1" dirty="0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3	</a:t>
                </a:r>
                <a:r>
                  <a:rPr lang="en-US" sz="1200" b="1" dirty="0">
                    <a:latin typeface="Courier New" panose="02070309020205020404" pitchFamily="49" charset="0"/>
                  </a:rPr>
                  <a:t>#include &lt;</a:t>
                </a:r>
                <a:r>
                  <a:rPr lang="en-US" sz="1200" b="1" dirty="0" err="1">
                    <a:latin typeface="Courier New" panose="02070309020205020404" pitchFamily="49" charset="0"/>
                  </a:rPr>
                  <a:t>iostream</a:t>
                </a:r>
                <a:r>
                  <a:rPr lang="en-US" sz="1200" b="1" dirty="0">
                    <a:latin typeface="Courier New" panose="02070309020205020404" pitchFamily="49" charset="0"/>
                  </a:rPr>
                  <a:t>&gt;</a:t>
                </a:r>
              </a:p>
              <a:p>
                <a:pPr eaLnBrk="1" hangingPunct="1"/>
                <a:endParaRPr lang="en-US" sz="1200" b="1" dirty="0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11273" name="Group 14"/>
            <p:cNvGrpSpPr>
              <a:grpSpLocks/>
            </p:cNvGrpSpPr>
            <p:nvPr/>
          </p:nvGrpSpPr>
          <p:grpSpPr bwMode="auto">
            <a:xfrm>
              <a:off x="0" y="1067"/>
              <a:ext cx="3072" cy="483"/>
              <a:chOff x="0" y="1067"/>
              <a:chExt cx="3072" cy="483"/>
            </a:xfrm>
          </p:grpSpPr>
          <p:sp>
            <p:nvSpPr>
              <p:cNvPr id="11358" name="Rectangle 15"/>
              <p:cNvSpPr>
                <a:spLocks noChangeArrowheads="1"/>
              </p:cNvSpPr>
              <p:nvPr/>
            </p:nvSpPr>
            <p:spPr bwMode="auto">
              <a:xfrm>
                <a:off x="0" y="1067"/>
                <a:ext cx="85" cy="483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200"/>
              </a:p>
            </p:txBody>
          </p:sp>
          <p:sp>
            <p:nvSpPr>
              <p:cNvPr id="11359" name="Rectangle 16"/>
              <p:cNvSpPr>
                <a:spLocks noChangeArrowheads="1"/>
              </p:cNvSpPr>
              <p:nvPr/>
            </p:nvSpPr>
            <p:spPr bwMode="auto">
              <a:xfrm>
                <a:off x="0" y="1122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200" b="1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4	</a:t>
                </a:r>
                <a:endParaRPr lang="en-US" sz="1200" b="1">
                  <a:latin typeface="Courier New" panose="02070309020205020404" pitchFamily="49" charset="0"/>
                </a:endParaRPr>
              </a:p>
              <a:p>
                <a:pPr eaLnBrk="1" hangingPunct="1"/>
                <a:endParaRPr lang="en-US" sz="1200" b="1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11274" name="Group 17"/>
            <p:cNvGrpSpPr>
              <a:grpSpLocks/>
            </p:cNvGrpSpPr>
            <p:nvPr/>
          </p:nvGrpSpPr>
          <p:grpSpPr bwMode="auto">
            <a:xfrm>
              <a:off x="0" y="1441"/>
              <a:ext cx="3072" cy="483"/>
              <a:chOff x="0" y="1441"/>
              <a:chExt cx="3072" cy="483"/>
            </a:xfrm>
          </p:grpSpPr>
          <p:sp>
            <p:nvSpPr>
              <p:cNvPr id="11356" name="Rectangle 18"/>
              <p:cNvSpPr>
                <a:spLocks noChangeArrowheads="1"/>
              </p:cNvSpPr>
              <p:nvPr/>
            </p:nvSpPr>
            <p:spPr bwMode="auto">
              <a:xfrm>
                <a:off x="0" y="1441"/>
                <a:ext cx="85" cy="483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200"/>
              </a:p>
            </p:txBody>
          </p:sp>
          <p:sp>
            <p:nvSpPr>
              <p:cNvPr id="11357" name="Rectangle 19"/>
              <p:cNvSpPr>
                <a:spLocks noChangeArrowheads="1"/>
              </p:cNvSpPr>
              <p:nvPr/>
            </p:nvSpPr>
            <p:spPr bwMode="auto">
              <a:xfrm>
                <a:off x="0" y="1496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200" b="1" dirty="0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5	</a:t>
                </a:r>
                <a:r>
                  <a:rPr lang="en-US" sz="1200" b="1" dirty="0">
                    <a:solidFill>
                      <a:srgbClr val="275AFF"/>
                    </a:solidFill>
                    <a:latin typeface="Courier New" panose="02070309020205020404" pitchFamily="49" charset="0"/>
                  </a:rPr>
                  <a:t>using</a:t>
                </a:r>
                <a:r>
                  <a:rPr lang="en-US" sz="1200" b="1" dirty="0">
                    <a:latin typeface="Courier New" panose="02070309020205020404" pitchFamily="49" charset="0"/>
                  </a:rPr>
                  <a:t> </a:t>
                </a:r>
                <a:r>
                  <a:rPr lang="en-US" sz="1200" b="1" dirty="0" smtClean="0">
                    <a:latin typeface="Courier New" panose="02070309020205020404" pitchFamily="49" charset="0"/>
                  </a:rPr>
                  <a:t>namespace </a:t>
                </a:r>
                <a:r>
                  <a:rPr lang="en-US" sz="1200" b="1" dirty="0" err="1" smtClean="0">
                    <a:latin typeface="Courier New" panose="02070309020205020404" pitchFamily="49" charset="0"/>
                  </a:rPr>
                  <a:t>std</a:t>
                </a:r>
                <a:r>
                  <a:rPr lang="en-US" sz="1200" b="1" dirty="0" smtClean="0">
                    <a:latin typeface="Courier New" panose="02070309020205020404" pitchFamily="49" charset="0"/>
                  </a:rPr>
                  <a:t>;</a:t>
                </a:r>
                <a:endParaRPr lang="en-US" sz="1200" b="1" dirty="0">
                  <a:latin typeface="Courier New" panose="02070309020205020404" pitchFamily="49" charset="0"/>
                </a:endParaRPr>
              </a:p>
              <a:p>
                <a:pPr eaLnBrk="1" hangingPunct="1"/>
                <a:endParaRPr lang="en-US" sz="1200" b="1" dirty="0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11275" name="Group 20"/>
            <p:cNvGrpSpPr>
              <a:grpSpLocks/>
            </p:cNvGrpSpPr>
            <p:nvPr/>
          </p:nvGrpSpPr>
          <p:grpSpPr bwMode="auto">
            <a:xfrm>
              <a:off x="0" y="1815"/>
              <a:ext cx="3072" cy="483"/>
              <a:chOff x="0" y="1815"/>
              <a:chExt cx="3072" cy="483"/>
            </a:xfrm>
          </p:grpSpPr>
          <p:sp>
            <p:nvSpPr>
              <p:cNvPr id="11354" name="Rectangle 21"/>
              <p:cNvSpPr>
                <a:spLocks noChangeArrowheads="1"/>
              </p:cNvSpPr>
              <p:nvPr/>
            </p:nvSpPr>
            <p:spPr bwMode="auto">
              <a:xfrm>
                <a:off x="0" y="1815"/>
                <a:ext cx="85" cy="483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200"/>
              </a:p>
            </p:txBody>
          </p:sp>
          <p:sp>
            <p:nvSpPr>
              <p:cNvPr id="11355" name="Rectangle 22"/>
              <p:cNvSpPr>
                <a:spLocks noChangeArrowheads="1"/>
              </p:cNvSpPr>
              <p:nvPr/>
            </p:nvSpPr>
            <p:spPr bwMode="auto">
              <a:xfrm>
                <a:off x="0" y="1870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200" b="1" dirty="0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6</a:t>
                </a:r>
                <a:endParaRPr lang="en-US" sz="1200" b="1" dirty="0">
                  <a:latin typeface="Courier New" panose="02070309020205020404" pitchFamily="49" charset="0"/>
                </a:endParaRPr>
              </a:p>
              <a:p>
                <a:pPr eaLnBrk="1" hangingPunct="1"/>
                <a:endParaRPr lang="en-US" sz="1200" b="1" dirty="0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11276" name="Group 23"/>
            <p:cNvGrpSpPr>
              <a:grpSpLocks/>
            </p:cNvGrpSpPr>
            <p:nvPr/>
          </p:nvGrpSpPr>
          <p:grpSpPr bwMode="auto">
            <a:xfrm>
              <a:off x="0" y="2189"/>
              <a:ext cx="3072" cy="483"/>
              <a:chOff x="0" y="2189"/>
              <a:chExt cx="3072" cy="483"/>
            </a:xfrm>
          </p:grpSpPr>
          <p:sp>
            <p:nvSpPr>
              <p:cNvPr id="11352" name="Rectangle 24"/>
              <p:cNvSpPr>
                <a:spLocks noChangeArrowheads="1"/>
              </p:cNvSpPr>
              <p:nvPr/>
            </p:nvSpPr>
            <p:spPr bwMode="auto">
              <a:xfrm>
                <a:off x="0" y="2189"/>
                <a:ext cx="85" cy="483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200"/>
              </a:p>
            </p:txBody>
          </p:sp>
          <p:sp>
            <p:nvSpPr>
              <p:cNvPr id="11353" name="Rectangle 25"/>
              <p:cNvSpPr>
                <a:spLocks noChangeArrowheads="1"/>
              </p:cNvSpPr>
              <p:nvPr/>
            </p:nvSpPr>
            <p:spPr bwMode="auto">
              <a:xfrm>
                <a:off x="0" y="2244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200" b="1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7	</a:t>
                </a:r>
                <a:endParaRPr lang="en-US" sz="1200" b="1">
                  <a:latin typeface="Courier New" panose="02070309020205020404" pitchFamily="49" charset="0"/>
                </a:endParaRPr>
              </a:p>
              <a:p>
                <a:pPr eaLnBrk="1" hangingPunct="1"/>
                <a:endParaRPr lang="en-US" sz="1200" b="1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11277" name="Group 26"/>
            <p:cNvGrpSpPr>
              <a:grpSpLocks/>
            </p:cNvGrpSpPr>
            <p:nvPr/>
          </p:nvGrpSpPr>
          <p:grpSpPr bwMode="auto">
            <a:xfrm>
              <a:off x="0" y="2563"/>
              <a:ext cx="3072" cy="483"/>
              <a:chOff x="0" y="2563"/>
              <a:chExt cx="3072" cy="483"/>
            </a:xfrm>
          </p:grpSpPr>
          <p:sp>
            <p:nvSpPr>
              <p:cNvPr id="11350" name="Rectangle 27"/>
              <p:cNvSpPr>
                <a:spLocks noChangeArrowheads="1"/>
              </p:cNvSpPr>
              <p:nvPr/>
            </p:nvSpPr>
            <p:spPr bwMode="auto">
              <a:xfrm>
                <a:off x="0" y="2563"/>
                <a:ext cx="85" cy="483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200"/>
              </a:p>
            </p:txBody>
          </p:sp>
          <p:sp>
            <p:nvSpPr>
              <p:cNvPr id="11351" name="Rectangle 28"/>
              <p:cNvSpPr>
                <a:spLocks noChangeArrowheads="1"/>
              </p:cNvSpPr>
              <p:nvPr/>
            </p:nvSpPr>
            <p:spPr bwMode="auto">
              <a:xfrm>
                <a:off x="0" y="2618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200" b="1" dirty="0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8	</a:t>
                </a:r>
                <a:r>
                  <a:rPr lang="en-US" sz="1200" b="1" dirty="0">
                    <a:solidFill>
                      <a:srgbClr val="33CC33"/>
                    </a:solidFill>
                    <a:latin typeface="Courier New" panose="02070309020205020404" pitchFamily="49" charset="0"/>
                  </a:rPr>
                  <a:t>// Time abstract data type (ADT) definition</a:t>
                </a:r>
                <a:endParaRPr lang="en-US" sz="1200" b="1" dirty="0">
                  <a:latin typeface="Courier New" panose="02070309020205020404" pitchFamily="49" charset="0"/>
                </a:endParaRPr>
              </a:p>
              <a:p>
                <a:pPr eaLnBrk="1" hangingPunct="1"/>
                <a:endParaRPr lang="en-US" sz="1200" b="1" dirty="0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11278" name="Group 29"/>
            <p:cNvGrpSpPr>
              <a:grpSpLocks/>
            </p:cNvGrpSpPr>
            <p:nvPr/>
          </p:nvGrpSpPr>
          <p:grpSpPr bwMode="auto">
            <a:xfrm>
              <a:off x="0" y="2937"/>
              <a:ext cx="3072" cy="483"/>
              <a:chOff x="0" y="2937"/>
              <a:chExt cx="3072" cy="483"/>
            </a:xfrm>
          </p:grpSpPr>
          <p:sp>
            <p:nvSpPr>
              <p:cNvPr id="11348" name="Rectangle 30"/>
              <p:cNvSpPr>
                <a:spLocks noChangeArrowheads="1"/>
              </p:cNvSpPr>
              <p:nvPr/>
            </p:nvSpPr>
            <p:spPr bwMode="auto">
              <a:xfrm>
                <a:off x="0" y="2937"/>
                <a:ext cx="85" cy="483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200"/>
              </a:p>
            </p:txBody>
          </p:sp>
          <p:sp>
            <p:nvSpPr>
              <p:cNvPr id="11349" name="Rectangle 31"/>
              <p:cNvSpPr>
                <a:spLocks noChangeArrowheads="1"/>
              </p:cNvSpPr>
              <p:nvPr/>
            </p:nvSpPr>
            <p:spPr bwMode="auto">
              <a:xfrm>
                <a:off x="0" y="2992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200" b="1" dirty="0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9	</a:t>
                </a:r>
                <a:r>
                  <a:rPr lang="en-US" sz="1200" b="1" dirty="0">
                    <a:solidFill>
                      <a:srgbClr val="275AFF"/>
                    </a:solidFill>
                    <a:latin typeface="Courier New" panose="02070309020205020404" pitchFamily="49" charset="0"/>
                  </a:rPr>
                  <a:t>class</a:t>
                </a:r>
                <a:r>
                  <a:rPr lang="en-US" sz="1200" b="1" dirty="0">
                    <a:latin typeface="Courier New" panose="02070309020205020404" pitchFamily="49" charset="0"/>
                  </a:rPr>
                  <a:t> Time {</a:t>
                </a:r>
              </a:p>
              <a:p>
                <a:pPr eaLnBrk="1" hangingPunct="1"/>
                <a:endParaRPr lang="en-US" sz="1200" b="1" dirty="0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11279" name="Group 32"/>
            <p:cNvGrpSpPr>
              <a:grpSpLocks/>
            </p:cNvGrpSpPr>
            <p:nvPr/>
          </p:nvGrpSpPr>
          <p:grpSpPr bwMode="auto">
            <a:xfrm>
              <a:off x="0" y="3311"/>
              <a:ext cx="3072" cy="483"/>
              <a:chOff x="0" y="3311"/>
              <a:chExt cx="3072" cy="483"/>
            </a:xfrm>
          </p:grpSpPr>
          <p:sp>
            <p:nvSpPr>
              <p:cNvPr id="11346" name="Rectangle 33"/>
              <p:cNvSpPr>
                <a:spLocks noChangeArrowheads="1"/>
              </p:cNvSpPr>
              <p:nvPr/>
            </p:nvSpPr>
            <p:spPr bwMode="auto">
              <a:xfrm>
                <a:off x="0" y="3311"/>
                <a:ext cx="85" cy="483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200"/>
              </a:p>
            </p:txBody>
          </p:sp>
          <p:sp>
            <p:nvSpPr>
              <p:cNvPr id="11347" name="Rectangle 34"/>
              <p:cNvSpPr>
                <a:spLocks noChangeArrowheads="1"/>
              </p:cNvSpPr>
              <p:nvPr/>
            </p:nvSpPr>
            <p:spPr bwMode="auto">
              <a:xfrm>
                <a:off x="0" y="3366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200" b="1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10	</a:t>
                </a:r>
                <a:r>
                  <a:rPr lang="en-US" sz="1200" b="1">
                    <a:solidFill>
                      <a:srgbClr val="275AFF"/>
                    </a:solidFill>
                    <a:latin typeface="Courier New" panose="02070309020205020404" pitchFamily="49" charset="0"/>
                  </a:rPr>
                  <a:t>public:</a:t>
                </a:r>
                <a:endParaRPr lang="en-US" sz="1200" b="1">
                  <a:latin typeface="Courier New" panose="02070309020205020404" pitchFamily="49" charset="0"/>
                </a:endParaRPr>
              </a:p>
              <a:p>
                <a:pPr eaLnBrk="1" hangingPunct="1"/>
                <a:endParaRPr lang="en-US" sz="1200" b="1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11280" name="Group 35"/>
            <p:cNvGrpSpPr>
              <a:grpSpLocks/>
            </p:cNvGrpSpPr>
            <p:nvPr/>
          </p:nvGrpSpPr>
          <p:grpSpPr bwMode="auto">
            <a:xfrm>
              <a:off x="0" y="3685"/>
              <a:ext cx="3072" cy="483"/>
              <a:chOff x="0" y="3685"/>
              <a:chExt cx="3072" cy="483"/>
            </a:xfrm>
          </p:grpSpPr>
          <p:sp>
            <p:nvSpPr>
              <p:cNvPr id="11344" name="Rectangle 36"/>
              <p:cNvSpPr>
                <a:spLocks noChangeArrowheads="1"/>
              </p:cNvSpPr>
              <p:nvPr/>
            </p:nvSpPr>
            <p:spPr bwMode="auto">
              <a:xfrm>
                <a:off x="0" y="3685"/>
                <a:ext cx="85" cy="483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200"/>
              </a:p>
            </p:txBody>
          </p:sp>
          <p:sp>
            <p:nvSpPr>
              <p:cNvPr id="11345" name="Rectangle 37"/>
              <p:cNvSpPr>
                <a:spLocks noChangeArrowheads="1"/>
              </p:cNvSpPr>
              <p:nvPr/>
            </p:nvSpPr>
            <p:spPr bwMode="auto">
              <a:xfrm>
                <a:off x="0" y="3740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200" b="1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11	</a:t>
                </a:r>
                <a:r>
                  <a:rPr lang="en-US" sz="1200" b="1">
                    <a:latin typeface="Courier New" panose="02070309020205020404" pitchFamily="49" charset="0"/>
                  </a:rPr>
                  <a:t>   Time();                        </a:t>
                </a:r>
                <a:r>
                  <a:rPr lang="en-US" sz="1200" b="1">
                    <a:solidFill>
                      <a:srgbClr val="33CC33"/>
                    </a:solidFill>
                    <a:latin typeface="Courier New" panose="02070309020205020404" pitchFamily="49" charset="0"/>
                  </a:rPr>
                  <a:t>// constructor</a:t>
                </a:r>
                <a:endParaRPr lang="en-US" sz="1200" b="1">
                  <a:latin typeface="Courier New" panose="02070309020205020404" pitchFamily="49" charset="0"/>
                </a:endParaRPr>
              </a:p>
              <a:p>
                <a:pPr eaLnBrk="1" hangingPunct="1"/>
                <a:endParaRPr lang="en-US" sz="1200" b="1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11281" name="Group 38"/>
            <p:cNvGrpSpPr>
              <a:grpSpLocks/>
            </p:cNvGrpSpPr>
            <p:nvPr/>
          </p:nvGrpSpPr>
          <p:grpSpPr bwMode="auto">
            <a:xfrm>
              <a:off x="0" y="4059"/>
              <a:ext cx="3072" cy="483"/>
              <a:chOff x="0" y="4059"/>
              <a:chExt cx="3072" cy="483"/>
            </a:xfrm>
          </p:grpSpPr>
          <p:sp>
            <p:nvSpPr>
              <p:cNvPr id="11342" name="Rectangle 39"/>
              <p:cNvSpPr>
                <a:spLocks noChangeArrowheads="1"/>
              </p:cNvSpPr>
              <p:nvPr/>
            </p:nvSpPr>
            <p:spPr bwMode="auto">
              <a:xfrm>
                <a:off x="0" y="4059"/>
                <a:ext cx="85" cy="483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200"/>
              </a:p>
            </p:txBody>
          </p:sp>
          <p:sp>
            <p:nvSpPr>
              <p:cNvPr id="11343" name="Rectangle 40"/>
              <p:cNvSpPr>
                <a:spLocks noChangeArrowheads="1"/>
              </p:cNvSpPr>
              <p:nvPr/>
            </p:nvSpPr>
            <p:spPr bwMode="auto">
              <a:xfrm>
                <a:off x="0" y="4114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200" b="1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12	</a:t>
                </a:r>
                <a:r>
                  <a:rPr lang="en-US" sz="1200" b="1">
                    <a:latin typeface="Courier New" panose="02070309020205020404" pitchFamily="49" charset="0"/>
                  </a:rPr>
                  <a:t>   </a:t>
                </a:r>
                <a:r>
                  <a:rPr lang="en-US" sz="1200" b="1">
                    <a:solidFill>
                      <a:srgbClr val="275AFF"/>
                    </a:solidFill>
                    <a:latin typeface="Courier New" panose="02070309020205020404" pitchFamily="49" charset="0"/>
                  </a:rPr>
                  <a:t>void</a:t>
                </a:r>
                <a:r>
                  <a:rPr lang="en-US" sz="1200" b="1">
                    <a:latin typeface="Courier New" panose="02070309020205020404" pitchFamily="49" charset="0"/>
                  </a:rPr>
                  <a:t> setTime( int, int, int ); </a:t>
                </a:r>
                <a:r>
                  <a:rPr lang="en-US" sz="1200" b="1">
                    <a:solidFill>
                      <a:srgbClr val="33CC33"/>
                    </a:solidFill>
                    <a:latin typeface="Courier New" panose="02070309020205020404" pitchFamily="49" charset="0"/>
                  </a:rPr>
                  <a:t>// set hour, minute, second</a:t>
                </a:r>
                <a:endParaRPr lang="en-US" sz="1200" b="1">
                  <a:latin typeface="Courier New" panose="02070309020205020404" pitchFamily="49" charset="0"/>
                </a:endParaRPr>
              </a:p>
              <a:p>
                <a:pPr eaLnBrk="1" hangingPunct="1"/>
                <a:endParaRPr lang="en-US" sz="1200" b="1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11282" name="Group 41"/>
            <p:cNvGrpSpPr>
              <a:grpSpLocks/>
            </p:cNvGrpSpPr>
            <p:nvPr/>
          </p:nvGrpSpPr>
          <p:grpSpPr bwMode="auto">
            <a:xfrm>
              <a:off x="0" y="4433"/>
              <a:ext cx="3072" cy="483"/>
              <a:chOff x="0" y="4433"/>
              <a:chExt cx="3072" cy="483"/>
            </a:xfrm>
          </p:grpSpPr>
          <p:sp>
            <p:nvSpPr>
              <p:cNvPr id="11340" name="Rectangle 42"/>
              <p:cNvSpPr>
                <a:spLocks noChangeArrowheads="1"/>
              </p:cNvSpPr>
              <p:nvPr/>
            </p:nvSpPr>
            <p:spPr bwMode="auto">
              <a:xfrm>
                <a:off x="0" y="4433"/>
                <a:ext cx="85" cy="483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200"/>
              </a:p>
            </p:txBody>
          </p:sp>
          <p:sp>
            <p:nvSpPr>
              <p:cNvPr id="11341" name="Rectangle 43"/>
              <p:cNvSpPr>
                <a:spLocks noChangeArrowheads="1"/>
              </p:cNvSpPr>
              <p:nvPr/>
            </p:nvSpPr>
            <p:spPr bwMode="auto">
              <a:xfrm>
                <a:off x="0" y="4488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200" b="1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13	</a:t>
                </a:r>
                <a:r>
                  <a:rPr lang="en-US" sz="1200" b="1">
                    <a:latin typeface="Courier New" panose="02070309020205020404" pitchFamily="49" charset="0"/>
                  </a:rPr>
                  <a:t>   </a:t>
                </a:r>
                <a:r>
                  <a:rPr lang="en-US" sz="1200" b="1">
                    <a:solidFill>
                      <a:srgbClr val="275AFF"/>
                    </a:solidFill>
                    <a:latin typeface="Courier New" panose="02070309020205020404" pitchFamily="49" charset="0"/>
                  </a:rPr>
                  <a:t>void</a:t>
                </a:r>
                <a:r>
                  <a:rPr lang="en-US" sz="1200" b="1">
                    <a:latin typeface="Courier New" panose="02070309020205020404" pitchFamily="49" charset="0"/>
                  </a:rPr>
                  <a:t> printMilitary();          </a:t>
                </a:r>
                <a:r>
                  <a:rPr lang="en-US" sz="1200" b="1">
                    <a:solidFill>
                      <a:srgbClr val="33CC33"/>
                    </a:solidFill>
                    <a:latin typeface="Courier New" panose="02070309020205020404" pitchFamily="49" charset="0"/>
                  </a:rPr>
                  <a:t>// print military time format</a:t>
                </a:r>
                <a:endParaRPr lang="en-US" sz="1200" b="1">
                  <a:latin typeface="Courier New" panose="02070309020205020404" pitchFamily="49" charset="0"/>
                </a:endParaRPr>
              </a:p>
              <a:p>
                <a:pPr eaLnBrk="1" hangingPunct="1"/>
                <a:endParaRPr lang="en-US" sz="1200" b="1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11283" name="Group 44"/>
            <p:cNvGrpSpPr>
              <a:grpSpLocks/>
            </p:cNvGrpSpPr>
            <p:nvPr/>
          </p:nvGrpSpPr>
          <p:grpSpPr bwMode="auto">
            <a:xfrm>
              <a:off x="0" y="4807"/>
              <a:ext cx="3072" cy="483"/>
              <a:chOff x="0" y="4807"/>
              <a:chExt cx="3072" cy="483"/>
            </a:xfrm>
          </p:grpSpPr>
          <p:sp>
            <p:nvSpPr>
              <p:cNvPr id="11338" name="Rectangle 45"/>
              <p:cNvSpPr>
                <a:spLocks noChangeArrowheads="1"/>
              </p:cNvSpPr>
              <p:nvPr/>
            </p:nvSpPr>
            <p:spPr bwMode="auto">
              <a:xfrm>
                <a:off x="0" y="4807"/>
                <a:ext cx="85" cy="483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200"/>
              </a:p>
            </p:txBody>
          </p:sp>
          <p:sp>
            <p:nvSpPr>
              <p:cNvPr id="11339" name="Rectangle 46"/>
              <p:cNvSpPr>
                <a:spLocks noChangeArrowheads="1"/>
              </p:cNvSpPr>
              <p:nvPr/>
            </p:nvSpPr>
            <p:spPr bwMode="auto">
              <a:xfrm>
                <a:off x="0" y="4862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200" b="1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14	</a:t>
                </a:r>
                <a:r>
                  <a:rPr lang="en-US" sz="1200" b="1">
                    <a:latin typeface="Courier New" panose="02070309020205020404" pitchFamily="49" charset="0"/>
                  </a:rPr>
                  <a:t>   </a:t>
                </a:r>
                <a:r>
                  <a:rPr lang="en-US" sz="1200" b="1">
                    <a:solidFill>
                      <a:srgbClr val="275AFF"/>
                    </a:solidFill>
                    <a:latin typeface="Courier New" panose="02070309020205020404" pitchFamily="49" charset="0"/>
                  </a:rPr>
                  <a:t>void</a:t>
                </a:r>
                <a:r>
                  <a:rPr lang="en-US" sz="1200" b="1">
                    <a:latin typeface="Courier New" panose="02070309020205020404" pitchFamily="49" charset="0"/>
                  </a:rPr>
                  <a:t> printStandard();       </a:t>
                </a:r>
                <a:r>
                  <a:rPr lang="en-US" sz="1200" b="1">
                    <a:solidFill>
                      <a:srgbClr val="33CC33"/>
                    </a:solidFill>
                    <a:latin typeface="Courier New" panose="02070309020205020404" pitchFamily="49" charset="0"/>
                  </a:rPr>
                  <a:t>   // print standard time format</a:t>
                </a:r>
                <a:endParaRPr lang="en-US" sz="1200" b="1">
                  <a:latin typeface="Courier New" panose="02070309020205020404" pitchFamily="49" charset="0"/>
                </a:endParaRPr>
              </a:p>
              <a:p>
                <a:pPr eaLnBrk="1" hangingPunct="1"/>
                <a:endParaRPr lang="en-US" sz="1200" b="1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11284" name="Group 47"/>
            <p:cNvGrpSpPr>
              <a:grpSpLocks/>
            </p:cNvGrpSpPr>
            <p:nvPr/>
          </p:nvGrpSpPr>
          <p:grpSpPr bwMode="auto">
            <a:xfrm>
              <a:off x="0" y="5181"/>
              <a:ext cx="3072" cy="483"/>
              <a:chOff x="0" y="5181"/>
              <a:chExt cx="3072" cy="483"/>
            </a:xfrm>
          </p:grpSpPr>
          <p:sp>
            <p:nvSpPr>
              <p:cNvPr id="11336" name="Rectangle 48"/>
              <p:cNvSpPr>
                <a:spLocks noChangeArrowheads="1"/>
              </p:cNvSpPr>
              <p:nvPr/>
            </p:nvSpPr>
            <p:spPr bwMode="auto">
              <a:xfrm>
                <a:off x="0" y="5181"/>
                <a:ext cx="85" cy="483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200"/>
              </a:p>
            </p:txBody>
          </p:sp>
          <p:sp>
            <p:nvSpPr>
              <p:cNvPr id="11337" name="Rectangle 49"/>
              <p:cNvSpPr>
                <a:spLocks noChangeArrowheads="1"/>
              </p:cNvSpPr>
              <p:nvPr/>
            </p:nvSpPr>
            <p:spPr bwMode="auto">
              <a:xfrm>
                <a:off x="0" y="5236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200" b="1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15	</a:t>
                </a:r>
                <a:r>
                  <a:rPr lang="en-US" sz="1200" b="1">
                    <a:solidFill>
                      <a:srgbClr val="275AFF"/>
                    </a:solidFill>
                    <a:latin typeface="Courier New" panose="02070309020205020404" pitchFamily="49" charset="0"/>
                  </a:rPr>
                  <a:t>private:</a:t>
                </a:r>
                <a:endParaRPr lang="en-US" sz="1200" b="1">
                  <a:latin typeface="Courier New" panose="02070309020205020404" pitchFamily="49" charset="0"/>
                </a:endParaRPr>
              </a:p>
              <a:p>
                <a:pPr eaLnBrk="1" hangingPunct="1"/>
                <a:endParaRPr lang="en-US" sz="1200" b="1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11285" name="Group 50"/>
            <p:cNvGrpSpPr>
              <a:grpSpLocks/>
            </p:cNvGrpSpPr>
            <p:nvPr/>
          </p:nvGrpSpPr>
          <p:grpSpPr bwMode="auto">
            <a:xfrm>
              <a:off x="0" y="5555"/>
              <a:ext cx="3072" cy="483"/>
              <a:chOff x="0" y="5555"/>
              <a:chExt cx="3072" cy="483"/>
            </a:xfrm>
          </p:grpSpPr>
          <p:sp>
            <p:nvSpPr>
              <p:cNvPr id="11334" name="Rectangle 51"/>
              <p:cNvSpPr>
                <a:spLocks noChangeArrowheads="1"/>
              </p:cNvSpPr>
              <p:nvPr/>
            </p:nvSpPr>
            <p:spPr bwMode="auto">
              <a:xfrm>
                <a:off x="0" y="5555"/>
                <a:ext cx="85" cy="483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200"/>
              </a:p>
            </p:txBody>
          </p:sp>
          <p:sp>
            <p:nvSpPr>
              <p:cNvPr id="11335" name="Rectangle 52"/>
              <p:cNvSpPr>
                <a:spLocks noChangeArrowheads="1"/>
              </p:cNvSpPr>
              <p:nvPr/>
            </p:nvSpPr>
            <p:spPr bwMode="auto">
              <a:xfrm>
                <a:off x="0" y="5610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200" b="1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16	</a:t>
                </a:r>
                <a:r>
                  <a:rPr lang="en-US" sz="1200" b="1">
                    <a:latin typeface="Courier New" panose="02070309020205020404" pitchFamily="49" charset="0"/>
                  </a:rPr>
                  <a:t>   </a:t>
                </a:r>
                <a:r>
                  <a:rPr lang="en-US" sz="1200" b="1">
                    <a:solidFill>
                      <a:srgbClr val="275AFF"/>
                    </a:solidFill>
                    <a:latin typeface="Courier New" panose="02070309020205020404" pitchFamily="49" charset="0"/>
                  </a:rPr>
                  <a:t>int</a:t>
                </a:r>
                <a:r>
                  <a:rPr lang="en-US" sz="1200" b="1">
                    <a:latin typeface="Courier New" panose="02070309020205020404" pitchFamily="49" charset="0"/>
                  </a:rPr>
                  <a:t> hour;     </a:t>
                </a:r>
                <a:r>
                  <a:rPr lang="en-US" sz="1200" b="1">
                    <a:solidFill>
                      <a:srgbClr val="33CC33"/>
                    </a:solidFill>
                    <a:latin typeface="Courier New" panose="02070309020205020404" pitchFamily="49" charset="0"/>
                  </a:rPr>
                  <a:t>// 0 – 23</a:t>
                </a:r>
                <a:endParaRPr lang="en-US" sz="1200" b="1">
                  <a:latin typeface="Courier New" panose="02070309020205020404" pitchFamily="49" charset="0"/>
                </a:endParaRPr>
              </a:p>
              <a:p>
                <a:pPr eaLnBrk="1" hangingPunct="1"/>
                <a:endParaRPr lang="en-US" sz="1200" b="1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11286" name="Group 53"/>
            <p:cNvGrpSpPr>
              <a:grpSpLocks/>
            </p:cNvGrpSpPr>
            <p:nvPr/>
          </p:nvGrpSpPr>
          <p:grpSpPr bwMode="auto">
            <a:xfrm>
              <a:off x="0" y="5929"/>
              <a:ext cx="3072" cy="483"/>
              <a:chOff x="0" y="5929"/>
              <a:chExt cx="3072" cy="483"/>
            </a:xfrm>
          </p:grpSpPr>
          <p:sp>
            <p:nvSpPr>
              <p:cNvPr id="11332" name="Rectangle 54"/>
              <p:cNvSpPr>
                <a:spLocks noChangeArrowheads="1"/>
              </p:cNvSpPr>
              <p:nvPr/>
            </p:nvSpPr>
            <p:spPr bwMode="auto">
              <a:xfrm>
                <a:off x="0" y="5929"/>
                <a:ext cx="85" cy="483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200"/>
              </a:p>
            </p:txBody>
          </p:sp>
          <p:sp>
            <p:nvSpPr>
              <p:cNvPr id="11333" name="Rectangle 55"/>
              <p:cNvSpPr>
                <a:spLocks noChangeArrowheads="1"/>
              </p:cNvSpPr>
              <p:nvPr/>
            </p:nvSpPr>
            <p:spPr bwMode="auto">
              <a:xfrm>
                <a:off x="0" y="5984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200" b="1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17	</a:t>
                </a:r>
                <a:r>
                  <a:rPr lang="en-US" sz="1200" b="1">
                    <a:latin typeface="Courier New" panose="02070309020205020404" pitchFamily="49" charset="0"/>
                  </a:rPr>
                  <a:t>   </a:t>
                </a:r>
                <a:r>
                  <a:rPr lang="en-US" sz="1200" b="1">
                    <a:solidFill>
                      <a:srgbClr val="275AFF"/>
                    </a:solidFill>
                    <a:latin typeface="Courier New" panose="02070309020205020404" pitchFamily="49" charset="0"/>
                  </a:rPr>
                  <a:t>int</a:t>
                </a:r>
                <a:r>
                  <a:rPr lang="en-US" sz="1200" b="1">
                    <a:latin typeface="Courier New" panose="02070309020205020404" pitchFamily="49" charset="0"/>
                  </a:rPr>
                  <a:t> minute;  </a:t>
                </a:r>
                <a:r>
                  <a:rPr lang="en-US" sz="1200" b="1">
                    <a:solidFill>
                      <a:srgbClr val="33CC33"/>
                    </a:solidFill>
                    <a:latin typeface="Courier New" panose="02070309020205020404" pitchFamily="49" charset="0"/>
                  </a:rPr>
                  <a:t> // 0 – 59</a:t>
                </a:r>
                <a:endParaRPr lang="en-US" sz="1200" b="1">
                  <a:latin typeface="Courier New" panose="02070309020205020404" pitchFamily="49" charset="0"/>
                </a:endParaRPr>
              </a:p>
              <a:p>
                <a:pPr eaLnBrk="1" hangingPunct="1"/>
                <a:endParaRPr lang="en-US" sz="1200" b="1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11287" name="Group 56"/>
            <p:cNvGrpSpPr>
              <a:grpSpLocks/>
            </p:cNvGrpSpPr>
            <p:nvPr/>
          </p:nvGrpSpPr>
          <p:grpSpPr bwMode="auto">
            <a:xfrm>
              <a:off x="0" y="6303"/>
              <a:ext cx="3072" cy="483"/>
              <a:chOff x="0" y="6303"/>
              <a:chExt cx="3072" cy="483"/>
            </a:xfrm>
          </p:grpSpPr>
          <p:sp>
            <p:nvSpPr>
              <p:cNvPr id="11330" name="Rectangle 57"/>
              <p:cNvSpPr>
                <a:spLocks noChangeArrowheads="1"/>
              </p:cNvSpPr>
              <p:nvPr/>
            </p:nvSpPr>
            <p:spPr bwMode="auto">
              <a:xfrm>
                <a:off x="0" y="6303"/>
                <a:ext cx="85" cy="483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200"/>
              </a:p>
            </p:txBody>
          </p:sp>
          <p:sp>
            <p:nvSpPr>
              <p:cNvPr id="11331" name="Rectangle 58"/>
              <p:cNvSpPr>
                <a:spLocks noChangeArrowheads="1"/>
              </p:cNvSpPr>
              <p:nvPr/>
            </p:nvSpPr>
            <p:spPr bwMode="auto">
              <a:xfrm>
                <a:off x="0" y="6358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200" b="1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18	</a:t>
                </a:r>
                <a:r>
                  <a:rPr lang="en-US" sz="1200" b="1">
                    <a:latin typeface="Courier New" panose="02070309020205020404" pitchFamily="49" charset="0"/>
                  </a:rPr>
                  <a:t>   </a:t>
                </a:r>
                <a:r>
                  <a:rPr lang="en-US" sz="1200" b="1">
                    <a:solidFill>
                      <a:srgbClr val="275AFF"/>
                    </a:solidFill>
                    <a:latin typeface="Courier New" panose="02070309020205020404" pitchFamily="49" charset="0"/>
                  </a:rPr>
                  <a:t>int</a:t>
                </a:r>
                <a:r>
                  <a:rPr lang="en-US" sz="1200" b="1">
                    <a:latin typeface="Courier New" panose="02070309020205020404" pitchFamily="49" charset="0"/>
                  </a:rPr>
                  <a:t> second; </a:t>
                </a:r>
                <a:r>
                  <a:rPr lang="en-US" sz="1200" b="1">
                    <a:solidFill>
                      <a:srgbClr val="33CC33"/>
                    </a:solidFill>
                    <a:latin typeface="Courier New" panose="02070309020205020404" pitchFamily="49" charset="0"/>
                  </a:rPr>
                  <a:t>  // 0 – 59</a:t>
                </a:r>
                <a:endParaRPr lang="en-US" sz="1200" b="1">
                  <a:latin typeface="Courier New" panose="02070309020205020404" pitchFamily="49" charset="0"/>
                </a:endParaRPr>
              </a:p>
              <a:p>
                <a:pPr eaLnBrk="1" hangingPunct="1"/>
                <a:endParaRPr lang="en-US" sz="1200" b="1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11288" name="Group 59"/>
            <p:cNvGrpSpPr>
              <a:grpSpLocks/>
            </p:cNvGrpSpPr>
            <p:nvPr/>
          </p:nvGrpSpPr>
          <p:grpSpPr bwMode="auto">
            <a:xfrm>
              <a:off x="0" y="6677"/>
              <a:ext cx="3072" cy="483"/>
              <a:chOff x="0" y="6677"/>
              <a:chExt cx="3072" cy="483"/>
            </a:xfrm>
          </p:grpSpPr>
          <p:sp>
            <p:nvSpPr>
              <p:cNvPr id="11328" name="Rectangle 60"/>
              <p:cNvSpPr>
                <a:spLocks noChangeArrowheads="1"/>
              </p:cNvSpPr>
              <p:nvPr/>
            </p:nvSpPr>
            <p:spPr bwMode="auto">
              <a:xfrm>
                <a:off x="0" y="6677"/>
                <a:ext cx="85" cy="483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200"/>
              </a:p>
            </p:txBody>
          </p:sp>
          <p:sp>
            <p:nvSpPr>
              <p:cNvPr id="11329" name="Rectangle 61"/>
              <p:cNvSpPr>
                <a:spLocks noChangeArrowheads="1"/>
              </p:cNvSpPr>
              <p:nvPr/>
            </p:nvSpPr>
            <p:spPr bwMode="auto">
              <a:xfrm>
                <a:off x="0" y="6732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200" b="1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19	</a:t>
                </a:r>
                <a:r>
                  <a:rPr lang="en-US" sz="1200" b="1">
                    <a:latin typeface="Courier New" panose="02070309020205020404" pitchFamily="49" charset="0"/>
                  </a:rPr>
                  <a:t>};</a:t>
                </a:r>
              </a:p>
              <a:p>
                <a:pPr eaLnBrk="1" hangingPunct="1"/>
                <a:endParaRPr lang="en-US" sz="1200" b="1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11289" name="Group 62"/>
            <p:cNvGrpSpPr>
              <a:grpSpLocks/>
            </p:cNvGrpSpPr>
            <p:nvPr/>
          </p:nvGrpSpPr>
          <p:grpSpPr bwMode="auto">
            <a:xfrm>
              <a:off x="0" y="7051"/>
              <a:ext cx="3072" cy="483"/>
              <a:chOff x="0" y="7051"/>
              <a:chExt cx="3072" cy="483"/>
            </a:xfrm>
          </p:grpSpPr>
          <p:sp>
            <p:nvSpPr>
              <p:cNvPr id="11326" name="Rectangle 63"/>
              <p:cNvSpPr>
                <a:spLocks noChangeArrowheads="1"/>
              </p:cNvSpPr>
              <p:nvPr/>
            </p:nvSpPr>
            <p:spPr bwMode="auto">
              <a:xfrm>
                <a:off x="0" y="7051"/>
                <a:ext cx="85" cy="483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200"/>
              </a:p>
            </p:txBody>
          </p:sp>
          <p:sp>
            <p:nvSpPr>
              <p:cNvPr id="11327" name="Rectangle 64"/>
              <p:cNvSpPr>
                <a:spLocks noChangeArrowheads="1"/>
              </p:cNvSpPr>
              <p:nvPr/>
            </p:nvSpPr>
            <p:spPr bwMode="auto">
              <a:xfrm>
                <a:off x="0" y="7106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200" b="1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20	</a:t>
                </a:r>
                <a:endParaRPr lang="en-US" sz="1200" b="1">
                  <a:latin typeface="Courier New" panose="02070309020205020404" pitchFamily="49" charset="0"/>
                </a:endParaRPr>
              </a:p>
              <a:p>
                <a:pPr eaLnBrk="1" hangingPunct="1"/>
                <a:endParaRPr lang="en-US" sz="1200" b="1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11290" name="Group 65"/>
            <p:cNvGrpSpPr>
              <a:grpSpLocks/>
            </p:cNvGrpSpPr>
            <p:nvPr/>
          </p:nvGrpSpPr>
          <p:grpSpPr bwMode="auto">
            <a:xfrm>
              <a:off x="0" y="7425"/>
              <a:ext cx="3072" cy="483"/>
              <a:chOff x="0" y="7425"/>
              <a:chExt cx="3072" cy="483"/>
            </a:xfrm>
          </p:grpSpPr>
          <p:sp>
            <p:nvSpPr>
              <p:cNvPr id="11324" name="Rectangle 66"/>
              <p:cNvSpPr>
                <a:spLocks noChangeArrowheads="1"/>
              </p:cNvSpPr>
              <p:nvPr/>
            </p:nvSpPr>
            <p:spPr bwMode="auto">
              <a:xfrm>
                <a:off x="0" y="7425"/>
                <a:ext cx="85" cy="483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200"/>
              </a:p>
            </p:txBody>
          </p:sp>
          <p:sp>
            <p:nvSpPr>
              <p:cNvPr id="11325" name="Rectangle 67"/>
              <p:cNvSpPr>
                <a:spLocks noChangeArrowheads="1"/>
              </p:cNvSpPr>
              <p:nvPr/>
            </p:nvSpPr>
            <p:spPr bwMode="auto">
              <a:xfrm>
                <a:off x="0" y="7480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200" b="1" dirty="0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21	</a:t>
                </a:r>
                <a:r>
                  <a:rPr lang="en-US" sz="1200" b="1" dirty="0">
                    <a:solidFill>
                      <a:srgbClr val="33CC33"/>
                    </a:solidFill>
                    <a:latin typeface="Courier New" panose="02070309020205020404" pitchFamily="49" charset="0"/>
                  </a:rPr>
                  <a:t>// Time constructor initializes each data member to zero.</a:t>
                </a:r>
                <a:endParaRPr lang="en-US" sz="1200" b="1" dirty="0">
                  <a:latin typeface="Courier New" panose="02070309020205020404" pitchFamily="49" charset="0"/>
                </a:endParaRPr>
              </a:p>
              <a:p>
                <a:pPr eaLnBrk="1" hangingPunct="1"/>
                <a:endParaRPr lang="en-US" sz="1200" b="1" dirty="0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11291" name="Group 68"/>
            <p:cNvGrpSpPr>
              <a:grpSpLocks/>
            </p:cNvGrpSpPr>
            <p:nvPr/>
          </p:nvGrpSpPr>
          <p:grpSpPr bwMode="auto">
            <a:xfrm>
              <a:off x="0" y="7799"/>
              <a:ext cx="3072" cy="483"/>
              <a:chOff x="0" y="7799"/>
              <a:chExt cx="3072" cy="483"/>
            </a:xfrm>
          </p:grpSpPr>
          <p:sp>
            <p:nvSpPr>
              <p:cNvPr id="11322" name="Rectangle 69"/>
              <p:cNvSpPr>
                <a:spLocks noChangeArrowheads="1"/>
              </p:cNvSpPr>
              <p:nvPr/>
            </p:nvSpPr>
            <p:spPr bwMode="auto">
              <a:xfrm>
                <a:off x="0" y="7799"/>
                <a:ext cx="85" cy="483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200"/>
              </a:p>
            </p:txBody>
          </p:sp>
          <p:sp>
            <p:nvSpPr>
              <p:cNvPr id="11323" name="Rectangle 70"/>
              <p:cNvSpPr>
                <a:spLocks noChangeArrowheads="1"/>
              </p:cNvSpPr>
              <p:nvPr/>
            </p:nvSpPr>
            <p:spPr bwMode="auto">
              <a:xfrm>
                <a:off x="0" y="7854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200" b="1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22	</a:t>
                </a:r>
                <a:r>
                  <a:rPr lang="en-US" sz="1200" b="1">
                    <a:solidFill>
                      <a:srgbClr val="33CC33"/>
                    </a:solidFill>
                    <a:latin typeface="Courier New" panose="02070309020205020404" pitchFamily="49" charset="0"/>
                  </a:rPr>
                  <a:t>// Ensures all Time objects start in a consistent state.</a:t>
                </a:r>
                <a:endParaRPr lang="en-US" sz="1200" b="1">
                  <a:latin typeface="Courier New" panose="02070309020205020404" pitchFamily="49" charset="0"/>
                </a:endParaRPr>
              </a:p>
              <a:p>
                <a:pPr eaLnBrk="1" hangingPunct="1"/>
                <a:endParaRPr lang="en-US" sz="1200" b="1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11292" name="Group 71"/>
            <p:cNvGrpSpPr>
              <a:grpSpLocks/>
            </p:cNvGrpSpPr>
            <p:nvPr/>
          </p:nvGrpSpPr>
          <p:grpSpPr bwMode="auto">
            <a:xfrm>
              <a:off x="0" y="8173"/>
              <a:ext cx="3072" cy="483"/>
              <a:chOff x="0" y="8173"/>
              <a:chExt cx="3072" cy="483"/>
            </a:xfrm>
          </p:grpSpPr>
          <p:sp>
            <p:nvSpPr>
              <p:cNvPr id="11320" name="Rectangle 72"/>
              <p:cNvSpPr>
                <a:spLocks noChangeArrowheads="1"/>
              </p:cNvSpPr>
              <p:nvPr/>
            </p:nvSpPr>
            <p:spPr bwMode="auto">
              <a:xfrm>
                <a:off x="0" y="8173"/>
                <a:ext cx="85" cy="483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200"/>
              </a:p>
            </p:txBody>
          </p:sp>
          <p:sp>
            <p:nvSpPr>
              <p:cNvPr id="11321" name="Rectangle 73"/>
              <p:cNvSpPr>
                <a:spLocks noChangeArrowheads="1"/>
              </p:cNvSpPr>
              <p:nvPr/>
            </p:nvSpPr>
            <p:spPr bwMode="auto">
              <a:xfrm>
                <a:off x="0" y="8228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200" b="1" dirty="0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23	</a:t>
                </a:r>
                <a:r>
                  <a:rPr lang="en-US" sz="1200" b="1" dirty="0">
                    <a:latin typeface="Courier New" panose="02070309020205020404" pitchFamily="49" charset="0"/>
                  </a:rPr>
                  <a:t>Time::Time() { hour = minute = second = 0; }</a:t>
                </a:r>
              </a:p>
              <a:p>
                <a:pPr eaLnBrk="1" hangingPunct="1"/>
                <a:endParaRPr lang="en-US" sz="1200" b="1" dirty="0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11293" name="Group 74"/>
            <p:cNvGrpSpPr>
              <a:grpSpLocks/>
            </p:cNvGrpSpPr>
            <p:nvPr/>
          </p:nvGrpSpPr>
          <p:grpSpPr bwMode="auto">
            <a:xfrm>
              <a:off x="0" y="8547"/>
              <a:ext cx="3072" cy="483"/>
              <a:chOff x="0" y="8547"/>
              <a:chExt cx="3072" cy="483"/>
            </a:xfrm>
          </p:grpSpPr>
          <p:sp>
            <p:nvSpPr>
              <p:cNvPr id="11318" name="Rectangle 75"/>
              <p:cNvSpPr>
                <a:spLocks noChangeArrowheads="1"/>
              </p:cNvSpPr>
              <p:nvPr/>
            </p:nvSpPr>
            <p:spPr bwMode="auto">
              <a:xfrm>
                <a:off x="0" y="8547"/>
                <a:ext cx="85" cy="483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200"/>
              </a:p>
            </p:txBody>
          </p:sp>
          <p:sp>
            <p:nvSpPr>
              <p:cNvPr id="11319" name="Rectangle 76"/>
              <p:cNvSpPr>
                <a:spLocks noChangeArrowheads="1"/>
              </p:cNvSpPr>
              <p:nvPr/>
            </p:nvSpPr>
            <p:spPr bwMode="auto">
              <a:xfrm>
                <a:off x="0" y="8602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200" b="1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24	</a:t>
                </a:r>
                <a:endParaRPr lang="en-US" sz="1200" b="1">
                  <a:latin typeface="Courier New" panose="02070309020205020404" pitchFamily="49" charset="0"/>
                </a:endParaRPr>
              </a:p>
              <a:p>
                <a:pPr eaLnBrk="1" hangingPunct="1"/>
                <a:endParaRPr lang="en-US" sz="1200" b="1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11294" name="Group 77"/>
            <p:cNvGrpSpPr>
              <a:grpSpLocks/>
            </p:cNvGrpSpPr>
            <p:nvPr/>
          </p:nvGrpSpPr>
          <p:grpSpPr bwMode="auto">
            <a:xfrm>
              <a:off x="0" y="8921"/>
              <a:ext cx="3072" cy="483"/>
              <a:chOff x="0" y="8921"/>
              <a:chExt cx="3072" cy="483"/>
            </a:xfrm>
          </p:grpSpPr>
          <p:sp>
            <p:nvSpPr>
              <p:cNvPr id="11316" name="Rectangle 78"/>
              <p:cNvSpPr>
                <a:spLocks noChangeArrowheads="1"/>
              </p:cNvSpPr>
              <p:nvPr/>
            </p:nvSpPr>
            <p:spPr bwMode="auto">
              <a:xfrm>
                <a:off x="0" y="8921"/>
                <a:ext cx="85" cy="483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200"/>
              </a:p>
            </p:txBody>
          </p:sp>
          <p:sp>
            <p:nvSpPr>
              <p:cNvPr id="11317" name="Rectangle 79"/>
              <p:cNvSpPr>
                <a:spLocks noChangeArrowheads="1"/>
              </p:cNvSpPr>
              <p:nvPr/>
            </p:nvSpPr>
            <p:spPr bwMode="auto">
              <a:xfrm>
                <a:off x="0" y="8976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200" b="1" dirty="0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25	</a:t>
                </a:r>
                <a:r>
                  <a:rPr lang="en-US" sz="1200" b="1" dirty="0">
                    <a:solidFill>
                      <a:srgbClr val="33CC33"/>
                    </a:solidFill>
                    <a:latin typeface="Courier New" panose="02070309020205020404" pitchFamily="49" charset="0"/>
                  </a:rPr>
                  <a:t>// Set a new Time value using military time. Perform validity </a:t>
                </a:r>
                <a:endParaRPr lang="en-US" sz="1200" b="1" dirty="0">
                  <a:latin typeface="Courier New" panose="02070309020205020404" pitchFamily="49" charset="0"/>
                </a:endParaRPr>
              </a:p>
              <a:p>
                <a:pPr eaLnBrk="1" hangingPunct="1"/>
                <a:endParaRPr lang="en-US" sz="1200" b="1" dirty="0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11295" name="Group 80"/>
            <p:cNvGrpSpPr>
              <a:grpSpLocks/>
            </p:cNvGrpSpPr>
            <p:nvPr/>
          </p:nvGrpSpPr>
          <p:grpSpPr bwMode="auto">
            <a:xfrm>
              <a:off x="0" y="9295"/>
              <a:ext cx="3072" cy="483"/>
              <a:chOff x="0" y="9295"/>
              <a:chExt cx="3072" cy="483"/>
            </a:xfrm>
          </p:grpSpPr>
          <p:sp>
            <p:nvSpPr>
              <p:cNvPr id="11314" name="Rectangle 81"/>
              <p:cNvSpPr>
                <a:spLocks noChangeArrowheads="1"/>
              </p:cNvSpPr>
              <p:nvPr/>
            </p:nvSpPr>
            <p:spPr bwMode="auto">
              <a:xfrm>
                <a:off x="0" y="9295"/>
                <a:ext cx="85" cy="483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200"/>
              </a:p>
            </p:txBody>
          </p:sp>
          <p:sp>
            <p:nvSpPr>
              <p:cNvPr id="11315" name="Rectangle 82"/>
              <p:cNvSpPr>
                <a:spLocks noChangeArrowheads="1"/>
              </p:cNvSpPr>
              <p:nvPr/>
            </p:nvSpPr>
            <p:spPr bwMode="auto">
              <a:xfrm>
                <a:off x="0" y="9350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200" b="1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26	</a:t>
                </a:r>
                <a:r>
                  <a:rPr lang="en-US" sz="1200" b="1">
                    <a:solidFill>
                      <a:srgbClr val="33CC33"/>
                    </a:solidFill>
                    <a:latin typeface="Courier New" panose="02070309020205020404" pitchFamily="49" charset="0"/>
                  </a:rPr>
                  <a:t>// checks on the data values. Set invalid values to zero.</a:t>
                </a:r>
                <a:endParaRPr lang="en-US" sz="1200" b="1">
                  <a:latin typeface="Courier New" panose="02070309020205020404" pitchFamily="49" charset="0"/>
                </a:endParaRPr>
              </a:p>
              <a:p>
                <a:pPr eaLnBrk="1" hangingPunct="1"/>
                <a:endParaRPr lang="en-US" sz="1200" b="1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11296" name="Group 83"/>
            <p:cNvGrpSpPr>
              <a:grpSpLocks/>
            </p:cNvGrpSpPr>
            <p:nvPr/>
          </p:nvGrpSpPr>
          <p:grpSpPr bwMode="auto">
            <a:xfrm>
              <a:off x="0" y="9669"/>
              <a:ext cx="3072" cy="483"/>
              <a:chOff x="0" y="9669"/>
              <a:chExt cx="3072" cy="483"/>
            </a:xfrm>
          </p:grpSpPr>
          <p:sp>
            <p:nvSpPr>
              <p:cNvPr id="11312" name="Rectangle 84"/>
              <p:cNvSpPr>
                <a:spLocks noChangeArrowheads="1"/>
              </p:cNvSpPr>
              <p:nvPr/>
            </p:nvSpPr>
            <p:spPr bwMode="auto">
              <a:xfrm>
                <a:off x="0" y="9669"/>
                <a:ext cx="85" cy="483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200"/>
              </a:p>
            </p:txBody>
          </p:sp>
          <p:sp>
            <p:nvSpPr>
              <p:cNvPr id="11313" name="Rectangle 85"/>
              <p:cNvSpPr>
                <a:spLocks noChangeArrowheads="1"/>
              </p:cNvSpPr>
              <p:nvPr/>
            </p:nvSpPr>
            <p:spPr bwMode="auto">
              <a:xfrm>
                <a:off x="0" y="9724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200" b="1" dirty="0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27	</a:t>
                </a:r>
                <a:r>
                  <a:rPr lang="en-US" sz="1200" b="1" dirty="0">
                    <a:solidFill>
                      <a:srgbClr val="275AFF"/>
                    </a:solidFill>
                    <a:latin typeface="Courier New" panose="02070309020205020404" pitchFamily="49" charset="0"/>
                  </a:rPr>
                  <a:t>void</a:t>
                </a:r>
                <a:r>
                  <a:rPr lang="en-US" sz="1200" b="1" dirty="0">
                    <a:latin typeface="Courier New" panose="02070309020205020404" pitchFamily="49" charset="0"/>
                  </a:rPr>
                  <a:t> Time::</a:t>
                </a:r>
                <a:r>
                  <a:rPr lang="en-US" sz="1200" b="1" dirty="0" err="1">
                    <a:latin typeface="Courier New" panose="02070309020205020404" pitchFamily="49" charset="0"/>
                  </a:rPr>
                  <a:t>setTime</a:t>
                </a:r>
                <a:r>
                  <a:rPr lang="en-US" sz="1200" b="1" dirty="0">
                    <a:latin typeface="Courier New" panose="02070309020205020404" pitchFamily="49" charset="0"/>
                  </a:rPr>
                  <a:t>( </a:t>
                </a:r>
                <a:r>
                  <a:rPr lang="en-US" sz="1200" b="1" dirty="0" err="1">
                    <a:solidFill>
                      <a:srgbClr val="275AFF"/>
                    </a:solidFill>
                    <a:latin typeface="Courier New" panose="02070309020205020404" pitchFamily="49" charset="0"/>
                  </a:rPr>
                  <a:t>int</a:t>
                </a:r>
                <a:r>
                  <a:rPr lang="en-US" sz="1200" b="1" dirty="0">
                    <a:latin typeface="Courier New" panose="02070309020205020404" pitchFamily="49" charset="0"/>
                  </a:rPr>
                  <a:t> h, </a:t>
                </a:r>
                <a:r>
                  <a:rPr lang="en-US" sz="1200" b="1" dirty="0" err="1">
                    <a:solidFill>
                      <a:srgbClr val="275AFF"/>
                    </a:solidFill>
                    <a:latin typeface="Courier New" panose="02070309020205020404" pitchFamily="49" charset="0"/>
                  </a:rPr>
                  <a:t>int</a:t>
                </a:r>
                <a:r>
                  <a:rPr lang="en-US" sz="1200" b="1" dirty="0">
                    <a:latin typeface="Courier New" panose="02070309020205020404" pitchFamily="49" charset="0"/>
                  </a:rPr>
                  <a:t> m, </a:t>
                </a:r>
                <a:r>
                  <a:rPr lang="en-US" sz="1200" b="1" dirty="0" err="1">
                    <a:solidFill>
                      <a:srgbClr val="275AFF"/>
                    </a:solidFill>
                    <a:latin typeface="Courier New" panose="02070309020205020404" pitchFamily="49" charset="0"/>
                  </a:rPr>
                  <a:t>int</a:t>
                </a:r>
                <a:r>
                  <a:rPr lang="en-US" sz="1200" b="1" dirty="0">
                    <a:latin typeface="Courier New" panose="02070309020205020404" pitchFamily="49" charset="0"/>
                  </a:rPr>
                  <a:t> s )</a:t>
                </a:r>
              </a:p>
              <a:p>
                <a:pPr eaLnBrk="1" hangingPunct="1"/>
                <a:endParaRPr lang="en-US" sz="1200" b="1" dirty="0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11297" name="Group 86"/>
            <p:cNvGrpSpPr>
              <a:grpSpLocks/>
            </p:cNvGrpSpPr>
            <p:nvPr/>
          </p:nvGrpSpPr>
          <p:grpSpPr bwMode="auto">
            <a:xfrm>
              <a:off x="0" y="10043"/>
              <a:ext cx="3072" cy="483"/>
              <a:chOff x="0" y="10043"/>
              <a:chExt cx="3072" cy="483"/>
            </a:xfrm>
          </p:grpSpPr>
          <p:sp>
            <p:nvSpPr>
              <p:cNvPr id="11310" name="Rectangle 87"/>
              <p:cNvSpPr>
                <a:spLocks noChangeArrowheads="1"/>
              </p:cNvSpPr>
              <p:nvPr/>
            </p:nvSpPr>
            <p:spPr bwMode="auto">
              <a:xfrm>
                <a:off x="0" y="10043"/>
                <a:ext cx="85" cy="483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200"/>
              </a:p>
            </p:txBody>
          </p:sp>
          <p:sp>
            <p:nvSpPr>
              <p:cNvPr id="11311" name="Rectangle 88"/>
              <p:cNvSpPr>
                <a:spLocks noChangeArrowheads="1"/>
              </p:cNvSpPr>
              <p:nvPr/>
            </p:nvSpPr>
            <p:spPr bwMode="auto">
              <a:xfrm>
                <a:off x="0" y="10098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200" b="1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28	</a:t>
                </a:r>
                <a:r>
                  <a:rPr lang="en-US" sz="1200" b="1">
                    <a:latin typeface="Courier New" panose="02070309020205020404" pitchFamily="49" charset="0"/>
                  </a:rPr>
                  <a:t>{</a:t>
                </a:r>
              </a:p>
              <a:p>
                <a:pPr eaLnBrk="1" hangingPunct="1"/>
                <a:endParaRPr lang="en-US" sz="1200" b="1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11298" name="Group 89"/>
            <p:cNvGrpSpPr>
              <a:grpSpLocks/>
            </p:cNvGrpSpPr>
            <p:nvPr/>
          </p:nvGrpSpPr>
          <p:grpSpPr bwMode="auto">
            <a:xfrm>
              <a:off x="0" y="10417"/>
              <a:ext cx="3072" cy="483"/>
              <a:chOff x="0" y="10417"/>
              <a:chExt cx="3072" cy="483"/>
            </a:xfrm>
          </p:grpSpPr>
          <p:sp>
            <p:nvSpPr>
              <p:cNvPr id="11308" name="Rectangle 90"/>
              <p:cNvSpPr>
                <a:spLocks noChangeArrowheads="1"/>
              </p:cNvSpPr>
              <p:nvPr/>
            </p:nvSpPr>
            <p:spPr bwMode="auto">
              <a:xfrm>
                <a:off x="0" y="10417"/>
                <a:ext cx="85" cy="483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200"/>
              </a:p>
            </p:txBody>
          </p:sp>
          <p:sp>
            <p:nvSpPr>
              <p:cNvPr id="11309" name="Rectangle 91"/>
              <p:cNvSpPr>
                <a:spLocks noChangeArrowheads="1"/>
              </p:cNvSpPr>
              <p:nvPr/>
            </p:nvSpPr>
            <p:spPr bwMode="auto">
              <a:xfrm>
                <a:off x="0" y="10472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200" b="1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29	</a:t>
                </a:r>
                <a:r>
                  <a:rPr lang="en-US" sz="1200" b="1">
                    <a:latin typeface="Courier New" panose="02070309020205020404" pitchFamily="49" charset="0"/>
                  </a:rPr>
                  <a:t>   hour = ( h &gt;= 0 &amp;&amp; h &lt; 24 ) ? h : 0;</a:t>
                </a:r>
              </a:p>
              <a:p>
                <a:pPr eaLnBrk="1" hangingPunct="1"/>
                <a:endParaRPr lang="en-US" sz="1200" b="1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11299" name="Group 92"/>
            <p:cNvGrpSpPr>
              <a:grpSpLocks/>
            </p:cNvGrpSpPr>
            <p:nvPr/>
          </p:nvGrpSpPr>
          <p:grpSpPr bwMode="auto">
            <a:xfrm>
              <a:off x="0" y="10791"/>
              <a:ext cx="3072" cy="483"/>
              <a:chOff x="0" y="10791"/>
              <a:chExt cx="3072" cy="483"/>
            </a:xfrm>
          </p:grpSpPr>
          <p:sp>
            <p:nvSpPr>
              <p:cNvPr id="11306" name="Rectangle 93"/>
              <p:cNvSpPr>
                <a:spLocks noChangeArrowheads="1"/>
              </p:cNvSpPr>
              <p:nvPr/>
            </p:nvSpPr>
            <p:spPr bwMode="auto">
              <a:xfrm>
                <a:off x="0" y="10791"/>
                <a:ext cx="85" cy="483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200"/>
              </a:p>
            </p:txBody>
          </p:sp>
          <p:sp>
            <p:nvSpPr>
              <p:cNvPr id="11307" name="Rectangle 94"/>
              <p:cNvSpPr>
                <a:spLocks noChangeArrowheads="1"/>
              </p:cNvSpPr>
              <p:nvPr/>
            </p:nvSpPr>
            <p:spPr bwMode="auto">
              <a:xfrm>
                <a:off x="0" y="10846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200" b="1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30	</a:t>
                </a:r>
                <a:r>
                  <a:rPr lang="en-US" sz="1200" b="1">
                    <a:latin typeface="Courier New" panose="02070309020205020404" pitchFamily="49" charset="0"/>
                  </a:rPr>
                  <a:t>   minute = ( m &gt;= 0 &amp;&amp; m &lt; 60 ) ? m : 0;</a:t>
                </a:r>
              </a:p>
              <a:p>
                <a:pPr eaLnBrk="1" hangingPunct="1"/>
                <a:endParaRPr lang="en-US" sz="1200" b="1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11300" name="Group 95"/>
            <p:cNvGrpSpPr>
              <a:grpSpLocks/>
            </p:cNvGrpSpPr>
            <p:nvPr/>
          </p:nvGrpSpPr>
          <p:grpSpPr bwMode="auto">
            <a:xfrm>
              <a:off x="0" y="11165"/>
              <a:ext cx="3072" cy="483"/>
              <a:chOff x="0" y="11165"/>
              <a:chExt cx="3072" cy="483"/>
            </a:xfrm>
          </p:grpSpPr>
          <p:sp>
            <p:nvSpPr>
              <p:cNvPr id="11304" name="Rectangle 96"/>
              <p:cNvSpPr>
                <a:spLocks noChangeArrowheads="1"/>
              </p:cNvSpPr>
              <p:nvPr/>
            </p:nvSpPr>
            <p:spPr bwMode="auto">
              <a:xfrm>
                <a:off x="0" y="11165"/>
                <a:ext cx="85" cy="483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200"/>
              </a:p>
            </p:txBody>
          </p:sp>
          <p:sp>
            <p:nvSpPr>
              <p:cNvPr id="11305" name="Rectangle 97"/>
              <p:cNvSpPr>
                <a:spLocks noChangeArrowheads="1"/>
              </p:cNvSpPr>
              <p:nvPr/>
            </p:nvSpPr>
            <p:spPr bwMode="auto">
              <a:xfrm>
                <a:off x="0" y="11220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200" b="1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31	</a:t>
                </a:r>
                <a:r>
                  <a:rPr lang="en-US" sz="1200" b="1">
                    <a:latin typeface="Courier New" panose="02070309020205020404" pitchFamily="49" charset="0"/>
                  </a:rPr>
                  <a:t>   second = ( s &gt;= 0 &amp;&amp; s &lt; 60 ) ? s : 0;</a:t>
                </a:r>
              </a:p>
              <a:p>
                <a:pPr eaLnBrk="1" hangingPunct="1"/>
                <a:endParaRPr lang="en-US" sz="1200" b="1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11301" name="Group 98"/>
            <p:cNvGrpSpPr>
              <a:grpSpLocks/>
            </p:cNvGrpSpPr>
            <p:nvPr/>
          </p:nvGrpSpPr>
          <p:grpSpPr bwMode="auto">
            <a:xfrm>
              <a:off x="0" y="11539"/>
              <a:ext cx="3072" cy="483"/>
              <a:chOff x="0" y="11539"/>
              <a:chExt cx="3072" cy="483"/>
            </a:xfrm>
          </p:grpSpPr>
          <p:sp>
            <p:nvSpPr>
              <p:cNvPr id="11302" name="Rectangle 99"/>
              <p:cNvSpPr>
                <a:spLocks noChangeArrowheads="1"/>
              </p:cNvSpPr>
              <p:nvPr/>
            </p:nvSpPr>
            <p:spPr bwMode="auto">
              <a:xfrm>
                <a:off x="0" y="11539"/>
                <a:ext cx="85" cy="483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200"/>
              </a:p>
            </p:txBody>
          </p:sp>
          <p:sp>
            <p:nvSpPr>
              <p:cNvPr id="11303" name="Rectangle 100"/>
              <p:cNvSpPr>
                <a:spLocks noChangeArrowheads="1"/>
              </p:cNvSpPr>
              <p:nvPr/>
            </p:nvSpPr>
            <p:spPr bwMode="auto">
              <a:xfrm>
                <a:off x="0" y="11594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200" b="1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32	</a:t>
                </a:r>
                <a:r>
                  <a:rPr lang="en-US" sz="1200" b="1">
                    <a:latin typeface="Courier New" panose="02070309020205020404" pitchFamily="49" charset="0"/>
                  </a:rPr>
                  <a:t>}</a:t>
                </a:r>
              </a:p>
              <a:p>
                <a:pPr eaLnBrk="1" hangingPunct="1"/>
                <a:endParaRPr lang="en-US" sz="1200" b="1">
                  <a:latin typeface="Courier New" panose="02070309020205020404" pitchFamily="49" charset="0"/>
                </a:endParaRPr>
              </a:p>
            </p:txBody>
          </p:sp>
        </p:grpSp>
      </p:grpSp>
      <p:grpSp>
        <p:nvGrpSpPr>
          <p:cNvPr id="30725" name="Group 103"/>
          <p:cNvGrpSpPr>
            <a:grpSpLocks/>
          </p:cNvGrpSpPr>
          <p:nvPr/>
        </p:nvGrpSpPr>
        <p:grpSpPr bwMode="auto">
          <a:xfrm>
            <a:off x="4419180" y="4057594"/>
            <a:ext cx="4343819" cy="790575"/>
            <a:chOff x="2486" y="384"/>
            <a:chExt cx="2458" cy="498"/>
          </a:xfrm>
        </p:grpSpPr>
        <p:sp>
          <p:nvSpPr>
            <p:cNvPr id="11268" name="Text Box 101"/>
            <p:cNvSpPr txBox="1">
              <a:spLocks noChangeArrowheads="1"/>
            </p:cNvSpPr>
            <p:nvPr/>
          </p:nvSpPr>
          <p:spPr bwMode="auto">
            <a:xfrm>
              <a:off x="3600" y="384"/>
              <a:ext cx="1344" cy="372"/>
            </a:xfrm>
            <a:prstGeom prst="rect">
              <a:avLst/>
            </a:prstGeom>
            <a:solidFill>
              <a:srgbClr val="99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600" b="1"/>
                <a:t>Note the </a:t>
              </a:r>
              <a:r>
                <a:rPr lang="en-US" sz="1600" b="1">
                  <a:latin typeface="Courier New" panose="02070309020205020404" pitchFamily="49" charset="0"/>
                </a:rPr>
                <a:t>::</a:t>
              </a:r>
              <a:r>
                <a:rPr lang="en-US" sz="1600" b="1"/>
                <a:t> preceding the function names.</a:t>
              </a:r>
            </a:p>
          </p:txBody>
        </p:sp>
        <p:sp>
          <p:nvSpPr>
            <p:cNvPr id="11269" name="Line 102"/>
            <p:cNvSpPr>
              <a:spLocks noChangeShapeType="1"/>
            </p:cNvSpPr>
            <p:nvPr/>
          </p:nvSpPr>
          <p:spPr bwMode="auto">
            <a:xfrm flipH="1">
              <a:off x="2486" y="624"/>
              <a:ext cx="1114" cy="25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>
              <a:spAutoFit/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5483096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0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90" name="Group 85"/>
          <p:cNvGrpSpPr>
            <a:grpSpLocks/>
          </p:cNvGrpSpPr>
          <p:nvPr/>
        </p:nvGrpSpPr>
        <p:grpSpPr bwMode="auto">
          <a:xfrm>
            <a:off x="457200" y="304800"/>
            <a:ext cx="6705600" cy="4024313"/>
            <a:chOff x="0" y="-34"/>
            <a:chExt cx="3072" cy="6426"/>
          </a:xfrm>
        </p:grpSpPr>
        <p:grpSp>
          <p:nvGrpSpPr>
            <p:cNvPr id="12291" name="Group 32"/>
            <p:cNvGrpSpPr>
              <a:grpSpLocks/>
            </p:cNvGrpSpPr>
            <p:nvPr/>
          </p:nvGrpSpPr>
          <p:grpSpPr bwMode="auto">
            <a:xfrm>
              <a:off x="0" y="-34"/>
              <a:ext cx="3072" cy="442"/>
              <a:chOff x="0" y="-34"/>
              <a:chExt cx="3072" cy="442"/>
            </a:xfrm>
          </p:grpSpPr>
          <p:sp>
            <p:nvSpPr>
              <p:cNvPr id="12340" name="Rectangle 31"/>
              <p:cNvSpPr>
                <a:spLocks noChangeArrowheads="1"/>
              </p:cNvSpPr>
              <p:nvPr/>
            </p:nvSpPr>
            <p:spPr bwMode="auto">
              <a:xfrm>
                <a:off x="0" y="-34"/>
                <a:ext cx="85" cy="442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200"/>
              </a:p>
            </p:txBody>
          </p:sp>
          <p:sp>
            <p:nvSpPr>
              <p:cNvPr id="12341" name="Rectangle 4"/>
              <p:cNvSpPr>
                <a:spLocks noChangeArrowheads="1"/>
              </p:cNvSpPr>
              <p:nvPr/>
            </p:nvSpPr>
            <p:spPr bwMode="auto">
              <a:xfrm>
                <a:off x="0" y="0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200" b="1" dirty="0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33	</a:t>
                </a:r>
                <a:endParaRPr lang="en-US" sz="1200" b="1" dirty="0">
                  <a:latin typeface="Courier New" panose="02070309020205020404" pitchFamily="49" charset="0"/>
                </a:endParaRPr>
              </a:p>
              <a:p>
                <a:pPr eaLnBrk="1" hangingPunct="1"/>
                <a:endParaRPr lang="en-US" sz="1200" b="1" dirty="0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12292" name="Group 34"/>
            <p:cNvGrpSpPr>
              <a:grpSpLocks/>
            </p:cNvGrpSpPr>
            <p:nvPr/>
          </p:nvGrpSpPr>
          <p:grpSpPr bwMode="auto">
            <a:xfrm>
              <a:off x="0" y="340"/>
              <a:ext cx="3072" cy="442"/>
              <a:chOff x="0" y="340"/>
              <a:chExt cx="3072" cy="442"/>
            </a:xfrm>
          </p:grpSpPr>
          <p:sp>
            <p:nvSpPr>
              <p:cNvPr id="12338" name="Rectangle 33"/>
              <p:cNvSpPr>
                <a:spLocks noChangeArrowheads="1"/>
              </p:cNvSpPr>
              <p:nvPr/>
            </p:nvSpPr>
            <p:spPr bwMode="auto">
              <a:xfrm>
                <a:off x="0" y="340"/>
                <a:ext cx="85" cy="442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200"/>
              </a:p>
            </p:txBody>
          </p:sp>
          <p:sp>
            <p:nvSpPr>
              <p:cNvPr id="12339" name="Rectangle 5"/>
              <p:cNvSpPr>
                <a:spLocks noChangeArrowheads="1"/>
              </p:cNvSpPr>
              <p:nvPr/>
            </p:nvSpPr>
            <p:spPr bwMode="auto">
              <a:xfrm>
                <a:off x="0" y="374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200" b="1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34	</a:t>
                </a:r>
                <a:r>
                  <a:rPr lang="en-US" sz="1200" b="1">
                    <a:solidFill>
                      <a:srgbClr val="33CC33"/>
                    </a:solidFill>
                    <a:latin typeface="Courier New" panose="02070309020205020404" pitchFamily="49" charset="0"/>
                  </a:rPr>
                  <a:t>// Print Time in military format</a:t>
                </a:r>
                <a:endParaRPr lang="en-US" sz="1200" b="1">
                  <a:latin typeface="Courier New" panose="02070309020205020404" pitchFamily="49" charset="0"/>
                </a:endParaRPr>
              </a:p>
              <a:p>
                <a:pPr eaLnBrk="1" hangingPunct="1"/>
                <a:endParaRPr lang="en-US" sz="1200" b="1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12293" name="Group 36"/>
            <p:cNvGrpSpPr>
              <a:grpSpLocks/>
            </p:cNvGrpSpPr>
            <p:nvPr/>
          </p:nvGrpSpPr>
          <p:grpSpPr bwMode="auto">
            <a:xfrm>
              <a:off x="0" y="714"/>
              <a:ext cx="3072" cy="442"/>
              <a:chOff x="0" y="714"/>
              <a:chExt cx="3072" cy="442"/>
            </a:xfrm>
          </p:grpSpPr>
          <p:sp>
            <p:nvSpPr>
              <p:cNvPr id="12336" name="Rectangle 35"/>
              <p:cNvSpPr>
                <a:spLocks noChangeArrowheads="1"/>
              </p:cNvSpPr>
              <p:nvPr/>
            </p:nvSpPr>
            <p:spPr bwMode="auto">
              <a:xfrm>
                <a:off x="0" y="714"/>
                <a:ext cx="85" cy="442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200"/>
              </a:p>
            </p:txBody>
          </p:sp>
          <p:sp>
            <p:nvSpPr>
              <p:cNvPr id="12337" name="Rectangle 6"/>
              <p:cNvSpPr>
                <a:spLocks noChangeArrowheads="1"/>
              </p:cNvSpPr>
              <p:nvPr/>
            </p:nvSpPr>
            <p:spPr bwMode="auto">
              <a:xfrm>
                <a:off x="0" y="748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200" b="1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35	</a:t>
                </a:r>
                <a:r>
                  <a:rPr lang="en-US" sz="1200" b="1">
                    <a:solidFill>
                      <a:srgbClr val="275AFF"/>
                    </a:solidFill>
                    <a:latin typeface="Courier New" panose="02070309020205020404" pitchFamily="49" charset="0"/>
                  </a:rPr>
                  <a:t>void</a:t>
                </a:r>
                <a:r>
                  <a:rPr lang="en-US" sz="1200" b="1">
                    <a:latin typeface="Courier New" panose="02070309020205020404" pitchFamily="49" charset="0"/>
                  </a:rPr>
                  <a:t> Time::printMilitary()</a:t>
                </a:r>
              </a:p>
              <a:p>
                <a:pPr eaLnBrk="1" hangingPunct="1"/>
                <a:endParaRPr lang="en-US" sz="1200" b="1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12294" name="Group 38"/>
            <p:cNvGrpSpPr>
              <a:grpSpLocks/>
            </p:cNvGrpSpPr>
            <p:nvPr/>
          </p:nvGrpSpPr>
          <p:grpSpPr bwMode="auto">
            <a:xfrm>
              <a:off x="0" y="1088"/>
              <a:ext cx="3072" cy="442"/>
              <a:chOff x="0" y="1088"/>
              <a:chExt cx="3072" cy="442"/>
            </a:xfrm>
          </p:grpSpPr>
          <p:sp>
            <p:nvSpPr>
              <p:cNvPr id="12334" name="Rectangle 37"/>
              <p:cNvSpPr>
                <a:spLocks noChangeArrowheads="1"/>
              </p:cNvSpPr>
              <p:nvPr/>
            </p:nvSpPr>
            <p:spPr bwMode="auto">
              <a:xfrm>
                <a:off x="0" y="1088"/>
                <a:ext cx="85" cy="442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200"/>
              </a:p>
            </p:txBody>
          </p:sp>
          <p:sp>
            <p:nvSpPr>
              <p:cNvPr id="12335" name="Rectangle 7"/>
              <p:cNvSpPr>
                <a:spLocks noChangeArrowheads="1"/>
              </p:cNvSpPr>
              <p:nvPr/>
            </p:nvSpPr>
            <p:spPr bwMode="auto">
              <a:xfrm>
                <a:off x="0" y="1122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200" b="1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36	</a:t>
                </a:r>
                <a:r>
                  <a:rPr lang="en-US" sz="1200" b="1">
                    <a:latin typeface="Courier New" panose="02070309020205020404" pitchFamily="49" charset="0"/>
                  </a:rPr>
                  <a:t>{</a:t>
                </a:r>
              </a:p>
              <a:p>
                <a:pPr eaLnBrk="1" hangingPunct="1"/>
                <a:endParaRPr lang="en-US" sz="1200" b="1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12295" name="Group 40"/>
            <p:cNvGrpSpPr>
              <a:grpSpLocks/>
            </p:cNvGrpSpPr>
            <p:nvPr/>
          </p:nvGrpSpPr>
          <p:grpSpPr bwMode="auto">
            <a:xfrm>
              <a:off x="0" y="1462"/>
              <a:ext cx="3072" cy="442"/>
              <a:chOff x="0" y="1462"/>
              <a:chExt cx="3072" cy="442"/>
            </a:xfrm>
          </p:grpSpPr>
          <p:sp>
            <p:nvSpPr>
              <p:cNvPr id="12332" name="Rectangle 39"/>
              <p:cNvSpPr>
                <a:spLocks noChangeArrowheads="1"/>
              </p:cNvSpPr>
              <p:nvPr/>
            </p:nvSpPr>
            <p:spPr bwMode="auto">
              <a:xfrm>
                <a:off x="0" y="1462"/>
                <a:ext cx="85" cy="442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200"/>
              </a:p>
            </p:txBody>
          </p:sp>
          <p:sp>
            <p:nvSpPr>
              <p:cNvPr id="12333" name="Rectangle 8"/>
              <p:cNvSpPr>
                <a:spLocks noChangeArrowheads="1"/>
              </p:cNvSpPr>
              <p:nvPr/>
            </p:nvSpPr>
            <p:spPr bwMode="auto">
              <a:xfrm>
                <a:off x="0" y="1496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200" b="1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37	</a:t>
                </a:r>
                <a:r>
                  <a:rPr lang="en-US" sz="1200" b="1">
                    <a:latin typeface="Courier New" panose="02070309020205020404" pitchFamily="49" charset="0"/>
                  </a:rPr>
                  <a:t>   cout &lt;&lt; ( hour &lt; 10 ? "0" : "" ) &lt;&lt; hour &lt;&lt; ":"</a:t>
                </a:r>
              </a:p>
              <a:p>
                <a:pPr eaLnBrk="1" hangingPunct="1"/>
                <a:endParaRPr lang="en-US" sz="1200" b="1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12296" name="Group 42"/>
            <p:cNvGrpSpPr>
              <a:grpSpLocks/>
            </p:cNvGrpSpPr>
            <p:nvPr/>
          </p:nvGrpSpPr>
          <p:grpSpPr bwMode="auto">
            <a:xfrm>
              <a:off x="0" y="1836"/>
              <a:ext cx="3072" cy="442"/>
              <a:chOff x="0" y="1836"/>
              <a:chExt cx="3072" cy="442"/>
            </a:xfrm>
          </p:grpSpPr>
          <p:sp>
            <p:nvSpPr>
              <p:cNvPr id="12330" name="Rectangle 41"/>
              <p:cNvSpPr>
                <a:spLocks noChangeArrowheads="1"/>
              </p:cNvSpPr>
              <p:nvPr/>
            </p:nvSpPr>
            <p:spPr bwMode="auto">
              <a:xfrm>
                <a:off x="0" y="1836"/>
                <a:ext cx="85" cy="442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200"/>
              </a:p>
            </p:txBody>
          </p:sp>
          <p:sp>
            <p:nvSpPr>
              <p:cNvPr id="12331" name="Rectangle 9"/>
              <p:cNvSpPr>
                <a:spLocks noChangeArrowheads="1"/>
              </p:cNvSpPr>
              <p:nvPr/>
            </p:nvSpPr>
            <p:spPr bwMode="auto">
              <a:xfrm>
                <a:off x="0" y="1870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200" b="1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38	</a:t>
                </a:r>
                <a:r>
                  <a:rPr lang="en-US" sz="1200" b="1">
                    <a:latin typeface="Courier New" panose="02070309020205020404" pitchFamily="49" charset="0"/>
                  </a:rPr>
                  <a:t>        &lt;&lt; ( minute &lt; 10 ? "0" : "" ) &lt;&lt; minute;</a:t>
                </a:r>
              </a:p>
              <a:p>
                <a:pPr eaLnBrk="1" hangingPunct="1"/>
                <a:endParaRPr lang="en-US" sz="1200" b="1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12297" name="Group 44"/>
            <p:cNvGrpSpPr>
              <a:grpSpLocks/>
            </p:cNvGrpSpPr>
            <p:nvPr/>
          </p:nvGrpSpPr>
          <p:grpSpPr bwMode="auto">
            <a:xfrm>
              <a:off x="0" y="2210"/>
              <a:ext cx="3072" cy="442"/>
              <a:chOff x="0" y="2210"/>
              <a:chExt cx="3072" cy="442"/>
            </a:xfrm>
          </p:grpSpPr>
          <p:sp>
            <p:nvSpPr>
              <p:cNvPr id="12328" name="Rectangle 43"/>
              <p:cNvSpPr>
                <a:spLocks noChangeArrowheads="1"/>
              </p:cNvSpPr>
              <p:nvPr/>
            </p:nvSpPr>
            <p:spPr bwMode="auto">
              <a:xfrm>
                <a:off x="0" y="2210"/>
                <a:ext cx="85" cy="442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200"/>
              </a:p>
            </p:txBody>
          </p:sp>
          <p:sp>
            <p:nvSpPr>
              <p:cNvPr id="12329" name="Rectangle 10"/>
              <p:cNvSpPr>
                <a:spLocks noChangeArrowheads="1"/>
              </p:cNvSpPr>
              <p:nvPr/>
            </p:nvSpPr>
            <p:spPr bwMode="auto">
              <a:xfrm>
                <a:off x="0" y="2244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200" b="1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39	</a:t>
                </a:r>
                <a:r>
                  <a:rPr lang="en-US" sz="1200" b="1">
                    <a:latin typeface="Courier New" panose="02070309020205020404" pitchFamily="49" charset="0"/>
                  </a:rPr>
                  <a:t>}</a:t>
                </a:r>
              </a:p>
              <a:p>
                <a:pPr eaLnBrk="1" hangingPunct="1"/>
                <a:endParaRPr lang="en-US" sz="1200" b="1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12298" name="Group 46"/>
            <p:cNvGrpSpPr>
              <a:grpSpLocks/>
            </p:cNvGrpSpPr>
            <p:nvPr/>
          </p:nvGrpSpPr>
          <p:grpSpPr bwMode="auto">
            <a:xfrm>
              <a:off x="0" y="2584"/>
              <a:ext cx="3072" cy="442"/>
              <a:chOff x="0" y="2584"/>
              <a:chExt cx="3072" cy="442"/>
            </a:xfrm>
          </p:grpSpPr>
          <p:sp>
            <p:nvSpPr>
              <p:cNvPr id="12326" name="Rectangle 45"/>
              <p:cNvSpPr>
                <a:spLocks noChangeArrowheads="1"/>
              </p:cNvSpPr>
              <p:nvPr/>
            </p:nvSpPr>
            <p:spPr bwMode="auto">
              <a:xfrm>
                <a:off x="0" y="2584"/>
                <a:ext cx="85" cy="442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200"/>
              </a:p>
            </p:txBody>
          </p:sp>
          <p:sp>
            <p:nvSpPr>
              <p:cNvPr id="12327" name="Rectangle 11"/>
              <p:cNvSpPr>
                <a:spLocks noChangeArrowheads="1"/>
              </p:cNvSpPr>
              <p:nvPr/>
            </p:nvSpPr>
            <p:spPr bwMode="auto">
              <a:xfrm>
                <a:off x="0" y="2618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200" b="1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40	</a:t>
                </a:r>
                <a:endParaRPr lang="en-US" sz="1200" b="1">
                  <a:latin typeface="Courier New" panose="02070309020205020404" pitchFamily="49" charset="0"/>
                </a:endParaRPr>
              </a:p>
              <a:p>
                <a:pPr eaLnBrk="1" hangingPunct="1"/>
                <a:endParaRPr lang="en-US" sz="1200" b="1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12299" name="Group 48"/>
            <p:cNvGrpSpPr>
              <a:grpSpLocks/>
            </p:cNvGrpSpPr>
            <p:nvPr/>
          </p:nvGrpSpPr>
          <p:grpSpPr bwMode="auto">
            <a:xfrm>
              <a:off x="0" y="2958"/>
              <a:ext cx="3072" cy="442"/>
              <a:chOff x="0" y="2958"/>
              <a:chExt cx="3072" cy="442"/>
            </a:xfrm>
          </p:grpSpPr>
          <p:sp>
            <p:nvSpPr>
              <p:cNvPr id="12324" name="Rectangle 47"/>
              <p:cNvSpPr>
                <a:spLocks noChangeArrowheads="1"/>
              </p:cNvSpPr>
              <p:nvPr/>
            </p:nvSpPr>
            <p:spPr bwMode="auto">
              <a:xfrm>
                <a:off x="0" y="2958"/>
                <a:ext cx="85" cy="442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200"/>
              </a:p>
            </p:txBody>
          </p:sp>
          <p:sp>
            <p:nvSpPr>
              <p:cNvPr id="12325" name="Rectangle 12"/>
              <p:cNvSpPr>
                <a:spLocks noChangeArrowheads="1"/>
              </p:cNvSpPr>
              <p:nvPr/>
            </p:nvSpPr>
            <p:spPr bwMode="auto">
              <a:xfrm>
                <a:off x="0" y="2992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200" b="1" dirty="0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41	</a:t>
                </a:r>
                <a:r>
                  <a:rPr lang="en-US" sz="1200" b="1" dirty="0">
                    <a:solidFill>
                      <a:srgbClr val="33CC33"/>
                    </a:solidFill>
                    <a:latin typeface="Courier New" panose="02070309020205020404" pitchFamily="49" charset="0"/>
                  </a:rPr>
                  <a:t>// Print Time in standard format</a:t>
                </a:r>
                <a:endParaRPr lang="en-US" sz="1200" b="1" dirty="0">
                  <a:latin typeface="Courier New" panose="02070309020205020404" pitchFamily="49" charset="0"/>
                </a:endParaRPr>
              </a:p>
              <a:p>
                <a:pPr eaLnBrk="1" hangingPunct="1"/>
                <a:endParaRPr lang="en-US" sz="1200" b="1" dirty="0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12300" name="Group 50"/>
            <p:cNvGrpSpPr>
              <a:grpSpLocks/>
            </p:cNvGrpSpPr>
            <p:nvPr/>
          </p:nvGrpSpPr>
          <p:grpSpPr bwMode="auto">
            <a:xfrm>
              <a:off x="0" y="3332"/>
              <a:ext cx="3072" cy="442"/>
              <a:chOff x="0" y="3332"/>
              <a:chExt cx="3072" cy="442"/>
            </a:xfrm>
          </p:grpSpPr>
          <p:sp>
            <p:nvSpPr>
              <p:cNvPr id="12322" name="Rectangle 49"/>
              <p:cNvSpPr>
                <a:spLocks noChangeArrowheads="1"/>
              </p:cNvSpPr>
              <p:nvPr/>
            </p:nvSpPr>
            <p:spPr bwMode="auto">
              <a:xfrm>
                <a:off x="0" y="3332"/>
                <a:ext cx="85" cy="442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200"/>
              </a:p>
            </p:txBody>
          </p:sp>
          <p:sp>
            <p:nvSpPr>
              <p:cNvPr id="12323" name="Rectangle 13"/>
              <p:cNvSpPr>
                <a:spLocks noChangeArrowheads="1"/>
              </p:cNvSpPr>
              <p:nvPr/>
            </p:nvSpPr>
            <p:spPr bwMode="auto">
              <a:xfrm>
                <a:off x="0" y="3366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200" b="1" dirty="0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42	</a:t>
                </a:r>
                <a:r>
                  <a:rPr lang="en-US" sz="1200" b="1" dirty="0">
                    <a:solidFill>
                      <a:srgbClr val="275AFF"/>
                    </a:solidFill>
                    <a:latin typeface="Courier New" panose="02070309020205020404" pitchFamily="49" charset="0"/>
                  </a:rPr>
                  <a:t>void</a:t>
                </a:r>
                <a:r>
                  <a:rPr lang="en-US" sz="1200" b="1" dirty="0">
                    <a:latin typeface="Courier New" panose="02070309020205020404" pitchFamily="49" charset="0"/>
                  </a:rPr>
                  <a:t> Time::</a:t>
                </a:r>
                <a:r>
                  <a:rPr lang="en-US" sz="1200" b="1" dirty="0" err="1">
                    <a:latin typeface="Courier New" panose="02070309020205020404" pitchFamily="49" charset="0"/>
                  </a:rPr>
                  <a:t>printStandard</a:t>
                </a:r>
                <a:r>
                  <a:rPr lang="en-US" sz="1200" b="1" dirty="0">
                    <a:latin typeface="Courier New" panose="02070309020205020404" pitchFamily="49" charset="0"/>
                  </a:rPr>
                  <a:t>()</a:t>
                </a:r>
              </a:p>
              <a:p>
                <a:pPr eaLnBrk="1" hangingPunct="1"/>
                <a:endParaRPr lang="en-US" sz="1200" b="1" dirty="0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12301" name="Group 52"/>
            <p:cNvGrpSpPr>
              <a:grpSpLocks/>
            </p:cNvGrpSpPr>
            <p:nvPr/>
          </p:nvGrpSpPr>
          <p:grpSpPr bwMode="auto">
            <a:xfrm>
              <a:off x="0" y="3706"/>
              <a:ext cx="3072" cy="442"/>
              <a:chOff x="0" y="3706"/>
              <a:chExt cx="3072" cy="442"/>
            </a:xfrm>
          </p:grpSpPr>
          <p:sp>
            <p:nvSpPr>
              <p:cNvPr id="12320" name="Rectangle 51"/>
              <p:cNvSpPr>
                <a:spLocks noChangeArrowheads="1"/>
              </p:cNvSpPr>
              <p:nvPr/>
            </p:nvSpPr>
            <p:spPr bwMode="auto">
              <a:xfrm>
                <a:off x="0" y="3706"/>
                <a:ext cx="85" cy="442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200"/>
              </a:p>
            </p:txBody>
          </p:sp>
          <p:sp>
            <p:nvSpPr>
              <p:cNvPr id="12321" name="Rectangle 14"/>
              <p:cNvSpPr>
                <a:spLocks noChangeArrowheads="1"/>
              </p:cNvSpPr>
              <p:nvPr/>
            </p:nvSpPr>
            <p:spPr bwMode="auto">
              <a:xfrm>
                <a:off x="0" y="3740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200" b="1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43	</a:t>
                </a:r>
                <a:r>
                  <a:rPr lang="en-US" sz="1200" b="1">
                    <a:latin typeface="Courier New" panose="02070309020205020404" pitchFamily="49" charset="0"/>
                  </a:rPr>
                  <a:t>{</a:t>
                </a:r>
              </a:p>
              <a:p>
                <a:pPr eaLnBrk="1" hangingPunct="1"/>
                <a:endParaRPr lang="en-US" sz="1200" b="1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12302" name="Group 54"/>
            <p:cNvGrpSpPr>
              <a:grpSpLocks/>
            </p:cNvGrpSpPr>
            <p:nvPr/>
          </p:nvGrpSpPr>
          <p:grpSpPr bwMode="auto">
            <a:xfrm>
              <a:off x="0" y="4080"/>
              <a:ext cx="3072" cy="442"/>
              <a:chOff x="0" y="4080"/>
              <a:chExt cx="3072" cy="442"/>
            </a:xfrm>
          </p:grpSpPr>
          <p:sp>
            <p:nvSpPr>
              <p:cNvPr id="12318" name="Rectangle 53"/>
              <p:cNvSpPr>
                <a:spLocks noChangeArrowheads="1"/>
              </p:cNvSpPr>
              <p:nvPr/>
            </p:nvSpPr>
            <p:spPr bwMode="auto">
              <a:xfrm>
                <a:off x="0" y="4080"/>
                <a:ext cx="85" cy="442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200"/>
              </a:p>
            </p:txBody>
          </p:sp>
          <p:sp>
            <p:nvSpPr>
              <p:cNvPr id="12319" name="Rectangle 15"/>
              <p:cNvSpPr>
                <a:spLocks noChangeArrowheads="1"/>
              </p:cNvSpPr>
              <p:nvPr/>
            </p:nvSpPr>
            <p:spPr bwMode="auto">
              <a:xfrm>
                <a:off x="0" y="4114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200" b="1" dirty="0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44	</a:t>
                </a:r>
                <a:r>
                  <a:rPr lang="en-US" sz="1200" b="1" dirty="0">
                    <a:latin typeface="Courier New" panose="02070309020205020404" pitchFamily="49" charset="0"/>
                  </a:rPr>
                  <a:t>   </a:t>
                </a:r>
                <a:r>
                  <a:rPr lang="en-US" sz="1200" b="1" dirty="0" err="1">
                    <a:latin typeface="Courier New" panose="02070309020205020404" pitchFamily="49" charset="0"/>
                  </a:rPr>
                  <a:t>cout</a:t>
                </a:r>
                <a:r>
                  <a:rPr lang="en-US" sz="1200" b="1" dirty="0">
                    <a:latin typeface="Courier New" panose="02070309020205020404" pitchFamily="49" charset="0"/>
                  </a:rPr>
                  <a:t> &lt;&lt; ( ( hour == 0 || hour == 12 ) ? 12 : hour % 12 )</a:t>
                </a:r>
              </a:p>
              <a:p>
                <a:pPr eaLnBrk="1" hangingPunct="1"/>
                <a:endParaRPr lang="en-US" sz="1200" b="1" dirty="0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12303" name="Group 56"/>
            <p:cNvGrpSpPr>
              <a:grpSpLocks/>
            </p:cNvGrpSpPr>
            <p:nvPr/>
          </p:nvGrpSpPr>
          <p:grpSpPr bwMode="auto">
            <a:xfrm>
              <a:off x="0" y="4454"/>
              <a:ext cx="3072" cy="442"/>
              <a:chOff x="0" y="4454"/>
              <a:chExt cx="3072" cy="442"/>
            </a:xfrm>
          </p:grpSpPr>
          <p:sp>
            <p:nvSpPr>
              <p:cNvPr id="12316" name="Rectangle 55"/>
              <p:cNvSpPr>
                <a:spLocks noChangeArrowheads="1"/>
              </p:cNvSpPr>
              <p:nvPr/>
            </p:nvSpPr>
            <p:spPr bwMode="auto">
              <a:xfrm>
                <a:off x="0" y="4454"/>
                <a:ext cx="85" cy="442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200"/>
              </a:p>
            </p:txBody>
          </p:sp>
          <p:sp>
            <p:nvSpPr>
              <p:cNvPr id="12317" name="Rectangle 16"/>
              <p:cNvSpPr>
                <a:spLocks noChangeArrowheads="1"/>
              </p:cNvSpPr>
              <p:nvPr/>
            </p:nvSpPr>
            <p:spPr bwMode="auto">
              <a:xfrm>
                <a:off x="0" y="4488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200" b="1" dirty="0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45	</a:t>
                </a:r>
                <a:r>
                  <a:rPr lang="en-US" sz="1200" b="1" dirty="0">
                    <a:latin typeface="Courier New" panose="02070309020205020404" pitchFamily="49" charset="0"/>
                  </a:rPr>
                  <a:t>        &lt;&lt; ":" &lt;&lt; ( minute &lt; 10 ? "0" : "" ) &lt;&lt; minute</a:t>
                </a:r>
              </a:p>
              <a:p>
                <a:pPr eaLnBrk="1" hangingPunct="1"/>
                <a:endParaRPr lang="en-US" sz="1200" b="1" dirty="0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12304" name="Group 58"/>
            <p:cNvGrpSpPr>
              <a:grpSpLocks/>
            </p:cNvGrpSpPr>
            <p:nvPr/>
          </p:nvGrpSpPr>
          <p:grpSpPr bwMode="auto">
            <a:xfrm>
              <a:off x="0" y="4828"/>
              <a:ext cx="3072" cy="442"/>
              <a:chOff x="0" y="4828"/>
              <a:chExt cx="3072" cy="442"/>
            </a:xfrm>
          </p:grpSpPr>
          <p:sp>
            <p:nvSpPr>
              <p:cNvPr id="12314" name="Rectangle 57"/>
              <p:cNvSpPr>
                <a:spLocks noChangeArrowheads="1"/>
              </p:cNvSpPr>
              <p:nvPr/>
            </p:nvSpPr>
            <p:spPr bwMode="auto">
              <a:xfrm>
                <a:off x="0" y="4828"/>
                <a:ext cx="85" cy="442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200"/>
              </a:p>
            </p:txBody>
          </p:sp>
          <p:sp>
            <p:nvSpPr>
              <p:cNvPr id="12315" name="Rectangle 17"/>
              <p:cNvSpPr>
                <a:spLocks noChangeArrowheads="1"/>
              </p:cNvSpPr>
              <p:nvPr/>
            </p:nvSpPr>
            <p:spPr bwMode="auto">
              <a:xfrm>
                <a:off x="0" y="4862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200" b="1" dirty="0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46	</a:t>
                </a:r>
                <a:r>
                  <a:rPr lang="en-US" sz="1200" b="1" dirty="0">
                    <a:latin typeface="Courier New" panose="02070309020205020404" pitchFamily="49" charset="0"/>
                  </a:rPr>
                  <a:t>        &lt;&lt; ":" &lt;&lt; ( second &lt; 10 ? "0" : "" ) &lt;&lt; second</a:t>
                </a:r>
              </a:p>
              <a:p>
                <a:pPr eaLnBrk="1" hangingPunct="1"/>
                <a:endParaRPr lang="en-US" sz="1200" b="1" dirty="0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12305" name="Group 60"/>
            <p:cNvGrpSpPr>
              <a:grpSpLocks/>
            </p:cNvGrpSpPr>
            <p:nvPr/>
          </p:nvGrpSpPr>
          <p:grpSpPr bwMode="auto">
            <a:xfrm>
              <a:off x="0" y="5202"/>
              <a:ext cx="3072" cy="442"/>
              <a:chOff x="0" y="5202"/>
              <a:chExt cx="3072" cy="442"/>
            </a:xfrm>
          </p:grpSpPr>
          <p:sp>
            <p:nvSpPr>
              <p:cNvPr id="12312" name="Rectangle 59"/>
              <p:cNvSpPr>
                <a:spLocks noChangeArrowheads="1"/>
              </p:cNvSpPr>
              <p:nvPr/>
            </p:nvSpPr>
            <p:spPr bwMode="auto">
              <a:xfrm>
                <a:off x="0" y="5202"/>
                <a:ext cx="85" cy="442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200"/>
              </a:p>
            </p:txBody>
          </p:sp>
          <p:sp>
            <p:nvSpPr>
              <p:cNvPr id="12313" name="Rectangle 18"/>
              <p:cNvSpPr>
                <a:spLocks noChangeArrowheads="1"/>
              </p:cNvSpPr>
              <p:nvPr/>
            </p:nvSpPr>
            <p:spPr bwMode="auto">
              <a:xfrm>
                <a:off x="0" y="5236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200" b="1" dirty="0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47	</a:t>
                </a:r>
                <a:r>
                  <a:rPr lang="en-US" sz="1200" b="1" dirty="0">
                    <a:latin typeface="Courier New" panose="02070309020205020404" pitchFamily="49" charset="0"/>
                  </a:rPr>
                  <a:t>        &lt;&lt; ( hour &lt; 12 ? " AM" : " PM" );</a:t>
                </a:r>
              </a:p>
              <a:p>
                <a:pPr eaLnBrk="1" hangingPunct="1"/>
                <a:endParaRPr lang="en-US" sz="1200" b="1" dirty="0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12306" name="Group 62"/>
            <p:cNvGrpSpPr>
              <a:grpSpLocks/>
            </p:cNvGrpSpPr>
            <p:nvPr/>
          </p:nvGrpSpPr>
          <p:grpSpPr bwMode="auto">
            <a:xfrm>
              <a:off x="0" y="5576"/>
              <a:ext cx="3072" cy="442"/>
              <a:chOff x="0" y="5576"/>
              <a:chExt cx="3072" cy="442"/>
            </a:xfrm>
          </p:grpSpPr>
          <p:sp>
            <p:nvSpPr>
              <p:cNvPr id="12310" name="Rectangle 61"/>
              <p:cNvSpPr>
                <a:spLocks noChangeArrowheads="1"/>
              </p:cNvSpPr>
              <p:nvPr/>
            </p:nvSpPr>
            <p:spPr bwMode="auto">
              <a:xfrm>
                <a:off x="0" y="5576"/>
                <a:ext cx="85" cy="442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200"/>
              </a:p>
            </p:txBody>
          </p:sp>
          <p:sp>
            <p:nvSpPr>
              <p:cNvPr id="12311" name="Rectangle 19"/>
              <p:cNvSpPr>
                <a:spLocks noChangeArrowheads="1"/>
              </p:cNvSpPr>
              <p:nvPr/>
            </p:nvSpPr>
            <p:spPr bwMode="auto">
              <a:xfrm>
                <a:off x="0" y="5610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200" b="1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48	</a:t>
                </a:r>
                <a:r>
                  <a:rPr lang="en-US" sz="1200" b="1">
                    <a:latin typeface="Courier New" panose="02070309020205020404" pitchFamily="49" charset="0"/>
                  </a:rPr>
                  <a:t>}</a:t>
                </a:r>
              </a:p>
              <a:p>
                <a:pPr eaLnBrk="1" hangingPunct="1"/>
                <a:endParaRPr lang="en-US" sz="1200" b="1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12307" name="Group 64"/>
            <p:cNvGrpSpPr>
              <a:grpSpLocks/>
            </p:cNvGrpSpPr>
            <p:nvPr/>
          </p:nvGrpSpPr>
          <p:grpSpPr bwMode="auto">
            <a:xfrm>
              <a:off x="0" y="5950"/>
              <a:ext cx="3072" cy="442"/>
              <a:chOff x="0" y="5950"/>
              <a:chExt cx="3072" cy="442"/>
            </a:xfrm>
          </p:grpSpPr>
          <p:sp>
            <p:nvSpPr>
              <p:cNvPr id="12308" name="Rectangle 63"/>
              <p:cNvSpPr>
                <a:spLocks noChangeArrowheads="1"/>
              </p:cNvSpPr>
              <p:nvPr/>
            </p:nvSpPr>
            <p:spPr bwMode="auto">
              <a:xfrm>
                <a:off x="0" y="5950"/>
                <a:ext cx="85" cy="442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200"/>
              </a:p>
            </p:txBody>
          </p:sp>
          <p:sp>
            <p:nvSpPr>
              <p:cNvPr id="12309" name="Rectangle 20"/>
              <p:cNvSpPr>
                <a:spLocks noChangeArrowheads="1"/>
              </p:cNvSpPr>
              <p:nvPr/>
            </p:nvSpPr>
            <p:spPr bwMode="auto">
              <a:xfrm>
                <a:off x="0" y="5984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200" b="1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49	</a:t>
                </a:r>
                <a:endParaRPr lang="en-US" sz="1200" b="1">
                  <a:latin typeface="Courier New" panose="02070309020205020404" pitchFamily="49" charset="0"/>
                </a:endParaRPr>
              </a:p>
              <a:p>
                <a:pPr eaLnBrk="1" hangingPunct="1"/>
                <a:endParaRPr lang="en-US" sz="1200" b="1">
                  <a:latin typeface="Courier New" panose="02070309020205020404" pitchFamily="49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7995753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434" name="Group 46"/>
          <p:cNvGrpSpPr>
            <a:grpSpLocks/>
          </p:cNvGrpSpPr>
          <p:nvPr/>
        </p:nvGrpSpPr>
        <p:grpSpPr bwMode="auto">
          <a:xfrm>
            <a:off x="533400" y="942883"/>
            <a:ext cx="7848600" cy="849405"/>
            <a:chOff x="0" y="3365"/>
            <a:chExt cx="3072" cy="377"/>
          </a:xfrm>
        </p:grpSpPr>
        <p:sp>
          <p:nvSpPr>
            <p:cNvPr id="18477" name="Rectangle 45"/>
            <p:cNvSpPr>
              <a:spLocks noChangeArrowheads="1"/>
            </p:cNvSpPr>
            <p:nvPr/>
          </p:nvSpPr>
          <p:spPr bwMode="auto">
            <a:xfrm>
              <a:off x="0" y="3365"/>
              <a:ext cx="85" cy="377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18478" name="Rectangle 13"/>
            <p:cNvSpPr>
              <a:spLocks noChangeArrowheads="1"/>
            </p:cNvSpPr>
            <p:nvPr/>
          </p:nvSpPr>
          <p:spPr bwMode="auto">
            <a:xfrm>
              <a:off x="0" y="3366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10	</a:t>
              </a:r>
              <a:r>
                <a:rPr lang="en-US" sz="1200" b="1">
                  <a:solidFill>
                    <a:srgbClr val="33CC33"/>
                  </a:solidFill>
                  <a:latin typeface="Courier New" panose="02070309020205020404" pitchFamily="49" charset="0"/>
                </a:rPr>
                <a:t>// Time abstract data type definition</a:t>
              </a:r>
              <a:endParaRPr lang="en-US" sz="1200" b="1">
                <a:latin typeface="Courier New" panose="02070309020205020404" pitchFamily="49" charset="0"/>
              </a:endParaRP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18435" name="Group 48"/>
          <p:cNvGrpSpPr>
            <a:grpSpLocks/>
          </p:cNvGrpSpPr>
          <p:nvPr/>
        </p:nvGrpSpPr>
        <p:grpSpPr bwMode="auto">
          <a:xfrm>
            <a:off x="533400" y="1217521"/>
            <a:ext cx="7848600" cy="849402"/>
            <a:chOff x="0" y="3739"/>
            <a:chExt cx="3072" cy="377"/>
          </a:xfrm>
        </p:grpSpPr>
        <p:sp>
          <p:nvSpPr>
            <p:cNvPr id="18475" name="Rectangle 47"/>
            <p:cNvSpPr>
              <a:spLocks noChangeArrowheads="1"/>
            </p:cNvSpPr>
            <p:nvPr/>
          </p:nvSpPr>
          <p:spPr bwMode="auto">
            <a:xfrm>
              <a:off x="0" y="3739"/>
              <a:ext cx="85" cy="377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18476" name="Rectangle 14"/>
            <p:cNvSpPr>
              <a:spLocks noChangeArrowheads="1"/>
            </p:cNvSpPr>
            <p:nvPr/>
          </p:nvSpPr>
          <p:spPr bwMode="auto">
            <a:xfrm>
              <a:off x="0" y="3740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 dirty="0">
                  <a:solidFill>
                    <a:srgbClr val="4D8DFF"/>
                  </a:solidFill>
                  <a:latin typeface="Courier New" panose="02070309020205020404" pitchFamily="49" charset="0"/>
                </a:rPr>
                <a:t>	11	</a:t>
              </a:r>
              <a:r>
                <a:rPr lang="en-US" sz="1200" b="1" dirty="0">
                  <a:solidFill>
                    <a:srgbClr val="275AFF"/>
                  </a:solidFill>
                  <a:latin typeface="Courier New" panose="02070309020205020404" pitchFamily="49" charset="0"/>
                </a:rPr>
                <a:t>class</a:t>
              </a:r>
              <a:r>
                <a:rPr lang="en-US" sz="1200" b="1" dirty="0">
                  <a:latin typeface="Courier New" panose="02070309020205020404" pitchFamily="49" charset="0"/>
                </a:rPr>
                <a:t> Time {</a:t>
              </a:r>
            </a:p>
            <a:p>
              <a:pPr eaLnBrk="1" hangingPunct="1"/>
              <a:endParaRPr lang="en-US" sz="1200" b="1" dirty="0">
                <a:latin typeface="Courier New" panose="02070309020205020404" pitchFamily="49" charset="0"/>
              </a:endParaRPr>
            </a:p>
          </p:txBody>
        </p:sp>
      </p:grpSp>
      <p:grpSp>
        <p:nvGrpSpPr>
          <p:cNvPr id="18436" name="Group 50"/>
          <p:cNvGrpSpPr>
            <a:grpSpLocks/>
          </p:cNvGrpSpPr>
          <p:nvPr/>
        </p:nvGrpSpPr>
        <p:grpSpPr bwMode="auto">
          <a:xfrm>
            <a:off x="533400" y="1492158"/>
            <a:ext cx="7848600" cy="849405"/>
            <a:chOff x="0" y="4113"/>
            <a:chExt cx="3072" cy="377"/>
          </a:xfrm>
        </p:grpSpPr>
        <p:sp>
          <p:nvSpPr>
            <p:cNvPr id="18473" name="Rectangle 49"/>
            <p:cNvSpPr>
              <a:spLocks noChangeArrowheads="1"/>
            </p:cNvSpPr>
            <p:nvPr/>
          </p:nvSpPr>
          <p:spPr bwMode="auto">
            <a:xfrm>
              <a:off x="0" y="4113"/>
              <a:ext cx="85" cy="377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18474" name="Rectangle 15"/>
            <p:cNvSpPr>
              <a:spLocks noChangeArrowheads="1"/>
            </p:cNvSpPr>
            <p:nvPr/>
          </p:nvSpPr>
          <p:spPr bwMode="auto">
            <a:xfrm>
              <a:off x="0" y="4114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12	</a:t>
              </a:r>
              <a:r>
                <a:rPr lang="en-US" sz="1200" b="1">
                  <a:solidFill>
                    <a:srgbClr val="275AFF"/>
                  </a:solidFill>
                  <a:latin typeface="Courier New" panose="02070309020205020404" pitchFamily="49" charset="0"/>
                </a:rPr>
                <a:t>public:</a:t>
              </a:r>
              <a:endParaRPr lang="en-US" sz="1200" b="1">
                <a:latin typeface="Courier New" panose="02070309020205020404" pitchFamily="49" charset="0"/>
              </a:endParaRP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18437" name="Group 52"/>
          <p:cNvGrpSpPr>
            <a:grpSpLocks/>
          </p:cNvGrpSpPr>
          <p:nvPr/>
        </p:nvGrpSpPr>
        <p:grpSpPr bwMode="auto">
          <a:xfrm>
            <a:off x="533400" y="1768383"/>
            <a:ext cx="7848600" cy="844550"/>
            <a:chOff x="0" y="4487"/>
            <a:chExt cx="3072" cy="377"/>
          </a:xfrm>
        </p:grpSpPr>
        <p:sp>
          <p:nvSpPr>
            <p:cNvPr id="18471" name="Rectangle 51"/>
            <p:cNvSpPr>
              <a:spLocks noChangeArrowheads="1"/>
            </p:cNvSpPr>
            <p:nvPr/>
          </p:nvSpPr>
          <p:spPr bwMode="auto">
            <a:xfrm>
              <a:off x="0" y="4487"/>
              <a:ext cx="85" cy="377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18472" name="Rectangle 16"/>
            <p:cNvSpPr>
              <a:spLocks noChangeArrowheads="1"/>
            </p:cNvSpPr>
            <p:nvPr/>
          </p:nvSpPr>
          <p:spPr bwMode="auto">
            <a:xfrm>
              <a:off x="0" y="4488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 dirty="0">
                  <a:solidFill>
                    <a:srgbClr val="4D8DFF"/>
                  </a:solidFill>
                  <a:latin typeface="Courier New" panose="02070309020205020404" pitchFamily="49" charset="0"/>
                </a:rPr>
                <a:t>	13	</a:t>
              </a:r>
              <a:r>
                <a:rPr lang="en-US" sz="1200" b="1" dirty="0">
                  <a:latin typeface="Courier New" panose="02070309020205020404" pitchFamily="49" charset="0"/>
                </a:rPr>
                <a:t>   </a:t>
              </a:r>
              <a:r>
                <a:rPr lang="en-US" sz="1200" b="1" dirty="0">
                  <a:solidFill>
                    <a:srgbClr val="C00000"/>
                  </a:solidFill>
                  <a:latin typeface="Courier New" panose="02070309020205020404" pitchFamily="49" charset="0"/>
                </a:rPr>
                <a:t>Time( </a:t>
              </a:r>
              <a:r>
                <a:rPr lang="en-US" sz="1200" b="1" dirty="0" err="1">
                  <a:solidFill>
                    <a:srgbClr val="C00000"/>
                  </a:solidFill>
                  <a:latin typeface="Courier New" panose="02070309020205020404" pitchFamily="49" charset="0"/>
                </a:rPr>
                <a:t>int</a:t>
              </a:r>
              <a:r>
                <a:rPr lang="en-US" sz="1200" b="1" dirty="0">
                  <a:solidFill>
                    <a:srgbClr val="C00000"/>
                  </a:solidFill>
                  <a:latin typeface="Courier New" panose="02070309020205020404" pitchFamily="49" charset="0"/>
                </a:rPr>
                <a:t> = 0, </a:t>
              </a:r>
              <a:r>
                <a:rPr lang="en-US" sz="1200" b="1" dirty="0" err="1">
                  <a:solidFill>
                    <a:srgbClr val="C00000"/>
                  </a:solidFill>
                  <a:latin typeface="Courier New" panose="02070309020205020404" pitchFamily="49" charset="0"/>
                </a:rPr>
                <a:t>int</a:t>
              </a:r>
              <a:r>
                <a:rPr lang="en-US" sz="1200" b="1" dirty="0">
                  <a:solidFill>
                    <a:srgbClr val="C00000"/>
                  </a:solidFill>
                  <a:latin typeface="Courier New" panose="02070309020205020404" pitchFamily="49" charset="0"/>
                </a:rPr>
                <a:t> = 0, </a:t>
              </a:r>
              <a:r>
                <a:rPr lang="en-US" sz="1200" b="1" dirty="0" err="1">
                  <a:solidFill>
                    <a:srgbClr val="C00000"/>
                  </a:solidFill>
                  <a:latin typeface="Courier New" panose="02070309020205020404" pitchFamily="49" charset="0"/>
                </a:rPr>
                <a:t>int</a:t>
              </a:r>
              <a:r>
                <a:rPr lang="en-US" sz="1200" b="1" dirty="0">
                  <a:solidFill>
                    <a:srgbClr val="C00000"/>
                  </a:solidFill>
                  <a:latin typeface="Courier New" panose="02070309020205020404" pitchFamily="49" charset="0"/>
                </a:rPr>
                <a:t> = 0 );  </a:t>
              </a:r>
              <a:r>
                <a:rPr lang="en-US" sz="1200" b="1" dirty="0">
                  <a:solidFill>
                    <a:srgbClr val="33CC33"/>
                  </a:solidFill>
                  <a:latin typeface="Courier New" panose="02070309020205020404" pitchFamily="49" charset="0"/>
                </a:rPr>
                <a:t>// default constructor</a:t>
              </a:r>
              <a:endParaRPr lang="en-US" sz="1200" b="1" dirty="0">
                <a:latin typeface="Courier New" panose="02070309020205020404" pitchFamily="49" charset="0"/>
              </a:endParaRPr>
            </a:p>
            <a:p>
              <a:pPr eaLnBrk="1" hangingPunct="1"/>
              <a:endParaRPr lang="en-US" sz="1200" b="1" dirty="0">
                <a:latin typeface="Courier New" panose="02070309020205020404" pitchFamily="49" charset="0"/>
              </a:endParaRPr>
            </a:p>
          </p:txBody>
        </p:sp>
      </p:grpSp>
      <p:grpSp>
        <p:nvGrpSpPr>
          <p:cNvPr id="18438" name="Group 54"/>
          <p:cNvGrpSpPr>
            <a:grpSpLocks/>
          </p:cNvGrpSpPr>
          <p:nvPr/>
        </p:nvGrpSpPr>
        <p:grpSpPr bwMode="auto">
          <a:xfrm>
            <a:off x="533400" y="2043021"/>
            <a:ext cx="7848600" cy="844550"/>
            <a:chOff x="0" y="4861"/>
            <a:chExt cx="3072" cy="377"/>
          </a:xfrm>
        </p:grpSpPr>
        <p:sp>
          <p:nvSpPr>
            <p:cNvPr id="18469" name="Rectangle 53"/>
            <p:cNvSpPr>
              <a:spLocks noChangeArrowheads="1"/>
            </p:cNvSpPr>
            <p:nvPr/>
          </p:nvSpPr>
          <p:spPr bwMode="auto">
            <a:xfrm>
              <a:off x="0" y="4861"/>
              <a:ext cx="85" cy="377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18470" name="Rectangle 17"/>
            <p:cNvSpPr>
              <a:spLocks noChangeArrowheads="1"/>
            </p:cNvSpPr>
            <p:nvPr/>
          </p:nvSpPr>
          <p:spPr bwMode="auto">
            <a:xfrm>
              <a:off x="0" y="4862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 dirty="0">
                  <a:solidFill>
                    <a:srgbClr val="4D8DFF"/>
                  </a:solidFill>
                  <a:latin typeface="Courier New" panose="02070309020205020404" pitchFamily="49" charset="0"/>
                </a:rPr>
                <a:t>	14	</a:t>
              </a:r>
              <a:r>
                <a:rPr lang="en-US" sz="1200" b="1" dirty="0">
                  <a:latin typeface="Courier New" panose="02070309020205020404" pitchFamily="49" charset="0"/>
                </a:rPr>
                <a:t>   </a:t>
              </a:r>
              <a:r>
                <a:rPr lang="en-US" sz="1200" b="1" dirty="0">
                  <a:solidFill>
                    <a:srgbClr val="275AFF"/>
                  </a:solidFill>
                  <a:latin typeface="Courier New" panose="02070309020205020404" pitchFamily="49" charset="0"/>
                </a:rPr>
                <a:t>void</a:t>
              </a:r>
              <a:r>
                <a:rPr lang="en-US" sz="1200" b="1" dirty="0">
                  <a:latin typeface="Courier New" panose="02070309020205020404" pitchFamily="49" charset="0"/>
                </a:rPr>
                <a:t> </a:t>
              </a:r>
              <a:r>
                <a:rPr lang="en-US" sz="1200" b="1" dirty="0" err="1">
                  <a:latin typeface="Courier New" panose="02070309020205020404" pitchFamily="49" charset="0"/>
                </a:rPr>
                <a:t>setTime</a:t>
              </a:r>
              <a:r>
                <a:rPr lang="en-US" sz="1200" b="1" dirty="0">
                  <a:latin typeface="Courier New" panose="02070309020205020404" pitchFamily="49" charset="0"/>
                </a:rPr>
                <a:t>( </a:t>
              </a:r>
              <a:r>
                <a:rPr lang="en-US" sz="1200" b="1" dirty="0" err="1">
                  <a:solidFill>
                    <a:srgbClr val="275AFF"/>
                  </a:solidFill>
                  <a:latin typeface="Courier New" panose="02070309020205020404" pitchFamily="49" charset="0"/>
                </a:rPr>
                <a:t>int</a:t>
              </a:r>
              <a:r>
                <a:rPr lang="en-US" sz="1200" b="1" dirty="0">
                  <a:latin typeface="Courier New" panose="02070309020205020404" pitchFamily="49" charset="0"/>
                </a:rPr>
                <a:t>, </a:t>
              </a:r>
              <a:r>
                <a:rPr lang="en-US" sz="1200" b="1" dirty="0" err="1">
                  <a:solidFill>
                    <a:srgbClr val="275AFF"/>
                  </a:solidFill>
                  <a:latin typeface="Courier New" panose="02070309020205020404" pitchFamily="49" charset="0"/>
                </a:rPr>
                <a:t>int</a:t>
              </a:r>
              <a:r>
                <a:rPr lang="en-US" sz="1200" b="1" dirty="0">
                  <a:latin typeface="Courier New" panose="02070309020205020404" pitchFamily="49" charset="0"/>
                </a:rPr>
                <a:t>, </a:t>
              </a:r>
              <a:r>
                <a:rPr lang="en-US" sz="1200" b="1" dirty="0" err="1">
                  <a:solidFill>
                    <a:srgbClr val="275AFF"/>
                  </a:solidFill>
                  <a:latin typeface="Courier New" panose="02070309020205020404" pitchFamily="49" charset="0"/>
                </a:rPr>
                <a:t>int</a:t>
              </a:r>
              <a:r>
                <a:rPr lang="en-US" sz="1200" b="1" dirty="0">
                  <a:latin typeface="Courier New" panose="02070309020205020404" pitchFamily="49" charset="0"/>
                </a:rPr>
                <a:t> ); </a:t>
              </a:r>
              <a:r>
                <a:rPr lang="en-US" sz="1200" b="1" dirty="0">
                  <a:solidFill>
                    <a:srgbClr val="33CC33"/>
                  </a:solidFill>
                  <a:latin typeface="Courier New" panose="02070309020205020404" pitchFamily="49" charset="0"/>
                </a:rPr>
                <a:t>// set hour, minute, second</a:t>
              </a:r>
              <a:endParaRPr lang="en-US" sz="1200" b="1" dirty="0">
                <a:latin typeface="Courier New" panose="02070309020205020404" pitchFamily="49" charset="0"/>
              </a:endParaRPr>
            </a:p>
            <a:p>
              <a:pPr eaLnBrk="1" hangingPunct="1"/>
              <a:endParaRPr lang="en-US" sz="1200" b="1" dirty="0">
                <a:latin typeface="Courier New" panose="02070309020205020404" pitchFamily="49" charset="0"/>
              </a:endParaRPr>
            </a:p>
          </p:txBody>
        </p:sp>
      </p:grpSp>
      <p:grpSp>
        <p:nvGrpSpPr>
          <p:cNvPr id="18439" name="Group 56"/>
          <p:cNvGrpSpPr>
            <a:grpSpLocks/>
          </p:cNvGrpSpPr>
          <p:nvPr/>
        </p:nvGrpSpPr>
        <p:grpSpPr bwMode="auto">
          <a:xfrm>
            <a:off x="533400" y="2317658"/>
            <a:ext cx="7848600" cy="849405"/>
            <a:chOff x="0" y="5235"/>
            <a:chExt cx="3072" cy="377"/>
          </a:xfrm>
        </p:grpSpPr>
        <p:sp>
          <p:nvSpPr>
            <p:cNvPr id="18467" name="Rectangle 55"/>
            <p:cNvSpPr>
              <a:spLocks noChangeArrowheads="1"/>
            </p:cNvSpPr>
            <p:nvPr/>
          </p:nvSpPr>
          <p:spPr bwMode="auto">
            <a:xfrm>
              <a:off x="0" y="5235"/>
              <a:ext cx="85" cy="377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18468" name="Rectangle 18"/>
            <p:cNvSpPr>
              <a:spLocks noChangeArrowheads="1"/>
            </p:cNvSpPr>
            <p:nvPr/>
          </p:nvSpPr>
          <p:spPr bwMode="auto">
            <a:xfrm>
              <a:off x="0" y="5236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15	</a:t>
              </a:r>
              <a:r>
                <a:rPr lang="en-US" sz="1200" b="1">
                  <a:latin typeface="Courier New" panose="02070309020205020404" pitchFamily="49" charset="0"/>
                </a:rPr>
                <a:t>   </a:t>
              </a:r>
              <a:r>
                <a:rPr lang="en-US" sz="1200" b="1">
                  <a:solidFill>
                    <a:srgbClr val="275AFF"/>
                  </a:solidFill>
                  <a:latin typeface="Courier New" panose="02070309020205020404" pitchFamily="49" charset="0"/>
                </a:rPr>
                <a:t>void</a:t>
              </a:r>
              <a:r>
                <a:rPr lang="en-US" sz="1200" b="1">
                  <a:latin typeface="Courier New" panose="02070309020205020404" pitchFamily="49" charset="0"/>
                </a:rPr>
                <a:t> printMilitary();          </a:t>
              </a:r>
              <a:r>
                <a:rPr lang="en-US" sz="1200" b="1">
                  <a:solidFill>
                    <a:srgbClr val="33CC33"/>
                  </a:solidFill>
                  <a:latin typeface="Courier New" panose="02070309020205020404" pitchFamily="49" charset="0"/>
                </a:rPr>
                <a:t>// print military time format</a:t>
              </a:r>
              <a:endParaRPr lang="en-US" sz="1200" b="1">
                <a:latin typeface="Courier New" panose="02070309020205020404" pitchFamily="49" charset="0"/>
              </a:endParaRP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18440" name="Group 58"/>
          <p:cNvGrpSpPr>
            <a:grpSpLocks/>
          </p:cNvGrpSpPr>
          <p:nvPr/>
        </p:nvGrpSpPr>
        <p:grpSpPr bwMode="auto">
          <a:xfrm>
            <a:off x="533400" y="2592296"/>
            <a:ext cx="7848600" cy="849402"/>
            <a:chOff x="0" y="5609"/>
            <a:chExt cx="3072" cy="377"/>
          </a:xfrm>
        </p:grpSpPr>
        <p:sp>
          <p:nvSpPr>
            <p:cNvPr id="18465" name="Rectangle 57"/>
            <p:cNvSpPr>
              <a:spLocks noChangeArrowheads="1"/>
            </p:cNvSpPr>
            <p:nvPr/>
          </p:nvSpPr>
          <p:spPr bwMode="auto">
            <a:xfrm>
              <a:off x="0" y="5609"/>
              <a:ext cx="85" cy="377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18466" name="Rectangle 19"/>
            <p:cNvSpPr>
              <a:spLocks noChangeArrowheads="1"/>
            </p:cNvSpPr>
            <p:nvPr/>
          </p:nvSpPr>
          <p:spPr bwMode="auto">
            <a:xfrm>
              <a:off x="0" y="5610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 dirty="0">
                  <a:solidFill>
                    <a:srgbClr val="4D8DFF"/>
                  </a:solidFill>
                  <a:latin typeface="Courier New" panose="02070309020205020404" pitchFamily="49" charset="0"/>
                </a:rPr>
                <a:t>	16	</a:t>
              </a:r>
              <a:r>
                <a:rPr lang="en-US" sz="1200" b="1" dirty="0">
                  <a:latin typeface="Courier New" panose="02070309020205020404" pitchFamily="49" charset="0"/>
                </a:rPr>
                <a:t>   </a:t>
              </a:r>
              <a:r>
                <a:rPr lang="en-US" sz="1200" b="1" dirty="0">
                  <a:solidFill>
                    <a:srgbClr val="275AFF"/>
                  </a:solidFill>
                  <a:latin typeface="Courier New" panose="02070309020205020404" pitchFamily="49" charset="0"/>
                </a:rPr>
                <a:t>void</a:t>
              </a:r>
              <a:r>
                <a:rPr lang="en-US" sz="1200" b="1" dirty="0">
                  <a:latin typeface="Courier New" panose="02070309020205020404" pitchFamily="49" charset="0"/>
                </a:rPr>
                <a:t> </a:t>
              </a:r>
              <a:r>
                <a:rPr lang="en-US" sz="1200" b="1" dirty="0" err="1">
                  <a:latin typeface="Courier New" panose="02070309020205020404" pitchFamily="49" charset="0"/>
                </a:rPr>
                <a:t>printStandard</a:t>
              </a:r>
              <a:r>
                <a:rPr lang="en-US" sz="1200" b="1" dirty="0">
                  <a:latin typeface="Courier New" panose="02070309020205020404" pitchFamily="49" charset="0"/>
                </a:rPr>
                <a:t>();          </a:t>
              </a:r>
              <a:r>
                <a:rPr lang="en-US" sz="1200" b="1" dirty="0">
                  <a:solidFill>
                    <a:srgbClr val="33CC33"/>
                  </a:solidFill>
                  <a:latin typeface="Courier New" panose="02070309020205020404" pitchFamily="49" charset="0"/>
                </a:rPr>
                <a:t>// print standard time format</a:t>
              </a:r>
              <a:endParaRPr lang="en-US" sz="1200" b="1" dirty="0">
                <a:latin typeface="Courier New" panose="02070309020205020404" pitchFamily="49" charset="0"/>
              </a:endParaRPr>
            </a:p>
            <a:p>
              <a:pPr eaLnBrk="1" hangingPunct="1"/>
              <a:endParaRPr lang="en-US" sz="1200" b="1" dirty="0">
                <a:latin typeface="Courier New" panose="02070309020205020404" pitchFamily="49" charset="0"/>
              </a:endParaRPr>
            </a:p>
          </p:txBody>
        </p:sp>
      </p:grpSp>
      <p:grpSp>
        <p:nvGrpSpPr>
          <p:cNvPr id="18441" name="Group 60"/>
          <p:cNvGrpSpPr>
            <a:grpSpLocks/>
          </p:cNvGrpSpPr>
          <p:nvPr/>
        </p:nvGrpSpPr>
        <p:grpSpPr bwMode="auto">
          <a:xfrm>
            <a:off x="533400" y="2866933"/>
            <a:ext cx="7848600" cy="849405"/>
            <a:chOff x="0" y="5983"/>
            <a:chExt cx="3072" cy="377"/>
          </a:xfrm>
        </p:grpSpPr>
        <p:sp>
          <p:nvSpPr>
            <p:cNvPr id="18463" name="Rectangle 59"/>
            <p:cNvSpPr>
              <a:spLocks noChangeArrowheads="1"/>
            </p:cNvSpPr>
            <p:nvPr/>
          </p:nvSpPr>
          <p:spPr bwMode="auto">
            <a:xfrm>
              <a:off x="0" y="5983"/>
              <a:ext cx="85" cy="377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18464" name="Rectangle 20"/>
            <p:cNvSpPr>
              <a:spLocks noChangeArrowheads="1"/>
            </p:cNvSpPr>
            <p:nvPr/>
          </p:nvSpPr>
          <p:spPr bwMode="auto">
            <a:xfrm>
              <a:off x="0" y="5984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17	</a:t>
              </a:r>
              <a:r>
                <a:rPr lang="en-US" sz="1200" b="1">
                  <a:solidFill>
                    <a:srgbClr val="275AFF"/>
                  </a:solidFill>
                  <a:latin typeface="Courier New" panose="02070309020205020404" pitchFamily="49" charset="0"/>
                </a:rPr>
                <a:t>private:</a:t>
              </a:r>
              <a:endParaRPr lang="en-US" sz="1200" b="1">
                <a:latin typeface="Courier New" panose="02070309020205020404" pitchFamily="49" charset="0"/>
              </a:endParaRP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18442" name="Group 62"/>
          <p:cNvGrpSpPr>
            <a:grpSpLocks/>
          </p:cNvGrpSpPr>
          <p:nvPr/>
        </p:nvGrpSpPr>
        <p:grpSpPr bwMode="auto">
          <a:xfrm>
            <a:off x="533400" y="3143158"/>
            <a:ext cx="7848600" cy="844550"/>
            <a:chOff x="0" y="6357"/>
            <a:chExt cx="3072" cy="377"/>
          </a:xfrm>
        </p:grpSpPr>
        <p:sp>
          <p:nvSpPr>
            <p:cNvPr id="18461" name="Rectangle 61"/>
            <p:cNvSpPr>
              <a:spLocks noChangeArrowheads="1"/>
            </p:cNvSpPr>
            <p:nvPr/>
          </p:nvSpPr>
          <p:spPr bwMode="auto">
            <a:xfrm>
              <a:off x="0" y="6357"/>
              <a:ext cx="85" cy="377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18462" name="Rectangle 21"/>
            <p:cNvSpPr>
              <a:spLocks noChangeArrowheads="1"/>
            </p:cNvSpPr>
            <p:nvPr/>
          </p:nvSpPr>
          <p:spPr bwMode="auto">
            <a:xfrm>
              <a:off x="0" y="6358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18	</a:t>
              </a:r>
              <a:r>
                <a:rPr lang="en-US" sz="1200" b="1">
                  <a:latin typeface="Courier New" panose="02070309020205020404" pitchFamily="49" charset="0"/>
                </a:rPr>
                <a:t>   </a:t>
              </a:r>
              <a:r>
                <a:rPr lang="en-US" sz="1200" b="1">
                  <a:solidFill>
                    <a:srgbClr val="275AFF"/>
                  </a:solidFill>
                  <a:latin typeface="Courier New" panose="02070309020205020404" pitchFamily="49" charset="0"/>
                </a:rPr>
                <a:t>int</a:t>
              </a:r>
              <a:r>
                <a:rPr lang="en-US" sz="1200" b="1">
                  <a:latin typeface="Courier New" panose="02070309020205020404" pitchFamily="49" charset="0"/>
                </a:rPr>
                <a:t> hour;     </a:t>
              </a:r>
              <a:r>
                <a:rPr lang="en-US" sz="1200" b="1">
                  <a:solidFill>
                    <a:srgbClr val="33CC33"/>
                  </a:solidFill>
                  <a:latin typeface="Courier New" panose="02070309020205020404" pitchFamily="49" charset="0"/>
                </a:rPr>
                <a:t>// 0 - 23</a:t>
              </a:r>
              <a:endParaRPr lang="en-US" sz="1200" b="1">
                <a:latin typeface="Courier New" panose="02070309020205020404" pitchFamily="49" charset="0"/>
              </a:endParaRP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18443" name="Group 64"/>
          <p:cNvGrpSpPr>
            <a:grpSpLocks/>
          </p:cNvGrpSpPr>
          <p:nvPr/>
        </p:nvGrpSpPr>
        <p:grpSpPr bwMode="auto">
          <a:xfrm>
            <a:off x="533400" y="3417796"/>
            <a:ext cx="7848600" cy="844550"/>
            <a:chOff x="0" y="6731"/>
            <a:chExt cx="3072" cy="377"/>
          </a:xfrm>
        </p:grpSpPr>
        <p:sp>
          <p:nvSpPr>
            <p:cNvPr id="18459" name="Rectangle 63"/>
            <p:cNvSpPr>
              <a:spLocks noChangeArrowheads="1"/>
            </p:cNvSpPr>
            <p:nvPr/>
          </p:nvSpPr>
          <p:spPr bwMode="auto">
            <a:xfrm>
              <a:off x="0" y="6731"/>
              <a:ext cx="85" cy="377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18460" name="Rectangle 22"/>
            <p:cNvSpPr>
              <a:spLocks noChangeArrowheads="1"/>
            </p:cNvSpPr>
            <p:nvPr/>
          </p:nvSpPr>
          <p:spPr bwMode="auto">
            <a:xfrm>
              <a:off x="0" y="6732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19	</a:t>
              </a:r>
              <a:r>
                <a:rPr lang="en-US" sz="1200" b="1">
                  <a:latin typeface="Courier New" panose="02070309020205020404" pitchFamily="49" charset="0"/>
                </a:rPr>
                <a:t>   </a:t>
              </a:r>
              <a:r>
                <a:rPr lang="en-US" sz="1200" b="1">
                  <a:solidFill>
                    <a:srgbClr val="275AFF"/>
                  </a:solidFill>
                  <a:latin typeface="Courier New" panose="02070309020205020404" pitchFamily="49" charset="0"/>
                </a:rPr>
                <a:t>int</a:t>
              </a:r>
              <a:r>
                <a:rPr lang="en-US" sz="1200" b="1">
                  <a:latin typeface="Courier New" panose="02070309020205020404" pitchFamily="49" charset="0"/>
                </a:rPr>
                <a:t> minute;   </a:t>
              </a:r>
              <a:r>
                <a:rPr lang="en-US" sz="1200" b="1">
                  <a:solidFill>
                    <a:srgbClr val="33CC33"/>
                  </a:solidFill>
                  <a:latin typeface="Courier New" panose="02070309020205020404" pitchFamily="49" charset="0"/>
                </a:rPr>
                <a:t>// 0 - 59</a:t>
              </a:r>
              <a:endParaRPr lang="en-US" sz="1200" b="1">
                <a:latin typeface="Courier New" panose="02070309020205020404" pitchFamily="49" charset="0"/>
              </a:endParaRP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18444" name="Group 66"/>
          <p:cNvGrpSpPr>
            <a:grpSpLocks/>
          </p:cNvGrpSpPr>
          <p:nvPr/>
        </p:nvGrpSpPr>
        <p:grpSpPr bwMode="auto">
          <a:xfrm>
            <a:off x="533400" y="3692433"/>
            <a:ext cx="7848600" cy="849405"/>
            <a:chOff x="0" y="7105"/>
            <a:chExt cx="3072" cy="377"/>
          </a:xfrm>
        </p:grpSpPr>
        <p:sp>
          <p:nvSpPr>
            <p:cNvPr id="18457" name="Rectangle 65"/>
            <p:cNvSpPr>
              <a:spLocks noChangeArrowheads="1"/>
            </p:cNvSpPr>
            <p:nvPr/>
          </p:nvSpPr>
          <p:spPr bwMode="auto">
            <a:xfrm>
              <a:off x="0" y="7105"/>
              <a:ext cx="85" cy="377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18458" name="Rectangle 23"/>
            <p:cNvSpPr>
              <a:spLocks noChangeArrowheads="1"/>
            </p:cNvSpPr>
            <p:nvPr/>
          </p:nvSpPr>
          <p:spPr bwMode="auto">
            <a:xfrm>
              <a:off x="0" y="7106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20	</a:t>
              </a:r>
              <a:r>
                <a:rPr lang="en-US" sz="1200" b="1">
                  <a:latin typeface="Courier New" panose="02070309020205020404" pitchFamily="49" charset="0"/>
                </a:rPr>
                <a:t>   </a:t>
              </a:r>
              <a:r>
                <a:rPr lang="en-US" sz="1200" b="1">
                  <a:solidFill>
                    <a:srgbClr val="275AFF"/>
                  </a:solidFill>
                  <a:latin typeface="Courier New" panose="02070309020205020404" pitchFamily="49" charset="0"/>
                </a:rPr>
                <a:t>int</a:t>
              </a:r>
              <a:r>
                <a:rPr lang="en-US" sz="1200" b="1">
                  <a:latin typeface="Courier New" panose="02070309020205020404" pitchFamily="49" charset="0"/>
                </a:rPr>
                <a:t> second;   </a:t>
              </a:r>
              <a:r>
                <a:rPr lang="en-US" sz="1200" b="1">
                  <a:solidFill>
                    <a:srgbClr val="33CC33"/>
                  </a:solidFill>
                  <a:latin typeface="Courier New" panose="02070309020205020404" pitchFamily="49" charset="0"/>
                </a:rPr>
                <a:t>// 0 - 59</a:t>
              </a:r>
              <a:endParaRPr lang="en-US" sz="1200" b="1">
                <a:latin typeface="Courier New" panose="02070309020205020404" pitchFamily="49" charset="0"/>
              </a:endParaRP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18445" name="Group 68"/>
          <p:cNvGrpSpPr>
            <a:grpSpLocks/>
          </p:cNvGrpSpPr>
          <p:nvPr/>
        </p:nvGrpSpPr>
        <p:grpSpPr bwMode="auto">
          <a:xfrm>
            <a:off x="533400" y="3967071"/>
            <a:ext cx="7848600" cy="849402"/>
            <a:chOff x="0" y="7479"/>
            <a:chExt cx="3072" cy="377"/>
          </a:xfrm>
        </p:grpSpPr>
        <p:sp>
          <p:nvSpPr>
            <p:cNvPr id="18455" name="Rectangle 67"/>
            <p:cNvSpPr>
              <a:spLocks noChangeArrowheads="1"/>
            </p:cNvSpPr>
            <p:nvPr/>
          </p:nvSpPr>
          <p:spPr bwMode="auto">
            <a:xfrm>
              <a:off x="0" y="7479"/>
              <a:ext cx="85" cy="377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18456" name="Rectangle 24"/>
            <p:cNvSpPr>
              <a:spLocks noChangeArrowheads="1"/>
            </p:cNvSpPr>
            <p:nvPr/>
          </p:nvSpPr>
          <p:spPr bwMode="auto">
            <a:xfrm>
              <a:off x="0" y="7480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21	</a:t>
              </a:r>
              <a:r>
                <a:rPr lang="en-US" sz="1200" b="1">
                  <a:latin typeface="Courier New" panose="02070309020205020404" pitchFamily="49" charset="0"/>
                </a:rPr>
                <a:t>};</a:t>
              </a: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18446" name="Group 70"/>
          <p:cNvGrpSpPr>
            <a:grpSpLocks/>
          </p:cNvGrpSpPr>
          <p:nvPr/>
        </p:nvGrpSpPr>
        <p:grpSpPr bwMode="auto">
          <a:xfrm>
            <a:off x="533400" y="4241708"/>
            <a:ext cx="7848600" cy="849405"/>
            <a:chOff x="0" y="7853"/>
            <a:chExt cx="3072" cy="377"/>
          </a:xfrm>
        </p:grpSpPr>
        <p:sp>
          <p:nvSpPr>
            <p:cNvPr id="18453" name="Rectangle 69"/>
            <p:cNvSpPr>
              <a:spLocks noChangeArrowheads="1"/>
            </p:cNvSpPr>
            <p:nvPr/>
          </p:nvSpPr>
          <p:spPr bwMode="auto">
            <a:xfrm>
              <a:off x="0" y="7853"/>
              <a:ext cx="85" cy="377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18454" name="Rectangle 25"/>
            <p:cNvSpPr>
              <a:spLocks noChangeArrowheads="1"/>
            </p:cNvSpPr>
            <p:nvPr/>
          </p:nvSpPr>
          <p:spPr bwMode="auto">
            <a:xfrm>
              <a:off x="0" y="7854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22	</a:t>
              </a:r>
              <a:endParaRPr lang="en-US" sz="1200" b="1">
                <a:latin typeface="Courier New" panose="02070309020205020404" pitchFamily="49" charset="0"/>
              </a:endParaRP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18447" name="Group 72"/>
          <p:cNvGrpSpPr>
            <a:grpSpLocks/>
          </p:cNvGrpSpPr>
          <p:nvPr/>
        </p:nvGrpSpPr>
        <p:grpSpPr bwMode="auto">
          <a:xfrm>
            <a:off x="533400" y="4517933"/>
            <a:ext cx="7848600" cy="844550"/>
            <a:chOff x="0" y="8227"/>
            <a:chExt cx="3072" cy="377"/>
          </a:xfrm>
        </p:grpSpPr>
        <p:sp>
          <p:nvSpPr>
            <p:cNvPr id="18451" name="Rectangle 71"/>
            <p:cNvSpPr>
              <a:spLocks noChangeArrowheads="1"/>
            </p:cNvSpPr>
            <p:nvPr/>
          </p:nvSpPr>
          <p:spPr bwMode="auto">
            <a:xfrm>
              <a:off x="0" y="8227"/>
              <a:ext cx="85" cy="377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18452" name="Rectangle 26"/>
            <p:cNvSpPr>
              <a:spLocks noChangeArrowheads="1"/>
            </p:cNvSpPr>
            <p:nvPr/>
          </p:nvSpPr>
          <p:spPr bwMode="auto">
            <a:xfrm>
              <a:off x="0" y="8228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23	</a:t>
              </a:r>
              <a:r>
                <a:rPr lang="en-US" sz="1200" b="1">
                  <a:latin typeface="Courier New" panose="02070309020205020404" pitchFamily="49" charset="0"/>
                </a:rPr>
                <a:t>#endif</a:t>
              </a: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16" name="Group 78"/>
          <p:cNvGrpSpPr>
            <a:grpSpLocks/>
          </p:cNvGrpSpPr>
          <p:nvPr/>
        </p:nvGrpSpPr>
        <p:grpSpPr bwMode="auto">
          <a:xfrm>
            <a:off x="4191000" y="152401"/>
            <a:ext cx="4953000" cy="1362982"/>
            <a:chOff x="2784" y="1872"/>
            <a:chExt cx="2928" cy="989"/>
          </a:xfrm>
        </p:grpSpPr>
        <p:sp>
          <p:nvSpPr>
            <p:cNvPr id="18449" name="Line 74"/>
            <p:cNvSpPr>
              <a:spLocks noChangeShapeType="1"/>
            </p:cNvSpPr>
            <p:nvPr/>
          </p:nvSpPr>
          <p:spPr bwMode="auto">
            <a:xfrm flipH="1">
              <a:off x="2784" y="1968"/>
              <a:ext cx="1344" cy="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>
              <a:spAutoFit/>
            </a:bodyPr>
            <a:lstStyle/>
            <a:p>
              <a:endParaRPr lang="en-US" sz="2000"/>
            </a:p>
          </p:txBody>
        </p:sp>
        <p:sp>
          <p:nvSpPr>
            <p:cNvPr id="18450" name="Text Box 75"/>
            <p:cNvSpPr txBox="1">
              <a:spLocks noChangeArrowheads="1"/>
            </p:cNvSpPr>
            <p:nvPr/>
          </p:nvSpPr>
          <p:spPr bwMode="auto">
            <a:xfrm>
              <a:off x="3312" y="1872"/>
              <a:ext cx="2400" cy="989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just" eaLnBrk="1" hangingPunct="1"/>
              <a:r>
                <a:rPr lang="en-US" sz="1600" b="1" dirty="0"/>
                <a:t>Notice that </a:t>
              </a:r>
              <a:r>
                <a:rPr lang="en-US" sz="1600" b="1" dirty="0">
                  <a:solidFill>
                    <a:srgbClr val="FF0000"/>
                  </a:solidFill>
                </a:rPr>
                <a:t>default settings </a:t>
              </a:r>
              <a:r>
                <a:rPr lang="en-US" sz="1600" b="1" dirty="0"/>
                <a:t>for the three member variables are set in constructor prototype.  </a:t>
              </a:r>
              <a:r>
                <a:rPr lang="en-US" sz="1600" b="1" dirty="0">
                  <a:solidFill>
                    <a:srgbClr val="FF0000"/>
                  </a:solidFill>
                </a:rPr>
                <a:t>No names are needed</a:t>
              </a:r>
              <a:r>
                <a:rPr lang="en-US" sz="1600" b="1" dirty="0"/>
                <a:t>; the </a:t>
              </a:r>
              <a:r>
                <a:rPr lang="en-US" sz="1600" b="1" dirty="0">
                  <a:solidFill>
                    <a:srgbClr val="008000"/>
                  </a:solidFill>
                </a:rPr>
                <a:t>defaults are applied in the order the variables are declared.</a:t>
              </a:r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2362200" y="5715000"/>
            <a:ext cx="4648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>
                <a:solidFill>
                  <a:srgbClr val="D20000"/>
                </a:solidFill>
              </a:rPr>
              <a:t>Default Parameters in Constructor</a:t>
            </a:r>
          </a:p>
        </p:txBody>
      </p:sp>
      <p:sp>
        <p:nvSpPr>
          <p:cNvPr id="48" name="Rectangle 2"/>
          <p:cNvSpPr txBox="1">
            <a:spLocks noChangeArrowheads="1"/>
          </p:cNvSpPr>
          <p:nvPr/>
        </p:nvSpPr>
        <p:spPr>
          <a:xfrm>
            <a:off x="29183" y="19455"/>
            <a:ext cx="4572000" cy="9906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rgbClr val="D20000"/>
                </a:solidFill>
                <a:cs typeface="Arial" panose="020B0604020202020204" pitchFamily="34" charset="0"/>
              </a:rPr>
              <a:t>Initializing Objects</a:t>
            </a:r>
          </a:p>
        </p:txBody>
      </p:sp>
    </p:spTree>
    <p:extLst>
      <p:ext uri="{BB962C8B-B14F-4D97-AF65-F5344CB8AC3E}">
        <p14:creationId xmlns:p14="http://schemas.microsoft.com/office/powerpoint/2010/main" val="13345935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458" name="Group 269"/>
          <p:cNvGrpSpPr>
            <a:grpSpLocks/>
          </p:cNvGrpSpPr>
          <p:nvPr/>
        </p:nvGrpSpPr>
        <p:grpSpPr bwMode="auto">
          <a:xfrm>
            <a:off x="762000" y="1260475"/>
            <a:ext cx="6705600" cy="207963"/>
            <a:chOff x="0" y="3366"/>
            <a:chExt cx="3072" cy="374"/>
          </a:xfrm>
        </p:grpSpPr>
        <p:sp>
          <p:nvSpPr>
            <p:cNvPr id="19531" name="Rectangle 268"/>
            <p:cNvSpPr>
              <a:spLocks noChangeArrowheads="1"/>
            </p:cNvSpPr>
            <p:nvPr/>
          </p:nvSpPr>
          <p:spPr bwMode="auto">
            <a:xfrm>
              <a:off x="0" y="3387"/>
              <a:ext cx="3072" cy="33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19532" name="Rectangle 226"/>
            <p:cNvSpPr>
              <a:spLocks noChangeArrowheads="1"/>
            </p:cNvSpPr>
            <p:nvPr/>
          </p:nvSpPr>
          <p:spPr bwMode="auto">
            <a:xfrm>
              <a:off x="0" y="3366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70	</a:t>
              </a:r>
              <a:endParaRPr lang="en-US" sz="1200" b="1">
                <a:latin typeface="Courier New" panose="02070309020205020404" pitchFamily="49" charset="0"/>
              </a:endParaRP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19459" name="Group 271"/>
          <p:cNvGrpSpPr>
            <a:grpSpLocks/>
          </p:cNvGrpSpPr>
          <p:nvPr/>
        </p:nvGrpSpPr>
        <p:grpSpPr bwMode="auto">
          <a:xfrm>
            <a:off x="762000" y="1468438"/>
            <a:ext cx="6705600" cy="207962"/>
            <a:chOff x="0" y="3740"/>
            <a:chExt cx="3072" cy="374"/>
          </a:xfrm>
        </p:grpSpPr>
        <p:sp>
          <p:nvSpPr>
            <p:cNvPr id="19529" name="Rectangle 270"/>
            <p:cNvSpPr>
              <a:spLocks noChangeArrowheads="1"/>
            </p:cNvSpPr>
            <p:nvPr/>
          </p:nvSpPr>
          <p:spPr bwMode="auto">
            <a:xfrm>
              <a:off x="0" y="3761"/>
              <a:ext cx="3072" cy="33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19530" name="Rectangle 227"/>
            <p:cNvSpPr>
              <a:spLocks noChangeArrowheads="1"/>
            </p:cNvSpPr>
            <p:nvPr/>
          </p:nvSpPr>
          <p:spPr bwMode="auto">
            <a:xfrm>
              <a:off x="0" y="3740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71	</a:t>
              </a:r>
              <a:r>
                <a:rPr lang="en-US" sz="1200" b="1">
                  <a:solidFill>
                    <a:srgbClr val="275AFF"/>
                  </a:solidFill>
                  <a:latin typeface="Courier New" panose="02070309020205020404" pitchFamily="49" charset="0"/>
                </a:rPr>
                <a:t>int</a:t>
              </a:r>
              <a:r>
                <a:rPr lang="en-US" sz="1200" b="1">
                  <a:latin typeface="Courier New" panose="02070309020205020404" pitchFamily="49" charset="0"/>
                </a:rPr>
                <a:t> main()</a:t>
              </a: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19460" name="Group 273"/>
          <p:cNvGrpSpPr>
            <a:grpSpLocks/>
          </p:cNvGrpSpPr>
          <p:nvPr/>
        </p:nvGrpSpPr>
        <p:grpSpPr bwMode="auto">
          <a:xfrm>
            <a:off x="762000" y="1676400"/>
            <a:ext cx="6705600" cy="207963"/>
            <a:chOff x="0" y="4114"/>
            <a:chExt cx="3072" cy="374"/>
          </a:xfrm>
        </p:grpSpPr>
        <p:sp>
          <p:nvSpPr>
            <p:cNvPr id="19527" name="Rectangle 272"/>
            <p:cNvSpPr>
              <a:spLocks noChangeArrowheads="1"/>
            </p:cNvSpPr>
            <p:nvPr/>
          </p:nvSpPr>
          <p:spPr bwMode="auto">
            <a:xfrm>
              <a:off x="0" y="4135"/>
              <a:ext cx="3072" cy="33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19528" name="Rectangle 228"/>
            <p:cNvSpPr>
              <a:spLocks noChangeArrowheads="1"/>
            </p:cNvSpPr>
            <p:nvPr/>
          </p:nvSpPr>
          <p:spPr bwMode="auto">
            <a:xfrm>
              <a:off x="0" y="4114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72	</a:t>
              </a:r>
              <a:r>
                <a:rPr lang="en-US" sz="1200" b="1">
                  <a:latin typeface="Courier New" panose="02070309020205020404" pitchFamily="49" charset="0"/>
                </a:rPr>
                <a:t>{</a:t>
              </a: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19461" name="Group 275"/>
          <p:cNvGrpSpPr>
            <a:grpSpLocks/>
          </p:cNvGrpSpPr>
          <p:nvPr/>
        </p:nvGrpSpPr>
        <p:grpSpPr bwMode="auto">
          <a:xfrm>
            <a:off x="762000" y="1884363"/>
            <a:ext cx="6705600" cy="207962"/>
            <a:chOff x="0" y="4488"/>
            <a:chExt cx="3072" cy="374"/>
          </a:xfrm>
        </p:grpSpPr>
        <p:sp>
          <p:nvSpPr>
            <p:cNvPr id="19525" name="Rectangle 274"/>
            <p:cNvSpPr>
              <a:spLocks noChangeArrowheads="1"/>
            </p:cNvSpPr>
            <p:nvPr/>
          </p:nvSpPr>
          <p:spPr bwMode="auto">
            <a:xfrm>
              <a:off x="0" y="4509"/>
              <a:ext cx="3072" cy="33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19526" name="Rectangle 229"/>
            <p:cNvSpPr>
              <a:spLocks noChangeArrowheads="1"/>
            </p:cNvSpPr>
            <p:nvPr/>
          </p:nvSpPr>
          <p:spPr bwMode="auto">
            <a:xfrm>
              <a:off x="0" y="4488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 dirty="0">
                  <a:solidFill>
                    <a:srgbClr val="4D8DFF"/>
                  </a:solidFill>
                  <a:latin typeface="Courier New" panose="02070309020205020404" pitchFamily="49" charset="0"/>
                </a:rPr>
                <a:t>	73	</a:t>
              </a:r>
              <a:r>
                <a:rPr lang="en-US" sz="1200" b="1" dirty="0">
                  <a:latin typeface="Courier New" panose="02070309020205020404" pitchFamily="49" charset="0"/>
                </a:rPr>
                <a:t>   Time t1,             </a:t>
              </a:r>
              <a:r>
                <a:rPr lang="en-US" sz="1200" b="1" dirty="0">
                  <a:solidFill>
                    <a:srgbClr val="33CC33"/>
                  </a:solidFill>
                  <a:latin typeface="Courier New" panose="02070309020205020404" pitchFamily="49" charset="0"/>
                </a:rPr>
                <a:t>// all arguments defaulted</a:t>
              </a:r>
              <a:endParaRPr lang="en-US" sz="1200" b="1" dirty="0">
                <a:latin typeface="Courier New" panose="02070309020205020404" pitchFamily="49" charset="0"/>
              </a:endParaRPr>
            </a:p>
            <a:p>
              <a:pPr eaLnBrk="1" hangingPunct="1"/>
              <a:endParaRPr lang="en-US" sz="1200" b="1" dirty="0">
                <a:latin typeface="Courier New" panose="02070309020205020404" pitchFamily="49" charset="0"/>
              </a:endParaRPr>
            </a:p>
          </p:txBody>
        </p:sp>
      </p:grpSp>
      <p:grpSp>
        <p:nvGrpSpPr>
          <p:cNvPr id="19462" name="Group 277"/>
          <p:cNvGrpSpPr>
            <a:grpSpLocks/>
          </p:cNvGrpSpPr>
          <p:nvPr/>
        </p:nvGrpSpPr>
        <p:grpSpPr bwMode="auto">
          <a:xfrm>
            <a:off x="762000" y="2092325"/>
            <a:ext cx="6705600" cy="207963"/>
            <a:chOff x="0" y="4862"/>
            <a:chExt cx="3072" cy="374"/>
          </a:xfrm>
        </p:grpSpPr>
        <p:sp>
          <p:nvSpPr>
            <p:cNvPr id="19523" name="Rectangle 276"/>
            <p:cNvSpPr>
              <a:spLocks noChangeArrowheads="1"/>
            </p:cNvSpPr>
            <p:nvPr/>
          </p:nvSpPr>
          <p:spPr bwMode="auto">
            <a:xfrm>
              <a:off x="0" y="4883"/>
              <a:ext cx="3072" cy="33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19524" name="Rectangle 230"/>
            <p:cNvSpPr>
              <a:spLocks noChangeArrowheads="1"/>
            </p:cNvSpPr>
            <p:nvPr/>
          </p:nvSpPr>
          <p:spPr bwMode="auto">
            <a:xfrm>
              <a:off x="0" y="4862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 dirty="0">
                  <a:solidFill>
                    <a:srgbClr val="4D8DFF"/>
                  </a:solidFill>
                  <a:latin typeface="Courier New" panose="02070309020205020404" pitchFamily="49" charset="0"/>
                </a:rPr>
                <a:t>	74	</a:t>
              </a:r>
              <a:r>
                <a:rPr lang="en-US" sz="1200" b="1" dirty="0">
                  <a:latin typeface="Courier New" panose="02070309020205020404" pitchFamily="49" charset="0"/>
                </a:rPr>
                <a:t>        t2(2),          </a:t>
              </a:r>
              <a:r>
                <a:rPr lang="en-US" sz="1200" b="1" dirty="0">
                  <a:solidFill>
                    <a:srgbClr val="33CC33"/>
                  </a:solidFill>
                  <a:latin typeface="Courier New" panose="02070309020205020404" pitchFamily="49" charset="0"/>
                </a:rPr>
                <a:t>// minute and second defaulted</a:t>
              </a:r>
              <a:endParaRPr lang="en-US" sz="1200" b="1" dirty="0">
                <a:latin typeface="Courier New" panose="02070309020205020404" pitchFamily="49" charset="0"/>
              </a:endParaRPr>
            </a:p>
            <a:p>
              <a:pPr eaLnBrk="1" hangingPunct="1"/>
              <a:endParaRPr lang="en-US" sz="1200" b="1" dirty="0">
                <a:latin typeface="Courier New" panose="02070309020205020404" pitchFamily="49" charset="0"/>
              </a:endParaRPr>
            </a:p>
          </p:txBody>
        </p:sp>
      </p:grpSp>
      <p:grpSp>
        <p:nvGrpSpPr>
          <p:cNvPr id="19463" name="Group 279"/>
          <p:cNvGrpSpPr>
            <a:grpSpLocks/>
          </p:cNvGrpSpPr>
          <p:nvPr/>
        </p:nvGrpSpPr>
        <p:grpSpPr bwMode="auto">
          <a:xfrm>
            <a:off x="762000" y="2300288"/>
            <a:ext cx="6705600" cy="206375"/>
            <a:chOff x="0" y="5236"/>
            <a:chExt cx="3072" cy="374"/>
          </a:xfrm>
        </p:grpSpPr>
        <p:sp>
          <p:nvSpPr>
            <p:cNvPr id="19521" name="Rectangle 278"/>
            <p:cNvSpPr>
              <a:spLocks noChangeArrowheads="1"/>
            </p:cNvSpPr>
            <p:nvPr/>
          </p:nvSpPr>
          <p:spPr bwMode="auto">
            <a:xfrm>
              <a:off x="0" y="5257"/>
              <a:ext cx="3072" cy="33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19522" name="Rectangle 231"/>
            <p:cNvSpPr>
              <a:spLocks noChangeArrowheads="1"/>
            </p:cNvSpPr>
            <p:nvPr/>
          </p:nvSpPr>
          <p:spPr bwMode="auto">
            <a:xfrm>
              <a:off x="0" y="5236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 dirty="0">
                  <a:solidFill>
                    <a:srgbClr val="4D8DFF"/>
                  </a:solidFill>
                  <a:latin typeface="Courier New" panose="02070309020205020404" pitchFamily="49" charset="0"/>
                </a:rPr>
                <a:t>	75	</a:t>
              </a:r>
              <a:r>
                <a:rPr lang="en-US" sz="1200" b="1" dirty="0">
                  <a:latin typeface="Courier New" panose="02070309020205020404" pitchFamily="49" charset="0"/>
                </a:rPr>
                <a:t>        t3(21, 34),     </a:t>
              </a:r>
              <a:r>
                <a:rPr lang="en-US" sz="1200" b="1" dirty="0">
                  <a:solidFill>
                    <a:srgbClr val="33CC33"/>
                  </a:solidFill>
                  <a:latin typeface="Courier New" panose="02070309020205020404" pitchFamily="49" charset="0"/>
                </a:rPr>
                <a:t>// second defaulted </a:t>
              </a:r>
              <a:endParaRPr lang="en-US" sz="1200" b="1" dirty="0">
                <a:latin typeface="Courier New" panose="02070309020205020404" pitchFamily="49" charset="0"/>
              </a:endParaRPr>
            </a:p>
            <a:p>
              <a:pPr eaLnBrk="1" hangingPunct="1"/>
              <a:endParaRPr lang="en-US" sz="1200" b="1" dirty="0">
                <a:latin typeface="Courier New" panose="02070309020205020404" pitchFamily="49" charset="0"/>
              </a:endParaRPr>
            </a:p>
          </p:txBody>
        </p:sp>
      </p:grpSp>
      <p:grpSp>
        <p:nvGrpSpPr>
          <p:cNvPr id="19464" name="Group 281"/>
          <p:cNvGrpSpPr>
            <a:grpSpLocks/>
          </p:cNvGrpSpPr>
          <p:nvPr/>
        </p:nvGrpSpPr>
        <p:grpSpPr bwMode="auto">
          <a:xfrm>
            <a:off x="762000" y="2506663"/>
            <a:ext cx="6705600" cy="207962"/>
            <a:chOff x="0" y="5610"/>
            <a:chExt cx="3072" cy="374"/>
          </a:xfrm>
        </p:grpSpPr>
        <p:sp>
          <p:nvSpPr>
            <p:cNvPr id="19519" name="Rectangle 280"/>
            <p:cNvSpPr>
              <a:spLocks noChangeArrowheads="1"/>
            </p:cNvSpPr>
            <p:nvPr/>
          </p:nvSpPr>
          <p:spPr bwMode="auto">
            <a:xfrm>
              <a:off x="0" y="5631"/>
              <a:ext cx="3072" cy="33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19520" name="Rectangle 232"/>
            <p:cNvSpPr>
              <a:spLocks noChangeArrowheads="1"/>
            </p:cNvSpPr>
            <p:nvPr/>
          </p:nvSpPr>
          <p:spPr bwMode="auto">
            <a:xfrm>
              <a:off x="0" y="5610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 dirty="0">
                  <a:solidFill>
                    <a:srgbClr val="4D8DFF"/>
                  </a:solidFill>
                  <a:latin typeface="Courier New" panose="02070309020205020404" pitchFamily="49" charset="0"/>
                </a:rPr>
                <a:t>	76	</a:t>
              </a:r>
              <a:r>
                <a:rPr lang="en-US" sz="1200" b="1" dirty="0">
                  <a:latin typeface="Courier New" panose="02070309020205020404" pitchFamily="49" charset="0"/>
                </a:rPr>
                <a:t>        t4(12, 25, 42), </a:t>
              </a:r>
              <a:r>
                <a:rPr lang="en-US" sz="1200" b="1" dirty="0">
                  <a:solidFill>
                    <a:srgbClr val="33CC33"/>
                  </a:solidFill>
                  <a:latin typeface="Courier New" panose="02070309020205020404" pitchFamily="49" charset="0"/>
                </a:rPr>
                <a:t>// all values specified</a:t>
              </a:r>
              <a:endParaRPr lang="en-US" sz="1200" b="1" dirty="0">
                <a:latin typeface="Courier New" panose="02070309020205020404" pitchFamily="49" charset="0"/>
              </a:endParaRPr>
            </a:p>
            <a:p>
              <a:pPr eaLnBrk="1" hangingPunct="1"/>
              <a:endParaRPr lang="en-US" sz="1200" b="1" dirty="0">
                <a:latin typeface="Courier New" panose="02070309020205020404" pitchFamily="49" charset="0"/>
              </a:endParaRPr>
            </a:p>
          </p:txBody>
        </p:sp>
      </p:grpSp>
      <p:grpSp>
        <p:nvGrpSpPr>
          <p:cNvPr id="19465" name="Group 283"/>
          <p:cNvGrpSpPr>
            <a:grpSpLocks/>
          </p:cNvGrpSpPr>
          <p:nvPr/>
        </p:nvGrpSpPr>
        <p:grpSpPr bwMode="auto">
          <a:xfrm>
            <a:off x="762000" y="2714625"/>
            <a:ext cx="6705600" cy="207963"/>
            <a:chOff x="0" y="5984"/>
            <a:chExt cx="3072" cy="374"/>
          </a:xfrm>
        </p:grpSpPr>
        <p:sp>
          <p:nvSpPr>
            <p:cNvPr id="19517" name="Rectangle 282"/>
            <p:cNvSpPr>
              <a:spLocks noChangeArrowheads="1"/>
            </p:cNvSpPr>
            <p:nvPr/>
          </p:nvSpPr>
          <p:spPr bwMode="auto">
            <a:xfrm>
              <a:off x="0" y="6005"/>
              <a:ext cx="3072" cy="33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19518" name="Rectangle 233"/>
            <p:cNvSpPr>
              <a:spLocks noChangeArrowheads="1"/>
            </p:cNvSpPr>
            <p:nvPr/>
          </p:nvSpPr>
          <p:spPr bwMode="auto">
            <a:xfrm>
              <a:off x="0" y="5984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 dirty="0">
                  <a:solidFill>
                    <a:srgbClr val="4D8DFF"/>
                  </a:solidFill>
                  <a:latin typeface="Courier New" panose="02070309020205020404" pitchFamily="49" charset="0"/>
                </a:rPr>
                <a:t>	77	</a:t>
              </a:r>
              <a:r>
                <a:rPr lang="en-US" sz="1200" b="1" dirty="0">
                  <a:latin typeface="Courier New" panose="02070309020205020404" pitchFamily="49" charset="0"/>
                </a:rPr>
                <a:t>        t5(27, 74, 99); </a:t>
              </a:r>
              <a:r>
                <a:rPr lang="en-US" sz="1200" b="1" dirty="0">
                  <a:solidFill>
                    <a:srgbClr val="33CC33"/>
                  </a:solidFill>
                  <a:latin typeface="Courier New" panose="02070309020205020404" pitchFamily="49" charset="0"/>
                </a:rPr>
                <a:t>// all bad values specified</a:t>
              </a:r>
              <a:endParaRPr lang="en-US" sz="1200" b="1" dirty="0">
                <a:latin typeface="Courier New" panose="02070309020205020404" pitchFamily="49" charset="0"/>
              </a:endParaRPr>
            </a:p>
            <a:p>
              <a:pPr eaLnBrk="1" hangingPunct="1"/>
              <a:endParaRPr lang="en-US" sz="1200" b="1" dirty="0">
                <a:latin typeface="Courier New" panose="02070309020205020404" pitchFamily="49" charset="0"/>
              </a:endParaRPr>
            </a:p>
          </p:txBody>
        </p:sp>
      </p:grpSp>
      <p:grpSp>
        <p:nvGrpSpPr>
          <p:cNvPr id="19466" name="Group 285"/>
          <p:cNvGrpSpPr>
            <a:grpSpLocks/>
          </p:cNvGrpSpPr>
          <p:nvPr/>
        </p:nvGrpSpPr>
        <p:grpSpPr bwMode="auto">
          <a:xfrm>
            <a:off x="762000" y="2922588"/>
            <a:ext cx="6705600" cy="207962"/>
            <a:chOff x="0" y="6358"/>
            <a:chExt cx="3072" cy="374"/>
          </a:xfrm>
        </p:grpSpPr>
        <p:sp>
          <p:nvSpPr>
            <p:cNvPr id="19515" name="Rectangle 284"/>
            <p:cNvSpPr>
              <a:spLocks noChangeArrowheads="1"/>
            </p:cNvSpPr>
            <p:nvPr/>
          </p:nvSpPr>
          <p:spPr bwMode="auto">
            <a:xfrm>
              <a:off x="0" y="6379"/>
              <a:ext cx="3072" cy="33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19516" name="Rectangle 234"/>
            <p:cNvSpPr>
              <a:spLocks noChangeArrowheads="1"/>
            </p:cNvSpPr>
            <p:nvPr/>
          </p:nvSpPr>
          <p:spPr bwMode="auto">
            <a:xfrm>
              <a:off x="0" y="6358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78	</a:t>
              </a:r>
              <a:endParaRPr lang="en-US" sz="1200" b="1">
                <a:latin typeface="Courier New" panose="02070309020205020404" pitchFamily="49" charset="0"/>
              </a:endParaRP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19467" name="Group 287"/>
          <p:cNvGrpSpPr>
            <a:grpSpLocks/>
          </p:cNvGrpSpPr>
          <p:nvPr/>
        </p:nvGrpSpPr>
        <p:grpSpPr bwMode="auto">
          <a:xfrm>
            <a:off x="762000" y="3130550"/>
            <a:ext cx="6705600" cy="207963"/>
            <a:chOff x="0" y="6732"/>
            <a:chExt cx="3072" cy="374"/>
          </a:xfrm>
        </p:grpSpPr>
        <p:sp>
          <p:nvSpPr>
            <p:cNvPr id="19513" name="Rectangle 286"/>
            <p:cNvSpPr>
              <a:spLocks noChangeArrowheads="1"/>
            </p:cNvSpPr>
            <p:nvPr/>
          </p:nvSpPr>
          <p:spPr bwMode="auto">
            <a:xfrm>
              <a:off x="0" y="6753"/>
              <a:ext cx="3072" cy="33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19514" name="Rectangle 235"/>
            <p:cNvSpPr>
              <a:spLocks noChangeArrowheads="1"/>
            </p:cNvSpPr>
            <p:nvPr/>
          </p:nvSpPr>
          <p:spPr bwMode="auto">
            <a:xfrm>
              <a:off x="0" y="6732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79	</a:t>
              </a:r>
              <a:r>
                <a:rPr lang="en-US" sz="1200" b="1">
                  <a:latin typeface="Courier New" panose="02070309020205020404" pitchFamily="49" charset="0"/>
                </a:rPr>
                <a:t>   cout &lt;&lt; "Constructed with:\n"</a:t>
              </a: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19468" name="Group 289"/>
          <p:cNvGrpSpPr>
            <a:grpSpLocks/>
          </p:cNvGrpSpPr>
          <p:nvPr/>
        </p:nvGrpSpPr>
        <p:grpSpPr bwMode="auto">
          <a:xfrm>
            <a:off x="762000" y="3338513"/>
            <a:ext cx="6705600" cy="207962"/>
            <a:chOff x="0" y="7106"/>
            <a:chExt cx="3072" cy="374"/>
          </a:xfrm>
        </p:grpSpPr>
        <p:sp>
          <p:nvSpPr>
            <p:cNvPr id="19511" name="Rectangle 288"/>
            <p:cNvSpPr>
              <a:spLocks noChangeArrowheads="1"/>
            </p:cNvSpPr>
            <p:nvPr/>
          </p:nvSpPr>
          <p:spPr bwMode="auto">
            <a:xfrm>
              <a:off x="0" y="7127"/>
              <a:ext cx="3072" cy="33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19512" name="Rectangle 236"/>
            <p:cNvSpPr>
              <a:spLocks noChangeArrowheads="1"/>
            </p:cNvSpPr>
            <p:nvPr/>
          </p:nvSpPr>
          <p:spPr bwMode="auto">
            <a:xfrm>
              <a:off x="0" y="7106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80	</a:t>
              </a:r>
              <a:r>
                <a:rPr lang="en-US" sz="1200" b="1">
                  <a:latin typeface="Courier New" panose="02070309020205020404" pitchFamily="49" charset="0"/>
                </a:rPr>
                <a:t>        &lt;&lt; "all arguments defaulted:\n   ";</a:t>
              </a: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19469" name="Group 291"/>
          <p:cNvGrpSpPr>
            <a:grpSpLocks/>
          </p:cNvGrpSpPr>
          <p:nvPr/>
        </p:nvGrpSpPr>
        <p:grpSpPr bwMode="auto">
          <a:xfrm>
            <a:off x="762000" y="3546475"/>
            <a:ext cx="6705600" cy="207963"/>
            <a:chOff x="0" y="7480"/>
            <a:chExt cx="3072" cy="374"/>
          </a:xfrm>
        </p:grpSpPr>
        <p:sp>
          <p:nvSpPr>
            <p:cNvPr id="19509" name="Rectangle 290"/>
            <p:cNvSpPr>
              <a:spLocks noChangeArrowheads="1"/>
            </p:cNvSpPr>
            <p:nvPr/>
          </p:nvSpPr>
          <p:spPr bwMode="auto">
            <a:xfrm>
              <a:off x="0" y="7501"/>
              <a:ext cx="3072" cy="33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19510" name="Rectangle 237"/>
            <p:cNvSpPr>
              <a:spLocks noChangeArrowheads="1"/>
            </p:cNvSpPr>
            <p:nvPr/>
          </p:nvSpPr>
          <p:spPr bwMode="auto">
            <a:xfrm>
              <a:off x="0" y="7480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81	</a:t>
              </a:r>
              <a:r>
                <a:rPr lang="en-US" sz="1200" b="1">
                  <a:latin typeface="Courier New" panose="02070309020205020404" pitchFamily="49" charset="0"/>
                </a:rPr>
                <a:t>   t1.printMilitary();</a:t>
              </a: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19470" name="Group 293"/>
          <p:cNvGrpSpPr>
            <a:grpSpLocks/>
          </p:cNvGrpSpPr>
          <p:nvPr/>
        </p:nvGrpSpPr>
        <p:grpSpPr bwMode="auto">
          <a:xfrm>
            <a:off x="762000" y="3754438"/>
            <a:ext cx="6705600" cy="207962"/>
            <a:chOff x="0" y="7854"/>
            <a:chExt cx="3072" cy="374"/>
          </a:xfrm>
        </p:grpSpPr>
        <p:sp>
          <p:nvSpPr>
            <p:cNvPr id="19507" name="Rectangle 292"/>
            <p:cNvSpPr>
              <a:spLocks noChangeArrowheads="1"/>
            </p:cNvSpPr>
            <p:nvPr/>
          </p:nvSpPr>
          <p:spPr bwMode="auto">
            <a:xfrm>
              <a:off x="0" y="7875"/>
              <a:ext cx="3072" cy="33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19508" name="Rectangle 238"/>
            <p:cNvSpPr>
              <a:spLocks noChangeArrowheads="1"/>
            </p:cNvSpPr>
            <p:nvPr/>
          </p:nvSpPr>
          <p:spPr bwMode="auto">
            <a:xfrm>
              <a:off x="0" y="7854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82	</a:t>
              </a:r>
              <a:r>
                <a:rPr lang="en-US" sz="1200" b="1">
                  <a:latin typeface="Courier New" panose="02070309020205020404" pitchFamily="49" charset="0"/>
                </a:rPr>
                <a:t>   cout &lt;&lt; "\n   ";</a:t>
              </a: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19471" name="Group 295"/>
          <p:cNvGrpSpPr>
            <a:grpSpLocks/>
          </p:cNvGrpSpPr>
          <p:nvPr/>
        </p:nvGrpSpPr>
        <p:grpSpPr bwMode="auto">
          <a:xfrm>
            <a:off x="762000" y="3962400"/>
            <a:ext cx="6705600" cy="207963"/>
            <a:chOff x="0" y="8228"/>
            <a:chExt cx="3072" cy="374"/>
          </a:xfrm>
        </p:grpSpPr>
        <p:sp>
          <p:nvSpPr>
            <p:cNvPr id="19505" name="Rectangle 294"/>
            <p:cNvSpPr>
              <a:spLocks noChangeArrowheads="1"/>
            </p:cNvSpPr>
            <p:nvPr/>
          </p:nvSpPr>
          <p:spPr bwMode="auto">
            <a:xfrm>
              <a:off x="0" y="8249"/>
              <a:ext cx="3072" cy="33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19506" name="Rectangle 239"/>
            <p:cNvSpPr>
              <a:spLocks noChangeArrowheads="1"/>
            </p:cNvSpPr>
            <p:nvPr/>
          </p:nvSpPr>
          <p:spPr bwMode="auto">
            <a:xfrm>
              <a:off x="0" y="8228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83	</a:t>
              </a:r>
              <a:r>
                <a:rPr lang="en-US" sz="1200" b="1">
                  <a:latin typeface="Courier New" panose="02070309020205020404" pitchFamily="49" charset="0"/>
                </a:rPr>
                <a:t>   t1.printStandard();</a:t>
              </a: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19472" name="Group 297"/>
          <p:cNvGrpSpPr>
            <a:grpSpLocks/>
          </p:cNvGrpSpPr>
          <p:nvPr/>
        </p:nvGrpSpPr>
        <p:grpSpPr bwMode="auto">
          <a:xfrm>
            <a:off x="762000" y="4170363"/>
            <a:ext cx="6705600" cy="207962"/>
            <a:chOff x="0" y="8602"/>
            <a:chExt cx="3072" cy="374"/>
          </a:xfrm>
        </p:grpSpPr>
        <p:sp>
          <p:nvSpPr>
            <p:cNvPr id="19503" name="Rectangle 296"/>
            <p:cNvSpPr>
              <a:spLocks noChangeArrowheads="1"/>
            </p:cNvSpPr>
            <p:nvPr/>
          </p:nvSpPr>
          <p:spPr bwMode="auto">
            <a:xfrm>
              <a:off x="0" y="8623"/>
              <a:ext cx="3072" cy="33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19504" name="Rectangle 240"/>
            <p:cNvSpPr>
              <a:spLocks noChangeArrowheads="1"/>
            </p:cNvSpPr>
            <p:nvPr/>
          </p:nvSpPr>
          <p:spPr bwMode="auto">
            <a:xfrm>
              <a:off x="0" y="8602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84	</a:t>
              </a:r>
              <a:endParaRPr lang="en-US" sz="1200" b="1">
                <a:latin typeface="Courier New" panose="02070309020205020404" pitchFamily="49" charset="0"/>
              </a:endParaRP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19473" name="Group 299"/>
          <p:cNvGrpSpPr>
            <a:grpSpLocks/>
          </p:cNvGrpSpPr>
          <p:nvPr/>
        </p:nvGrpSpPr>
        <p:grpSpPr bwMode="auto">
          <a:xfrm>
            <a:off x="762000" y="4378325"/>
            <a:ext cx="6705600" cy="207963"/>
            <a:chOff x="0" y="8976"/>
            <a:chExt cx="3072" cy="374"/>
          </a:xfrm>
        </p:grpSpPr>
        <p:sp>
          <p:nvSpPr>
            <p:cNvPr id="19501" name="Rectangle 298"/>
            <p:cNvSpPr>
              <a:spLocks noChangeArrowheads="1"/>
            </p:cNvSpPr>
            <p:nvPr/>
          </p:nvSpPr>
          <p:spPr bwMode="auto">
            <a:xfrm>
              <a:off x="0" y="8997"/>
              <a:ext cx="3072" cy="33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19502" name="Rectangle 241"/>
            <p:cNvSpPr>
              <a:spLocks noChangeArrowheads="1"/>
            </p:cNvSpPr>
            <p:nvPr/>
          </p:nvSpPr>
          <p:spPr bwMode="auto">
            <a:xfrm>
              <a:off x="0" y="8976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85	</a:t>
              </a:r>
              <a:r>
                <a:rPr lang="en-US" sz="1200" b="1">
                  <a:latin typeface="Courier New" panose="02070309020205020404" pitchFamily="49" charset="0"/>
                </a:rPr>
                <a:t>   cout &lt;&lt; "\nhour specified; minute and second defaulted:" </a:t>
              </a: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19474" name="Group 301"/>
          <p:cNvGrpSpPr>
            <a:grpSpLocks/>
          </p:cNvGrpSpPr>
          <p:nvPr/>
        </p:nvGrpSpPr>
        <p:grpSpPr bwMode="auto">
          <a:xfrm>
            <a:off x="762000" y="4586288"/>
            <a:ext cx="6705600" cy="207962"/>
            <a:chOff x="0" y="9350"/>
            <a:chExt cx="3072" cy="374"/>
          </a:xfrm>
        </p:grpSpPr>
        <p:sp>
          <p:nvSpPr>
            <p:cNvPr id="19499" name="Rectangle 300"/>
            <p:cNvSpPr>
              <a:spLocks noChangeArrowheads="1"/>
            </p:cNvSpPr>
            <p:nvPr/>
          </p:nvSpPr>
          <p:spPr bwMode="auto">
            <a:xfrm>
              <a:off x="0" y="9371"/>
              <a:ext cx="3072" cy="33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19500" name="Rectangle 242"/>
            <p:cNvSpPr>
              <a:spLocks noChangeArrowheads="1"/>
            </p:cNvSpPr>
            <p:nvPr/>
          </p:nvSpPr>
          <p:spPr bwMode="auto">
            <a:xfrm>
              <a:off x="0" y="9350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86	</a:t>
              </a:r>
              <a:r>
                <a:rPr lang="en-US" sz="1200" b="1">
                  <a:latin typeface="Courier New" panose="02070309020205020404" pitchFamily="49" charset="0"/>
                </a:rPr>
                <a:t>        &lt;&lt; "\n   ";</a:t>
              </a: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19475" name="Group 303"/>
          <p:cNvGrpSpPr>
            <a:grpSpLocks/>
          </p:cNvGrpSpPr>
          <p:nvPr/>
        </p:nvGrpSpPr>
        <p:grpSpPr bwMode="auto">
          <a:xfrm>
            <a:off x="762000" y="4794250"/>
            <a:ext cx="6705600" cy="206375"/>
            <a:chOff x="0" y="9724"/>
            <a:chExt cx="3072" cy="374"/>
          </a:xfrm>
        </p:grpSpPr>
        <p:sp>
          <p:nvSpPr>
            <p:cNvPr id="19497" name="Rectangle 302"/>
            <p:cNvSpPr>
              <a:spLocks noChangeArrowheads="1"/>
            </p:cNvSpPr>
            <p:nvPr/>
          </p:nvSpPr>
          <p:spPr bwMode="auto">
            <a:xfrm>
              <a:off x="0" y="9745"/>
              <a:ext cx="3072" cy="33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19498" name="Rectangle 243"/>
            <p:cNvSpPr>
              <a:spLocks noChangeArrowheads="1"/>
            </p:cNvSpPr>
            <p:nvPr/>
          </p:nvSpPr>
          <p:spPr bwMode="auto">
            <a:xfrm>
              <a:off x="0" y="9724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87	</a:t>
              </a:r>
              <a:r>
                <a:rPr lang="en-US" sz="1200" b="1">
                  <a:latin typeface="Courier New" panose="02070309020205020404" pitchFamily="49" charset="0"/>
                </a:rPr>
                <a:t>   t2.printMilitary();</a:t>
              </a: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19476" name="Group 305"/>
          <p:cNvGrpSpPr>
            <a:grpSpLocks/>
          </p:cNvGrpSpPr>
          <p:nvPr/>
        </p:nvGrpSpPr>
        <p:grpSpPr bwMode="auto">
          <a:xfrm>
            <a:off x="762000" y="5000625"/>
            <a:ext cx="6705600" cy="207963"/>
            <a:chOff x="0" y="10098"/>
            <a:chExt cx="3072" cy="374"/>
          </a:xfrm>
        </p:grpSpPr>
        <p:sp>
          <p:nvSpPr>
            <p:cNvPr id="19495" name="Rectangle 304"/>
            <p:cNvSpPr>
              <a:spLocks noChangeArrowheads="1"/>
            </p:cNvSpPr>
            <p:nvPr/>
          </p:nvSpPr>
          <p:spPr bwMode="auto">
            <a:xfrm>
              <a:off x="0" y="10119"/>
              <a:ext cx="3072" cy="33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19496" name="Rectangle 244"/>
            <p:cNvSpPr>
              <a:spLocks noChangeArrowheads="1"/>
            </p:cNvSpPr>
            <p:nvPr/>
          </p:nvSpPr>
          <p:spPr bwMode="auto">
            <a:xfrm>
              <a:off x="0" y="10098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88	</a:t>
              </a:r>
              <a:r>
                <a:rPr lang="en-US" sz="1200" b="1">
                  <a:latin typeface="Courier New" panose="02070309020205020404" pitchFamily="49" charset="0"/>
                </a:rPr>
                <a:t>   cout &lt;&lt; "\n   ";</a:t>
              </a: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19477" name="Group 307"/>
          <p:cNvGrpSpPr>
            <a:grpSpLocks/>
          </p:cNvGrpSpPr>
          <p:nvPr/>
        </p:nvGrpSpPr>
        <p:grpSpPr bwMode="auto">
          <a:xfrm>
            <a:off x="762000" y="5208588"/>
            <a:ext cx="6705600" cy="207962"/>
            <a:chOff x="0" y="10472"/>
            <a:chExt cx="3072" cy="374"/>
          </a:xfrm>
        </p:grpSpPr>
        <p:sp>
          <p:nvSpPr>
            <p:cNvPr id="19493" name="Rectangle 306"/>
            <p:cNvSpPr>
              <a:spLocks noChangeArrowheads="1"/>
            </p:cNvSpPr>
            <p:nvPr/>
          </p:nvSpPr>
          <p:spPr bwMode="auto">
            <a:xfrm>
              <a:off x="0" y="10493"/>
              <a:ext cx="3072" cy="33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19494" name="Rectangle 245"/>
            <p:cNvSpPr>
              <a:spLocks noChangeArrowheads="1"/>
            </p:cNvSpPr>
            <p:nvPr/>
          </p:nvSpPr>
          <p:spPr bwMode="auto">
            <a:xfrm>
              <a:off x="0" y="10472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89	</a:t>
              </a:r>
              <a:r>
                <a:rPr lang="en-US" sz="1200" b="1">
                  <a:latin typeface="Courier New" panose="02070309020205020404" pitchFamily="49" charset="0"/>
                </a:rPr>
                <a:t>   t2.printStandard();</a:t>
              </a: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19478" name="Group 309"/>
          <p:cNvGrpSpPr>
            <a:grpSpLocks/>
          </p:cNvGrpSpPr>
          <p:nvPr/>
        </p:nvGrpSpPr>
        <p:grpSpPr bwMode="auto">
          <a:xfrm>
            <a:off x="762000" y="5416550"/>
            <a:ext cx="6705600" cy="207963"/>
            <a:chOff x="0" y="10846"/>
            <a:chExt cx="3072" cy="374"/>
          </a:xfrm>
        </p:grpSpPr>
        <p:sp>
          <p:nvSpPr>
            <p:cNvPr id="19491" name="Rectangle 308"/>
            <p:cNvSpPr>
              <a:spLocks noChangeArrowheads="1"/>
            </p:cNvSpPr>
            <p:nvPr/>
          </p:nvSpPr>
          <p:spPr bwMode="auto">
            <a:xfrm>
              <a:off x="0" y="10867"/>
              <a:ext cx="3072" cy="33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19492" name="Rectangle 246"/>
            <p:cNvSpPr>
              <a:spLocks noChangeArrowheads="1"/>
            </p:cNvSpPr>
            <p:nvPr/>
          </p:nvSpPr>
          <p:spPr bwMode="auto">
            <a:xfrm>
              <a:off x="0" y="10846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90	</a:t>
              </a:r>
              <a:endParaRPr lang="en-US" sz="1200" b="1">
                <a:latin typeface="Courier New" panose="02070309020205020404" pitchFamily="49" charset="0"/>
              </a:endParaRP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19479" name="Group 311"/>
          <p:cNvGrpSpPr>
            <a:grpSpLocks/>
          </p:cNvGrpSpPr>
          <p:nvPr/>
        </p:nvGrpSpPr>
        <p:grpSpPr bwMode="auto">
          <a:xfrm>
            <a:off x="762000" y="5624513"/>
            <a:ext cx="6705600" cy="207962"/>
            <a:chOff x="0" y="11220"/>
            <a:chExt cx="3072" cy="374"/>
          </a:xfrm>
        </p:grpSpPr>
        <p:sp>
          <p:nvSpPr>
            <p:cNvPr id="19489" name="Rectangle 310"/>
            <p:cNvSpPr>
              <a:spLocks noChangeArrowheads="1"/>
            </p:cNvSpPr>
            <p:nvPr/>
          </p:nvSpPr>
          <p:spPr bwMode="auto">
            <a:xfrm>
              <a:off x="0" y="11241"/>
              <a:ext cx="3072" cy="33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19490" name="Rectangle 247"/>
            <p:cNvSpPr>
              <a:spLocks noChangeArrowheads="1"/>
            </p:cNvSpPr>
            <p:nvPr/>
          </p:nvSpPr>
          <p:spPr bwMode="auto">
            <a:xfrm>
              <a:off x="0" y="11220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91	</a:t>
              </a:r>
              <a:r>
                <a:rPr lang="en-US" sz="1200" b="1">
                  <a:latin typeface="Courier New" panose="02070309020205020404" pitchFamily="49" charset="0"/>
                </a:rPr>
                <a:t>   cout &lt;&lt; "\nhour and minute specified; second defaulted:" </a:t>
              </a: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19480" name="Group 313"/>
          <p:cNvGrpSpPr>
            <a:grpSpLocks/>
          </p:cNvGrpSpPr>
          <p:nvPr/>
        </p:nvGrpSpPr>
        <p:grpSpPr bwMode="auto">
          <a:xfrm>
            <a:off x="762000" y="5832475"/>
            <a:ext cx="6705600" cy="207963"/>
            <a:chOff x="0" y="11594"/>
            <a:chExt cx="3072" cy="374"/>
          </a:xfrm>
        </p:grpSpPr>
        <p:sp>
          <p:nvSpPr>
            <p:cNvPr id="19487" name="Rectangle 312"/>
            <p:cNvSpPr>
              <a:spLocks noChangeArrowheads="1"/>
            </p:cNvSpPr>
            <p:nvPr/>
          </p:nvSpPr>
          <p:spPr bwMode="auto">
            <a:xfrm>
              <a:off x="0" y="11615"/>
              <a:ext cx="3072" cy="33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19488" name="Rectangle 248"/>
            <p:cNvSpPr>
              <a:spLocks noChangeArrowheads="1"/>
            </p:cNvSpPr>
            <p:nvPr/>
          </p:nvSpPr>
          <p:spPr bwMode="auto">
            <a:xfrm>
              <a:off x="0" y="11594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92	</a:t>
              </a:r>
              <a:r>
                <a:rPr lang="en-US" sz="1200" b="1">
                  <a:latin typeface="Courier New" panose="02070309020205020404" pitchFamily="49" charset="0"/>
                </a:rPr>
                <a:t>        &lt;&lt; "\n   ";</a:t>
              </a: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19481" name="Group 315"/>
          <p:cNvGrpSpPr>
            <a:grpSpLocks/>
          </p:cNvGrpSpPr>
          <p:nvPr/>
        </p:nvGrpSpPr>
        <p:grpSpPr bwMode="auto">
          <a:xfrm>
            <a:off x="762000" y="6040438"/>
            <a:ext cx="6705600" cy="207962"/>
            <a:chOff x="0" y="11968"/>
            <a:chExt cx="3072" cy="374"/>
          </a:xfrm>
        </p:grpSpPr>
        <p:sp>
          <p:nvSpPr>
            <p:cNvPr id="19485" name="Rectangle 314"/>
            <p:cNvSpPr>
              <a:spLocks noChangeArrowheads="1"/>
            </p:cNvSpPr>
            <p:nvPr/>
          </p:nvSpPr>
          <p:spPr bwMode="auto">
            <a:xfrm>
              <a:off x="0" y="11989"/>
              <a:ext cx="3072" cy="33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19486" name="Rectangle 249"/>
            <p:cNvSpPr>
              <a:spLocks noChangeArrowheads="1"/>
            </p:cNvSpPr>
            <p:nvPr/>
          </p:nvSpPr>
          <p:spPr bwMode="auto">
            <a:xfrm>
              <a:off x="0" y="11968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93	</a:t>
              </a:r>
              <a:r>
                <a:rPr lang="en-US" sz="1200" b="1">
                  <a:latin typeface="Courier New" panose="02070309020205020404" pitchFamily="49" charset="0"/>
                </a:rPr>
                <a:t>   t3.printMilitary();</a:t>
              </a: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26" name="Group 320"/>
          <p:cNvGrpSpPr>
            <a:grpSpLocks/>
          </p:cNvGrpSpPr>
          <p:nvPr/>
        </p:nvGrpSpPr>
        <p:grpSpPr bwMode="auto">
          <a:xfrm>
            <a:off x="2361530" y="1153557"/>
            <a:ext cx="6182445" cy="827088"/>
            <a:chOff x="1083" y="959"/>
            <a:chExt cx="3155" cy="521"/>
          </a:xfrm>
        </p:grpSpPr>
        <p:sp>
          <p:nvSpPr>
            <p:cNvPr id="19483" name="Text Box 321"/>
            <p:cNvSpPr txBox="1">
              <a:spLocks noChangeArrowheads="1"/>
            </p:cNvSpPr>
            <p:nvPr/>
          </p:nvSpPr>
          <p:spPr bwMode="auto">
            <a:xfrm>
              <a:off x="1550" y="959"/>
              <a:ext cx="2688" cy="213"/>
            </a:xfrm>
            <a:prstGeom prst="rect">
              <a:avLst/>
            </a:prstGeom>
            <a:solidFill>
              <a:srgbClr val="99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600" dirty="0"/>
                <a:t>Same constructor, used in overloaded style</a:t>
              </a:r>
              <a:endParaRPr lang="en-US" sz="1600" i="1" dirty="0"/>
            </a:p>
          </p:txBody>
        </p:sp>
        <p:sp>
          <p:nvSpPr>
            <p:cNvPr id="19484" name="Line 322"/>
            <p:cNvSpPr>
              <a:spLocks noChangeShapeType="1"/>
            </p:cNvSpPr>
            <p:nvPr/>
          </p:nvSpPr>
          <p:spPr bwMode="auto">
            <a:xfrm flipH="1">
              <a:off x="1083" y="1152"/>
              <a:ext cx="645" cy="3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 anchor="ctr">
              <a:spAutoFit/>
            </a:bodyPr>
            <a:lstStyle/>
            <a:p>
              <a:endParaRPr lang="en-US" sz="2400"/>
            </a:p>
          </p:txBody>
        </p:sp>
      </p:grpSp>
      <p:sp>
        <p:nvSpPr>
          <p:cNvPr id="77" name="Rectangle 4"/>
          <p:cNvSpPr txBox="1">
            <a:spLocks noChangeArrowheads="1"/>
          </p:cNvSpPr>
          <p:nvPr/>
        </p:nvSpPr>
        <p:spPr>
          <a:xfrm>
            <a:off x="39756" y="0"/>
            <a:ext cx="9104244" cy="9906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 smtClean="0">
                <a:solidFill>
                  <a:srgbClr val="B80000"/>
                </a:solidFill>
                <a:latin typeface="Arial" panose="020B0604020202020204" pitchFamily="34" charset="0"/>
              </a:rPr>
              <a:t>Constructor Overloading </a:t>
            </a:r>
            <a:endParaRPr lang="en-US" b="1" dirty="0">
              <a:solidFill>
                <a:srgbClr val="B80000"/>
              </a:solidFill>
              <a:latin typeface="Arial" panose="020B0604020202020204" pitchFamily="34" charset="0"/>
            </a:endParaRPr>
          </a:p>
        </p:txBody>
      </p:sp>
      <p:sp>
        <p:nvSpPr>
          <p:cNvPr id="78" name="Rectangle 77"/>
          <p:cNvSpPr/>
          <p:nvPr/>
        </p:nvSpPr>
        <p:spPr>
          <a:xfrm>
            <a:off x="39756" y="94488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77862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50"/>
          <p:cNvSpPr>
            <a:spLocks noChangeArrowheads="1"/>
          </p:cNvSpPr>
          <p:nvPr/>
        </p:nvSpPr>
        <p:spPr bwMode="auto">
          <a:xfrm>
            <a:off x="1066800" y="3811588"/>
            <a:ext cx="6705600" cy="297021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bIns="0">
            <a:spAutoFit/>
          </a:bodyPr>
          <a:lstStyle>
            <a:lvl1pPr eaLnBrk="0" hangingPunct="0">
              <a:tabLst>
                <a:tab pos="609600" algn="l"/>
                <a:tab pos="914400" algn="l"/>
                <a:tab pos="1219200" algn="l"/>
                <a:tab pos="1524000" algn="l"/>
                <a:tab pos="1828800" algn="l"/>
                <a:tab pos="2133600" algn="l"/>
                <a:tab pos="2438400" algn="l"/>
                <a:tab pos="2743200" algn="l"/>
                <a:tab pos="3048000" algn="l"/>
                <a:tab pos="3352800" algn="l"/>
                <a:tab pos="3657600" algn="l"/>
                <a:tab pos="3962400" algn="l"/>
                <a:tab pos="4267200" algn="l"/>
                <a:tab pos="457200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tabLst>
                <a:tab pos="609600" algn="l"/>
                <a:tab pos="914400" algn="l"/>
                <a:tab pos="1219200" algn="l"/>
                <a:tab pos="1524000" algn="l"/>
                <a:tab pos="1828800" algn="l"/>
                <a:tab pos="2133600" algn="l"/>
                <a:tab pos="2438400" algn="l"/>
                <a:tab pos="2743200" algn="l"/>
                <a:tab pos="3048000" algn="l"/>
                <a:tab pos="3352800" algn="l"/>
                <a:tab pos="3657600" algn="l"/>
                <a:tab pos="3962400" algn="l"/>
                <a:tab pos="4267200" algn="l"/>
                <a:tab pos="457200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tabLst>
                <a:tab pos="609600" algn="l"/>
                <a:tab pos="914400" algn="l"/>
                <a:tab pos="1219200" algn="l"/>
                <a:tab pos="1524000" algn="l"/>
                <a:tab pos="1828800" algn="l"/>
                <a:tab pos="2133600" algn="l"/>
                <a:tab pos="2438400" algn="l"/>
                <a:tab pos="2743200" algn="l"/>
                <a:tab pos="3048000" algn="l"/>
                <a:tab pos="3352800" algn="l"/>
                <a:tab pos="3657600" algn="l"/>
                <a:tab pos="3962400" algn="l"/>
                <a:tab pos="4267200" algn="l"/>
                <a:tab pos="457200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tabLst>
                <a:tab pos="609600" algn="l"/>
                <a:tab pos="914400" algn="l"/>
                <a:tab pos="1219200" algn="l"/>
                <a:tab pos="1524000" algn="l"/>
                <a:tab pos="1828800" algn="l"/>
                <a:tab pos="2133600" algn="l"/>
                <a:tab pos="2438400" algn="l"/>
                <a:tab pos="2743200" algn="l"/>
                <a:tab pos="3048000" algn="l"/>
                <a:tab pos="3352800" algn="l"/>
                <a:tab pos="3657600" algn="l"/>
                <a:tab pos="3962400" algn="l"/>
                <a:tab pos="4267200" algn="l"/>
                <a:tab pos="457200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tabLst>
                <a:tab pos="609600" algn="l"/>
                <a:tab pos="914400" algn="l"/>
                <a:tab pos="1219200" algn="l"/>
                <a:tab pos="1524000" algn="l"/>
                <a:tab pos="1828800" algn="l"/>
                <a:tab pos="2133600" algn="l"/>
                <a:tab pos="2438400" algn="l"/>
                <a:tab pos="2743200" algn="l"/>
                <a:tab pos="3048000" algn="l"/>
                <a:tab pos="3352800" algn="l"/>
                <a:tab pos="3657600" algn="l"/>
                <a:tab pos="3962400" algn="l"/>
                <a:tab pos="4267200" algn="l"/>
                <a:tab pos="457200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09600" algn="l"/>
                <a:tab pos="914400" algn="l"/>
                <a:tab pos="1219200" algn="l"/>
                <a:tab pos="1524000" algn="l"/>
                <a:tab pos="1828800" algn="l"/>
                <a:tab pos="2133600" algn="l"/>
                <a:tab pos="2438400" algn="l"/>
                <a:tab pos="2743200" algn="l"/>
                <a:tab pos="3048000" algn="l"/>
                <a:tab pos="3352800" algn="l"/>
                <a:tab pos="3657600" algn="l"/>
                <a:tab pos="3962400" algn="l"/>
                <a:tab pos="4267200" algn="l"/>
                <a:tab pos="457200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09600" algn="l"/>
                <a:tab pos="914400" algn="l"/>
                <a:tab pos="1219200" algn="l"/>
                <a:tab pos="1524000" algn="l"/>
                <a:tab pos="1828800" algn="l"/>
                <a:tab pos="2133600" algn="l"/>
                <a:tab pos="2438400" algn="l"/>
                <a:tab pos="2743200" algn="l"/>
                <a:tab pos="3048000" algn="l"/>
                <a:tab pos="3352800" algn="l"/>
                <a:tab pos="3657600" algn="l"/>
                <a:tab pos="3962400" algn="l"/>
                <a:tab pos="4267200" algn="l"/>
                <a:tab pos="457200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09600" algn="l"/>
                <a:tab pos="914400" algn="l"/>
                <a:tab pos="1219200" algn="l"/>
                <a:tab pos="1524000" algn="l"/>
                <a:tab pos="1828800" algn="l"/>
                <a:tab pos="2133600" algn="l"/>
                <a:tab pos="2438400" algn="l"/>
                <a:tab pos="2743200" algn="l"/>
                <a:tab pos="3048000" algn="l"/>
                <a:tab pos="3352800" algn="l"/>
                <a:tab pos="3657600" algn="l"/>
                <a:tab pos="3962400" algn="l"/>
                <a:tab pos="4267200" algn="l"/>
                <a:tab pos="457200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09600" algn="l"/>
                <a:tab pos="914400" algn="l"/>
                <a:tab pos="1219200" algn="l"/>
                <a:tab pos="1524000" algn="l"/>
                <a:tab pos="1828800" algn="l"/>
                <a:tab pos="2133600" algn="l"/>
                <a:tab pos="2438400" algn="l"/>
                <a:tab pos="2743200" algn="l"/>
                <a:tab pos="3048000" algn="l"/>
                <a:tab pos="3352800" algn="l"/>
                <a:tab pos="3657600" algn="l"/>
                <a:tab pos="3962400" algn="l"/>
                <a:tab pos="4267200" algn="l"/>
                <a:tab pos="457200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sz="1100" b="1" dirty="0">
                <a:latin typeface="Courier New" panose="02070309020205020404" pitchFamily="49" charset="0"/>
              </a:rPr>
              <a:t> OUTPUT</a:t>
            </a:r>
          </a:p>
          <a:p>
            <a:pPr eaLnBrk="1" hangingPunct="1"/>
            <a:r>
              <a:rPr lang="en-US" sz="1100" b="1" dirty="0">
                <a:latin typeface="Courier New" panose="02070309020205020404" pitchFamily="49" charset="0"/>
              </a:rPr>
              <a:t>Constructed with:</a:t>
            </a:r>
          </a:p>
          <a:p>
            <a:pPr eaLnBrk="1" hangingPunct="1"/>
            <a:r>
              <a:rPr lang="en-US" sz="1100" b="1" dirty="0">
                <a:latin typeface="Courier New" panose="02070309020205020404" pitchFamily="49" charset="0"/>
              </a:rPr>
              <a:t>all arguments defaulted:</a:t>
            </a:r>
          </a:p>
          <a:p>
            <a:pPr eaLnBrk="1" hangingPunct="1"/>
            <a:r>
              <a:rPr lang="en-US" sz="1100" b="1" dirty="0">
                <a:latin typeface="Courier New" panose="02070309020205020404" pitchFamily="49" charset="0"/>
              </a:rPr>
              <a:t>   00:00</a:t>
            </a:r>
          </a:p>
          <a:p>
            <a:pPr eaLnBrk="1" hangingPunct="1"/>
            <a:r>
              <a:rPr lang="en-US" sz="1100" b="1" dirty="0">
                <a:latin typeface="Courier New" panose="02070309020205020404" pitchFamily="49" charset="0"/>
              </a:rPr>
              <a:t>   12:00:00 AM</a:t>
            </a:r>
          </a:p>
          <a:p>
            <a:pPr eaLnBrk="1" hangingPunct="1"/>
            <a:r>
              <a:rPr lang="en-US" sz="1100" b="1" dirty="0">
                <a:latin typeface="Courier New" panose="02070309020205020404" pitchFamily="49" charset="0"/>
              </a:rPr>
              <a:t>hour specified; minute and second defaulted:</a:t>
            </a:r>
          </a:p>
          <a:p>
            <a:pPr eaLnBrk="1" hangingPunct="1"/>
            <a:r>
              <a:rPr lang="en-US" sz="1100" b="1" dirty="0">
                <a:latin typeface="Courier New" panose="02070309020205020404" pitchFamily="49" charset="0"/>
              </a:rPr>
              <a:t>   02:00</a:t>
            </a:r>
          </a:p>
          <a:p>
            <a:pPr eaLnBrk="1" hangingPunct="1"/>
            <a:r>
              <a:rPr lang="en-US" sz="1100" b="1" dirty="0">
                <a:latin typeface="Courier New" panose="02070309020205020404" pitchFamily="49" charset="0"/>
              </a:rPr>
              <a:t>   2:00:00 AM</a:t>
            </a:r>
          </a:p>
          <a:p>
            <a:pPr eaLnBrk="1" hangingPunct="1"/>
            <a:r>
              <a:rPr lang="en-US" sz="1100" b="1" dirty="0">
                <a:latin typeface="Courier New" panose="02070309020205020404" pitchFamily="49" charset="0"/>
              </a:rPr>
              <a:t>hour and minute specified; second defaulted:</a:t>
            </a:r>
          </a:p>
          <a:p>
            <a:pPr eaLnBrk="1" hangingPunct="1"/>
            <a:r>
              <a:rPr lang="en-US" sz="1100" b="1" dirty="0">
                <a:latin typeface="Courier New" panose="02070309020205020404" pitchFamily="49" charset="0"/>
              </a:rPr>
              <a:t>   21:34</a:t>
            </a:r>
          </a:p>
          <a:p>
            <a:pPr eaLnBrk="1" hangingPunct="1"/>
            <a:r>
              <a:rPr lang="en-US" sz="1100" b="1" dirty="0">
                <a:latin typeface="Courier New" panose="02070309020205020404" pitchFamily="49" charset="0"/>
              </a:rPr>
              <a:t>   9:34:00 PM</a:t>
            </a:r>
          </a:p>
          <a:p>
            <a:pPr eaLnBrk="1" hangingPunct="1"/>
            <a:r>
              <a:rPr lang="en-US" sz="1100" b="1" dirty="0">
                <a:latin typeface="Courier New" panose="02070309020205020404" pitchFamily="49" charset="0"/>
              </a:rPr>
              <a:t>hour, minute, and second specified:</a:t>
            </a:r>
          </a:p>
          <a:p>
            <a:pPr eaLnBrk="1" hangingPunct="1"/>
            <a:r>
              <a:rPr lang="en-US" sz="1100" b="1" dirty="0">
                <a:latin typeface="Courier New" panose="02070309020205020404" pitchFamily="49" charset="0"/>
              </a:rPr>
              <a:t>   12:25</a:t>
            </a:r>
          </a:p>
          <a:p>
            <a:pPr eaLnBrk="1" hangingPunct="1"/>
            <a:r>
              <a:rPr lang="en-US" sz="1100" b="1" dirty="0">
                <a:latin typeface="Courier New" panose="02070309020205020404" pitchFamily="49" charset="0"/>
              </a:rPr>
              <a:t>   12:25:42 PM</a:t>
            </a:r>
          </a:p>
          <a:p>
            <a:pPr eaLnBrk="1" hangingPunct="1"/>
            <a:r>
              <a:rPr lang="en-US" sz="1100" b="1" dirty="0">
                <a:latin typeface="Courier New" panose="02070309020205020404" pitchFamily="49" charset="0"/>
              </a:rPr>
              <a:t>all invalid values specified:</a:t>
            </a:r>
          </a:p>
          <a:p>
            <a:pPr eaLnBrk="1" hangingPunct="1"/>
            <a:r>
              <a:rPr lang="en-US" sz="1100" b="1" dirty="0">
                <a:latin typeface="Courier New" panose="02070309020205020404" pitchFamily="49" charset="0"/>
              </a:rPr>
              <a:t>   00:00</a:t>
            </a:r>
          </a:p>
          <a:p>
            <a:pPr eaLnBrk="1" hangingPunct="1"/>
            <a:r>
              <a:rPr lang="en-US" sz="1100" b="1" dirty="0">
                <a:latin typeface="Courier New" panose="02070309020205020404" pitchFamily="49" charset="0"/>
              </a:rPr>
              <a:t>   12:00:00 AM </a:t>
            </a:r>
          </a:p>
        </p:txBody>
      </p:sp>
      <p:grpSp>
        <p:nvGrpSpPr>
          <p:cNvPr id="2" name="Group 54"/>
          <p:cNvGrpSpPr>
            <a:grpSpLocks/>
          </p:cNvGrpSpPr>
          <p:nvPr/>
        </p:nvGrpSpPr>
        <p:grpSpPr bwMode="auto">
          <a:xfrm>
            <a:off x="4876801" y="3844928"/>
            <a:ext cx="4013465" cy="969963"/>
            <a:chOff x="2448" y="2325"/>
            <a:chExt cx="2167" cy="611"/>
          </a:xfrm>
        </p:grpSpPr>
        <p:sp>
          <p:nvSpPr>
            <p:cNvPr id="20539" name="Text Box 51"/>
            <p:cNvSpPr txBox="1">
              <a:spLocks noChangeArrowheads="1"/>
            </p:cNvSpPr>
            <p:nvPr/>
          </p:nvSpPr>
          <p:spPr bwMode="auto">
            <a:xfrm>
              <a:off x="3559" y="2325"/>
              <a:ext cx="1056" cy="611"/>
            </a:xfrm>
            <a:prstGeom prst="rect">
              <a:avLst/>
            </a:prstGeom>
            <a:solidFill>
              <a:srgbClr val="99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bIns="0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dirty="0"/>
                <a:t>When only </a:t>
              </a:r>
              <a:r>
                <a:rPr lang="en-US" sz="1200" b="1" dirty="0">
                  <a:latin typeface="Courier New" panose="02070309020205020404" pitchFamily="49" charset="0"/>
                </a:rPr>
                <a:t>hour</a:t>
              </a:r>
              <a:r>
                <a:rPr lang="en-US" sz="1200" b="1" dirty="0"/>
                <a:t> </a:t>
              </a:r>
              <a:r>
                <a:rPr lang="en-US" sz="1200" dirty="0"/>
                <a:t>is specified, </a:t>
              </a:r>
              <a:r>
                <a:rPr lang="en-US" sz="1200" b="1" dirty="0">
                  <a:latin typeface="Courier New" panose="02070309020205020404" pitchFamily="49" charset="0"/>
                </a:rPr>
                <a:t>minute</a:t>
              </a:r>
              <a:r>
                <a:rPr lang="en-US" sz="1200" dirty="0"/>
                <a:t> and </a:t>
              </a:r>
              <a:r>
                <a:rPr lang="en-US" sz="1200" b="1" dirty="0">
                  <a:latin typeface="Courier New" panose="02070309020205020404" pitchFamily="49" charset="0"/>
                </a:rPr>
                <a:t>second</a:t>
              </a:r>
              <a:r>
                <a:rPr lang="en-US" sz="1200" b="1" dirty="0"/>
                <a:t> </a:t>
              </a:r>
              <a:r>
                <a:rPr lang="en-US" sz="1200" dirty="0"/>
                <a:t>are set to their default values of </a:t>
              </a:r>
              <a:r>
                <a:rPr lang="en-US" sz="1200" b="1" dirty="0">
                  <a:latin typeface="Courier New" panose="02070309020205020404" pitchFamily="49" charset="0"/>
                </a:rPr>
                <a:t>0</a:t>
              </a:r>
              <a:r>
                <a:rPr lang="en-US" sz="1200" dirty="0"/>
                <a:t>.</a:t>
              </a:r>
              <a:endParaRPr lang="en-US" sz="1200" b="1" dirty="0"/>
            </a:p>
          </p:txBody>
        </p:sp>
        <p:sp>
          <p:nvSpPr>
            <p:cNvPr id="20540" name="Line 53"/>
            <p:cNvSpPr>
              <a:spLocks noChangeShapeType="1"/>
            </p:cNvSpPr>
            <p:nvPr/>
          </p:nvSpPr>
          <p:spPr bwMode="auto">
            <a:xfrm flipH="1">
              <a:off x="2448" y="2705"/>
              <a:ext cx="1111" cy="23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 bIns="0" anchor="ctr">
              <a:spAutoFit/>
            </a:bodyPr>
            <a:lstStyle/>
            <a:p>
              <a:endParaRPr lang="en-US"/>
            </a:p>
          </p:txBody>
        </p:sp>
      </p:grpSp>
      <p:grpSp>
        <p:nvGrpSpPr>
          <p:cNvPr id="20484" name="Group 109"/>
          <p:cNvGrpSpPr>
            <a:grpSpLocks/>
          </p:cNvGrpSpPr>
          <p:nvPr/>
        </p:nvGrpSpPr>
        <p:grpSpPr bwMode="auto">
          <a:xfrm>
            <a:off x="1066800" y="149225"/>
            <a:ext cx="6705600" cy="3668713"/>
            <a:chOff x="0" y="-11"/>
            <a:chExt cx="3072" cy="6755"/>
          </a:xfrm>
        </p:grpSpPr>
        <p:grpSp>
          <p:nvGrpSpPr>
            <p:cNvPr id="20485" name="Group 74"/>
            <p:cNvGrpSpPr>
              <a:grpSpLocks/>
            </p:cNvGrpSpPr>
            <p:nvPr/>
          </p:nvGrpSpPr>
          <p:grpSpPr bwMode="auto">
            <a:xfrm>
              <a:off x="0" y="-11"/>
              <a:ext cx="3072" cy="397"/>
              <a:chOff x="0" y="-11"/>
              <a:chExt cx="3072" cy="397"/>
            </a:xfrm>
          </p:grpSpPr>
          <p:sp>
            <p:nvSpPr>
              <p:cNvPr id="20537" name="Rectangle 73"/>
              <p:cNvSpPr>
                <a:spLocks noChangeArrowheads="1"/>
              </p:cNvSpPr>
              <p:nvPr/>
            </p:nvSpPr>
            <p:spPr bwMode="auto">
              <a:xfrm>
                <a:off x="0" y="-11"/>
                <a:ext cx="3072" cy="397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bIns="0" anchor="ctr">
                <a:spAutoFit/>
              </a:bodyPr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100"/>
              </a:p>
            </p:txBody>
          </p:sp>
          <p:sp>
            <p:nvSpPr>
              <p:cNvPr id="20538" name="Rectangle 55"/>
              <p:cNvSpPr>
                <a:spLocks noChangeArrowheads="1"/>
              </p:cNvSpPr>
              <p:nvPr/>
            </p:nvSpPr>
            <p:spPr bwMode="auto">
              <a:xfrm>
                <a:off x="0" y="0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bIns="0"/>
              <a:lstStyle>
                <a:lvl1pPr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100" b="1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94	</a:t>
                </a:r>
                <a:r>
                  <a:rPr lang="en-US" sz="1100" b="1">
                    <a:latin typeface="Courier New" panose="02070309020205020404" pitchFamily="49" charset="0"/>
                  </a:rPr>
                  <a:t>   cout &lt;&lt; "\n   ";</a:t>
                </a:r>
              </a:p>
              <a:p>
                <a:pPr eaLnBrk="1" hangingPunct="1"/>
                <a:endParaRPr lang="en-US" sz="1100" b="1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20486" name="Group 76"/>
            <p:cNvGrpSpPr>
              <a:grpSpLocks/>
            </p:cNvGrpSpPr>
            <p:nvPr/>
          </p:nvGrpSpPr>
          <p:grpSpPr bwMode="auto">
            <a:xfrm>
              <a:off x="0" y="363"/>
              <a:ext cx="3072" cy="397"/>
              <a:chOff x="0" y="363"/>
              <a:chExt cx="3072" cy="397"/>
            </a:xfrm>
          </p:grpSpPr>
          <p:sp>
            <p:nvSpPr>
              <p:cNvPr id="20535" name="Rectangle 75"/>
              <p:cNvSpPr>
                <a:spLocks noChangeArrowheads="1"/>
              </p:cNvSpPr>
              <p:nvPr/>
            </p:nvSpPr>
            <p:spPr bwMode="auto">
              <a:xfrm>
                <a:off x="0" y="363"/>
                <a:ext cx="3072" cy="397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bIns="0" anchor="ctr">
                <a:spAutoFit/>
              </a:bodyPr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100"/>
              </a:p>
            </p:txBody>
          </p:sp>
          <p:sp>
            <p:nvSpPr>
              <p:cNvPr id="20536" name="Rectangle 56"/>
              <p:cNvSpPr>
                <a:spLocks noChangeArrowheads="1"/>
              </p:cNvSpPr>
              <p:nvPr/>
            </p:nvSpPr>
            <p:spPr bwMode="auto">
              <a:xfrm>
                <a:off x="0" y="374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bIns="0"/>
              <a:lstStyle>
                <a:lvl1pPr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100" b="1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95	</a:t>
                </a:r>
                <a:r>
                  <a:rPr lang="en-US" sz="1100" b="1">
                    <a:latin typeface="Courier New" panose="02070309020205020404" pitchFamily="49" charset="0"/>
                  </a:rPr>
                  <a:t>   t3.printStandard();</a:t>
                </a:r>
              </a:p>
              <a:p>
                <a:pPr eaLnBrk="1" hangingPunct="1"/>
                <a:endParaRPr lang="en-US" sz="1100" b="1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20487" name="Group 78"/>
            <p:cNvGrpSpPr>
              <a:grpSpLocks/>
            </p:cNvGrpSpPr>
            <p:nvPr/>
          </p:nvGrpSpPr>
          <p:grpSpPr bwMode="auto">
            <a:xfrm>
              <a:off x="0" y="737"/>
              <a:ext cx="3072" cy="397"/>
              <a:chOff x="0" y="737"/>
              <a:chExt cx="3072" cy="397"/>
            </a:xfrm>
          </p:grpSpPr>
          <p:sp>
            <p:nvSpPr>
              <p:cNvPr id="20533" name="Rectangle 77"/>
              <p:cNvSpPr>
                <a:spLocks noChangeArrowheads="1"/>
              </p:cNvSpPr>
              <p:nvPr/>
            </p:nvSpPr>
            <p:spPr bwMode="auto">
              <a:xfrm>
                <a:off x="0" y="737"/>
                <a:ext cx="3072" cy="397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bIns="0" anchor="ctr">
                <a:spAutoFit/>
              </a:bodyPr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100"/>
              </a:p>
            </p:txBody>
          </p:sp>
          <p:sp>
            <p:nvSpPr>
              <p:cNvPr id="20534" name="Rectangle 57"/>
              <p:cNvSpPr>
                <a:spLocks noChangeArrowheads="1"/>
              </p:cNvSpPr>
              <p:nvPr/>
            </p:nvSpPr>
            <p:spPr bwMode="auto">
              <a:xfrm>
                <a:off x="0" y="748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bIns="0"/>
              <a:lstStyle>
                <a:lvl1pPr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100" b="1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96	</a:t>
                </a:r>
                <a:endParaRPr lang="en-US" sz="1100" b="1">
                  <a:latin typeface="Courier New" panose="02070309020205020404" pitchFamily="49" charset="0"/>
                </a:endParaRPr>
              </a:p>
              <a:p>
                <a:pPr eaLnBrk="1" hangingPunct="1"/>
                <a:endParaRPr lang="en-US" sz="1100" b="1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20488" name="Group 80"/>
            <p:cNvGrpSpPr>
              <a:grpSpLocks/>
            </p:cNvGrpSpPr>
            <p:nvPr/>
          </p:nvGrpSpPr>
          <p:grpSpPr bwMode="auto">
            <a:xfrm>
              <a:off x="0" y="1111"/>
              <a:ext cx="3072" cy="397"/>
              <a:chOff x="0" y="1111"/>
              <a:chExt cx="3072" cy="397"/>
            </a:xfrm>
          </p:grpSpPr>
          <p:sp>
            <p:nvSpPr>
              <p:cNvPr id="20531" name="Rectangle 79"/>
              <p:cNvSpPr>
                <a:spLocks noChangeArrowheads="1"/>
              </p:cNvSpPr>
              <p:nvPr/>
            </p:nvSpPr>
            <p:spPr bwMode="auto">
              <a:xfrm>
                <a:off x="0" y="1111"/>
                <a:ext cx="3072" cy="397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bIns="0" anchor="ctr">
                <a:spAutoFit/>
              </a:bodyPr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100"/>
              </a:p>
            </p:txBody>
          </p:sp>
          <p:sp>
            <p:nvSpPr>
              <p:cNvPr id="20532" name="Rectangle 58"/>
              <p:cNvSpPr>
                <a:spLocks noChangeArrowheads="1"/>
              </p:cNvSpPr>
              <p:nvPr/>
            </p:nvSpPr>
            <p:spPr bwMode="auto">
              <a:xfrm>
                <a:off x="0" y="1122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bIns="0"/>
              <a:lstStyle>
                <a:lvl1pPr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100" b="1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97	</a:t>
                </a:r>
                <a:r>
                  <a:rPr lang="en-US" sz="1100" b="1">
                    <a:latin typeface="Courier New" panose="02070309020205020404" pitchFamily="49" charset="0"/>
                  </a:rPr>
                  <a:t>   cout &lt;&lt; "\nhour, minute, and second specified:" </a:t>
                </a:r>
              </a:p>
              <a:p>
                <a:pPr eaLnBrk="1" hangingPunct="1"/>
                <a:endParaRPr lang="en-US" sz="1100" b="1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20489" name="Group 82"/>
            <p:cNvGrpSpPr>
              <a:grpSpLocks/>
            </p:cNvGrpSpPr>
            <p:nvPr/>
          </p:nvGrpSpPr>
          <p:grpSpPr bwMode="auto">
            <a:xfrm>
              <a:off x="0" y="1485"/>
              <a:ext cx="3072" cy="397"/>
              <a:chOff x="0" y="1485"/>
              <a:chExt cx="3072" cy="397"/>
            </a:xfrm>
          </p:grpSpPr>
          <p:sp>
            <p:nvSpPr>
              <p:cNvPr id="20529" name="Rectangle 81"/>
              <p:cNvSpPr>
                <a:spLocks noChangeArrowheads="1"/>
              </p:cNvSpPr>
              <p:nvPr/>
            </p:nvSpPr>
            <p:spPr bwMode="auto">
              <a:xfrm>
                <a:off x="0" y="1485"/>
                <a:ext cx="3072" cy="397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bIns="0" anchor="ctr">
                <a:spAutoFit/>
              </a:bodyPr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100"/>
              </a:p>
            </p:txBody>
          </p:sp>
          <p:sp>
            <p:nvSpPr>
              <p:cNvPr id="20530" name="Rectangle 59"/>
              <p:cNvSpPr>
                <a:spLocks noChangeArrowheads="1"/>
              </p:cNvSpPr>
              <p:nvPr/>
            </p:nvSpPr>
            <p:spPr bwMode="auto">
              <a:xfrm>
                <a:off x="0" y="1496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bIns="0"/>
              <a:lstStyle>
                <a:lvl1pPr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100" b="1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98	</a:t>
                </a:r>
                <a:r>
                  <a:rPr lang="en-US" sz="1100" b="1">
                    <a:latin typeface="Courier New" panose="02070309020205020404" pitchFamily="49" charset="0"/>
                  </a:rPr>
                  <a:t>        &lt;&lt; "\n   ";</a:t>
                </a:r>
              </a:p>
              <a:p>
                <a:pPr eaLnBrk="1" hangingPunct="1"/>
                <a:endParaRPr lang="en-US" sz="1100" b="1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20490" name="Group 84"/>
            <p:cNvGrpSpPr>
              <a:grpSpLocks/>
            </p:cNvGrpSpPr>
            <p:nvPr/>
          </p:nvGrpSpPr>
          <p:grpSpPr bwMode="auto">
            <a:xfrm>
              <a:off x="0" y="1859"/>
              <a:ext cx="3072" cy="397"/>
              <a:chOff x="0" y="1859"/>
              <a:chExt cx="3072" cy="397"/>
            </a:xfrm>
          </p:grpSpPr>
          <p:sp>
            <p:nvSpPr>
              <p:cNvPr id="20527" name="Rectangle 83"/>
              <p:cNvSpPr>
                <a:spLocks noChangeArrowheads="1"/>
              </p:cNvSpPr>
              <p:nvPr/>
            </p:nvSpPr>
            <p:spPr bwMode="auto">
              <a:xfrm>
                <a:off x="0" y="1859"/>
                <a:ext cx="3072" cy="397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bIns="0" anchor="ctr">
                <a:spAutoFit/>
              </a:bodyPr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100"/>
              </a:p>
            </p:txBody>
          </p:sp>
          <p:sp>
            <p:nvSpPr>
              <p:cNvPr id="20528" name="Rectangle 60"/>
              <p:cNvSpPr>
                <a:spLocks noChangeArrowheads="1"/>
              </p:cNvSpPr>
              <p:nvPr/>
            </p:nvSpPr>
            <p:spPr bwMode="auto">
              <a:xfrm>
                <a:off x="0" y="1870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bIns="0"/>
              <a:lstStyle>
                <a:lvl1pPr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100" b="1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99	</a:t>
                </a:r>
                <a:r>
                  <a:rPr lang="en-US" sz="1100" b="1">
                    <a:latin typeface="Courier New" panose="02070309020205020404" pitchFamily="49" charset="0"/>
                  </a:rPr>
                  <a:t>   t4.printMilitary();</a:t>
                </a:r>
              </a:p>
              <a:p>
                <a:pPr eaLnBrk="1" hangingPunct="1"/>
                <a:endParaRPr lang="en-US" sz="1100" b="1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20491" name="Group 86"/>
            <p:cNvGrpSpPr>
              <a:grpSpLocks/>
            </p:cNvGrpSpPr>
            <p:nvPr/>
          </p:nvGrpSpPr>
          <p:grpSpPr bwMode="auto">
            <a:xfrm>
              <a:off x="0" y="2233"/>
              <a:ext cx="3072" cy="397"/>
              <a:chOff x="0" y="2233"/>
              <a:chExt cx="3072" cy="397"/>
            </a:xfrm>
          </p:grpSpPr>
          <p:sp>
            <p:nvSpPr>
              <p:cNvPr id="20525" name="Rectangle 85"/>
              <p:cNvSpPr>
                <a:spLocks noChangeArrowheads="1"/>
              </p:cNvSpPr>
              <p:nvPr/>
            </p:nvSpPr>
            <p:spPr bwMode="auto">
              <a:xfrm>
                <a:off x="0" y="2233"/>
                <a:ext cx="3072" cy="397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bIns="0" anchor="ctr">
                <a:spAutoFit/>
              </a:bodyPr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100"/>
              </a:p>
            </p:txBody>
          </p:sp>
          <p:sp>
            <p:nvSpPr>
              <p:cNvPr id="20526" name="Rectangle 61"/>
              <p:cNvSpPr>
                <a:spLocks noChangeArrowheads="1"/>
              </p:cNvSpPr>
              <p:nvPr/>
            </p:nvSpPr>
            <p:spPr bwMode="auto">
              <a:xfrm>
                <a:off x="0" y="2244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bIns="0"/>
              <a:lstStyle>
                <a:lvl1pPr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100" b="1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100	</a:t>
                </a:r>
                <a:r>
                  <a:rPr lang="en-US" sz="1100" b="1">
                    <a:latin typeface="Courier New" panose="02070309020205020404" pitchFamily="49" charset="0"/>
                  </a:rPr>
                  <a:t>   cout &lt;&lt; "\n   ";</a:t>
                </a:r>
              </a:p>
              <a:p>
                <a:pPr eaLnBrk="1" hangingPunct="1"/>
                <a:endParaRPr lang="en-US" sz="1100" b="1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20492" name="Group 88"/>
            <p:cNvGrpSpPr>
              <a:grpSpLocks/>
            </p:cNvGrpSpPr>
            <p:nvPr/>
          </p:nvGrpSpPr>
          <p:grpSpPr bwMode="auto">
            <a:xfrm>
              <a:off x="0" y="2607"/>
              <a:ext cx="3072" cy="397"/>
              <a:chOff x="0" y="2607"/>
              <a:chExt cx="3072" cy="397"/>
            </a:xfrm>
          </p:grpSpPr>
          <p:sp>
            <p:nvSpPr>
              <p:cNvPr id="20523" name="Rectangle 87"/>
              <p:cNvSpPr>
                <a:spLocks noChangeArrowheads="1"/>
              </p:cNvSpPr>
              <p:nvPr/>
            </p:nvSpPr>
            <p:spPr bwMode="auto">
              <a:xfrm>
                <a:off x="0" y="2607"/>
                <a:ext cx="3072" cy="397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bIns="0" anchor="ctr">
                <a:spAutoFit/>
              </a:bodyPr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100"/>
              </a:p>
            </p:txBody>
          </p:sp>
          <p:sp>
            <p:nvSpPr>
              <p:cNvPr id="20524" name="Rectangle 62"/>
              <p:cNvSpPr>
                <a:spLocks noChangeArrowheads="1"/>
              </p:cNvSpPr>
              <p:nvPr/>
            </p:nvSpPr>
            <p:spPr bwMode="auto">
              <a:xfrm>
                <a:off x="0" y="2618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bIns="0"/>
              <a:lstStyle>
                <a:lvl1pPr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100" b="1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101	</a:t>
                </a:r>
                <a:r>
                  <a:rPr lang="en-US" sz="1100" b="1">
                    <a:latin typeface="Courier New" panose="02070309020205020404" pitchFamily="49" charset="0"/>
                  </a:rPr>
                  <a:t>   t4.printStandard();</a:t>
                </a:r>
              </a:p>
              <a:p>
                <a:pPr eaLnBrk="1" hangingPunct="1"/>
                <a:endParaRPr lang="en-US" sz="1100" b="1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20493" name="Group 90"/>
            <p:cNvGrpSpPr>
              <a:grpSpLocks/>
            </p:cNvGrpSpPr>
            <p:nvPr/>
          </p:nvGrpSpPr>
          <p:grpSpPr bwMode="auto">
            <a:xfrm>
              <a:off x="0" y="2981"/>
              <a:ext cx="3072" cy="397"/>
              <a:chOff x="0" y="2981"/>
              <a:chExt cx="3072" cy="397"/>
            </a:xfrm>
          </p:grpSpPr>
          <p:sp>
            <p:nvSpPr>
              <p:cNvPr id="20521" name="Rectangle 89"/>
              <p:cNvSpPr>
                <a:spLocks noChangeArrowheads="1"/>
              </p:cNvSpPr>
              <p:nvPr/>
            </p:nvSpPr>
            <p:spPr bwMode="auto">
              <a:xfrm>
                <a:off x="0" y="2981"/>
                <a:ext cx="3072" cy="397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bIns="0" anchor="ctr">
                <a:spAutoFit/>
              </a:bodyPr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100"/>
              </a:p>
            </p:txBody>
          </p:sp>
          <p:sp>
            <p:nvSpPr>
              <p:cNvPr id="20522" name="Rectangle 63"/>
              <p:cNvSpPr>
                <a:spLocks noChangeArrowheads="1"/>
              </p:cNvSpPr>
              <p:nvPr/>
            </p:nvSpPr>
            <p:spPr bwMode="auto">
              <a:xfrm>
                <a:off x="0" y="2992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bIns="0"/>
              <a:lstStyle>
                <a:lvl1pPr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100" b="1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102	</a:t>
                </a:r>
                <a:endParaRPr lang="en-US" sz="1100" b="1">
                  <a:latin typeface="Courier New" panose="02070309020205020404" pitchFamily="49" charset="0"/>
                </a:endParaRPr>
              </a:p>
              <a:p>
                <a:pPr eaLnBrk="1" hangingPunct="1"/>
                <a:endParaRPr lang="en-US" sz="1100" b="1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20494" name="Group 92"/>
            <p:cNvGrpSpPr>
              <a:grpSpLocks/>
            </p:cNvGrpSpPr>
            <p:nvPr/>
          </p:nvGrpSpPr>
          <p:grpSpPr bwMode="auto">
            <a:xfrm>
              <a:off x="0" y="3355"/>
              <a:ext cx="3072" cy="397"/>
              <a:chOff x="0" y="3355"/>
              <a:chExt cx="3072" cy="397"/>
            </a:xfrm>
          </p:grpSpPr>
          <p:sp>
            <p:nvSpPr>
              <p:cNvPr id="20519" name="Rectangle 91"/>
              <p:cNvSpPr>
                <a:spLocks noChangeArrowheads="1"/>
              </p:cNvSpPr>
              <p:nvPr/>
            </p:nvSpPr>
            <p:spPr bwMode="auto">
              <a:xfrm>
                <a:off x="0" y="3355"/>
                <a:ext cx="3072" cy="397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bIns="0" anchor="ctr">
                <a:spAutoFit/>
              </a:bodyPr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100"/>
              </a:p>
            </p:txBody>
          </p:sp>
          <p:sp>
            <p:nvSpPr>
              <p:cNvPr id="20520" name="Rectangle 64"/>
              <p:cNvSpPr>
                <a:spLocks noChangeArrowheads="1"/>
              </p:cNvSpPr>
              <p:nvPr/>
            </p:nvSpPr>
            <p:spPr bwMode="auto">
              <a:xfrm>
                <a:off x="0" y="3366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bIns="0"/>
              <a:lstStyle>
                <a:lvl1pPr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100" b="1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103	</a:t>
                </a:r>
                <a:r>
                  <a:rPr lang="en-US" sz="1100" b="1">
                    <a:latin typeface="Courier New" panose="02070309020205020404" pitchFamily="49" charset="0"/>
                  </a:rPr>
                  <a:t>   cout &lt;&lt; "\nall invalid values specified:" </a:t>
                </a:r>
              </a:p>
              <a:p>
                <a:pPr eaLnBrk="1" hangingPunct="1"/>
                <a:endParaRPr lang="en-US" sz="1100" b="1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20495" name="Group 94"/>
            <p:cNvGrpSpPr>
              <a:grpSpLocks/>
            </p:cNvGrpSpPr>
            <p:nvPr/>
          </p:nvGrpSpPr>
          <p:grpSpPr bwMode="auto">
            <a:xfrm>
              <a:off x="0" y="3729"/>
              <a:ext cx="3072" cy="397"/>
              <a:chOff x="0" y="3729"/>
              <a:chExt cx="3072" cy="397"/>
            </a:xfrm>
          </p:grpSpPr>
          <p:sp>
            <p:nvSpPr>
              <p:cNvPr id="20517" name="Rectangle 93"/>
              <p:cNvSpPr>
                <a:spLocks noChangeArrowheads="1"/>
              </p:cNvSpPr>
              <p:nvPr/>
            </p:nvSpPr>
            <p:spPr bwMode="auto">
              <a:xfrm>
                <a:off x="0" y="3729"/>
                <a:ext cx="3072" cy="397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bIns="0" anchor="ctr">
                <a:spAutoFit/>
              </a:bodyPr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100"/>
              </a:p>
            </p:txBody>
          </p:sp>
          <p:sp>
            <p:nvSpPr>
              <p:cNvPr id="20518" name="Rectangle 65"/>
              <p:cNvSpPr>
                <a:spLocks noChangeArrowheads="1"/>
              </p:cNvSpPr>
              <p:nvPr/>
            </p:nvSpPr>
            <p:spPr bwMode="auto">
              <a:xfrm>
                <a:off x="0" y="3740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bIns="0"/>
              <a:lstStyle>
                <a:lvl1pPr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100" b="1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104	</a:t>
                </a:r>
                <a:r>
                  <a:rPr lang="en-US" sz="1100" b="1">
                    <a:latin typeface="Courier New" panose="02070309020205020404" pitchFamily="49" charset="0"/>
                  </a:rPr>
                  <a:t>        &lt;&lt; "\n   ";</a:t>
                </a:r>
              </a:p>
              <a:p>
                <a:pPr eaLnBrk="1" hangingPunct="1"/>
                <a:endParaRPr lang="en-US" sz="1100" b="1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20496" name="Group 96"/>
            <p:cNvGrpSpPr>
              <a:grpSpLocks/>
            </p:cNvGrpSpPr>
            <p:nvPr/>
          </p:nvGrpSpPr>
          <p:grpSpPr bwMode="auto">
            <a:xfrm>
              <a:off x="0" y="4103"/>
              <a:ext cx="3072" cy="397"/>
              <a:chOff x="0" y="4103"/>
              <a:chExt cx="3072" cy="397"/>
            </a:xfrm>
          </p:grpSpPr>
          <p:sp>
            <p:nvSpPr>
              <p:cNvPr id="20515" name="Rectangle 95"/>
              <p:cNvSpPr>
                <a:spLocks noChangeArrowheads="1"/>
              </p:cNvSpPr>
              <p:nvPr/>
            </p:nvSpPr>
            <p:spPr bwMode="auto">
              <a:xfrm>
                <a:off x="0" y="4103"/>
                <a:ext cx="3072" cy="397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bIns="0" anchor="ctr">
                <a:spAutoFit/>
              </a:bodyPr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100"/>
              </a:p>
            </p:txBody>
          </p:sp>
          <p:sp>
            <p:nvSpPr>
              <p:cNvPr id="20516" name="Rectangle 66"/>
              <p:cNvSpPr>
                <a:spLocks noChangeArrowheads="1"/>
              </p:cNvSpPr>
              <p:nvPr/>
            </p:nvSpPr>
            <p:spPr bwMode="auto">
              <a:xfrm>
                <a:off x="0" y="4114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bIns="0"/>
              <a:lstStyle>
                <a:lvl1pPr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100" b="1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105	</a:t>
                </a:r>
                <a:r>
                  <a:rPr lang="en-US" sz="1100" b="1">
                    <a:latin typeface="Courier New" panose="02070309020205020404" pitchFamily="49" charset="0"/>
                  </a:rPr>
                  <a:t>   t5.printMilitary();</a:t>
                </a:r>
              </a:p>
              <a:p>
                <a:pPr eaLnBrk="1" hangingPunct="1"/>
                <a:endParaRPr lang="en-US" sz="1100" b="1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20497" name="Group 98"/>
            <p:cNvGrpSpPr>
              <a:grpSpLocks/>
            </p:cNvGrpSpPr>
            <p:nvPr/>
          </p:nvGrpSpPr>
          <p:grpSpPr bwMode="auto">
            <a:xfrm>
              <a:off x="0" y="4477"/>
              <a:ext cx="3072" cy="397"/>
              <a:chOff x="0" y="4477"/>
              <a:chExt cx="3072" cy="397"/>
            </a:xfrm>
          </p:grpSpPr>
          <p:sp>
            <p:nvSpPr>
              <p:cNvPr id="20513" name="Rectangle 97"/>
              <p:cNvSpPr>
                <a:spLocks noChangeArrowheads="1"/>
              </p:cNvSpPr>
              <p:nvPr/>
            </p:nvSpPr>
            <p:spPr bwMode="auto">
              <a:xfrm>
                <a:off x="0" y="4477"/>
                <a:ext cx="3072" cy="397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bIns="0" anchor="ctr">
                <a:spAutoFit/>
              </a:bodyPr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100"/>
              </a:p>
            </p:txBody>
          </p:sp>
          <p:sp>
            <p:nvSpPr>
              <p:cNvPr id="20514" name="Rectangle 67"/>
              <p:cNvSpPr>
                <a:spLocks noChangeArrowheads="1"/>
              </p:cNvSpPr>
              <p:nvPr/>
            </p:nvSpPr>
            <p:spPr bwMode="auto">
              <a:xfrm>
                <a:off x="0" y="4488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bIns="0"/>
              <a:lstStyle>
                <a:lvl1pPr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100" b="1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106	</a:t>
                </a:r>
                <a:r>
                  <a:rPr lang="en-US" sz="1100" b="1">
                    <a:latin typeface="Courier New" panose="02070309020205020404" pitchFamily="49" charset="0"/>
                  </a:rPr>
                  <a:t>   cout &lt;&lt; "\n   ";</a:t>
                </a:r>
              </a:p>
              <a:p>
                <a:pPr eaLnBrk="1" hangingPunct="1"/>
                <a:endParaRPr lang="en-US" sz="1100" b="1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20498" name="Group 100"/>
            <p:cNvGrpSpPr>
              <a:grpSpLocks/>
            </p:cNvGrpSpPr>
            <p:nvPr/>
          </p:nvGrpSpPr>
          <p:grpSpPr bwMode="auto">
            <a:xfrm>
              <a:off x="0" y="4851"/>
              <a:ext cx="3072" cy="397"/>
              <a:chOff x="0" y="4851"/>
              <a:chExt cx="3072" cy="397"/>
            </a:xfrm>
          </p:grpSpPr>
          <p:sp>
            <p:nvSpPr>
              <p:cNvPr id="20511" name="Rectangle 99"/>
              <p:cNvSpPr>
                <a:spLocks noChangeArrowheads="1"/>
              </p:cNvSpPr>
              <p:nvPr/>
            </p:nvSpPr>
            <p:spPr bwMode="auto">
              <a:xfrm>
                <a:off x="0" y="4851"/>
                <a:ext cx="3072" cy="397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bIns="0" anchor="ctr">
                <a:spAutoFit/>
              </a:bodyPr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100"/>
              </a:p>
            </p:txBody>
          </p:sp>
          <p:sp>
            <p:nvSpPr>
              <p:cNvPr id="20512" name="Rectangle 68"/>
              <p:cNvSpPr>
                <a:spLocks noChangeArrowheads="1"/>
              </p:cNvSpPr>
              <p:nvPr/>
            </p:nvSpPr>
            <p:spPr bwMode="auto">
              <a:xfrm>
                <a:off x="0" y="4862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bIns="0"/>
              <a:lstStyle>
                <a:lvl1pPr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100" b="1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107	</a:t>
                </a:r>
                <a:r>
                  <a:rPr lang="en-US" sz="1100" b="1">
                    <a:latin typeface="Courier New" panose="02070309020205020404" pitchFamily="49" charset="0"/>
                  </a:rPr>
                  <a:t>   t5.printStandard();</a:t>
                </a:r>
              </a:p>
              <a:p>
                <a:pPr eaLnBrk="1" hangingPunct="1"/>
                <a:endParaRPr lang="en-US" sz="1100" b="1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20499" name="Group 102"/>
            <p:cNvGrpSpPr>
              <a:grpSpLocks/>
            </p:cNvGrpSpPr>
            <p:nvPr/>
          </p:nvGrpSpPr>
          <p:grpSpPr bwMode="auto">
            <a:xfrm>
              <a:off x="0" y="5225"/>
              <a:ext cx="3072" cy="397"/>
              <a:chOff x="0" y="5225"/>
              <a:chExt cx="3072" cy="397"/>
            </a:xfrm>
          </p:grpSpPr>
          <p:sp>
            <p:nvSpPr>
              <p:cNvPr id="20509" name="Rectangle 101"/>
              <p:cNvSpPr>
                <a:spLocks noChangeArrowheads="1"/>
              </p:cNvSpPr>
              <p:nvPr/>
            </p:nvSpPr>
            <p:spPr bwMode="auto">
              <a:xfrm>
                <a:off x="0" y="5225"/>
                <a:ext cx="3072" cy="397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bIns="0" anchor="ctr">
                <a:spAutoFit/>
              </a:bodyPr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100"/>
              </a:p>
            </p:txBody>
          </p:sp>
          <p:sp>
            <p:nvSpPr>
              <p:cNvPr id="20510" name="Rectangle 69"/>
              <p:cNvSpPr>
                <a:spLocks noChangeArrowheads="1"/>
              </p:cNvSpPr>
              <p:nvPr/>
            </p:nvSpPr>
            <p:spPr bwMode="auto">
              <a:xfrm>
                <a:off x="0" y="5236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bIns="0"/>
              <a:lstStyle>
                <a:lvl1pPr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100" b="1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108	</a:t>
                </a:r>
                <a:r>
                  <a:rPr lang="en-US" sz="1100" b="1">
                    <a:latin typeface="Courier New" panose="02070309020205020404" pitchFamily="49" charset="0"/>
                  </a:rPr>
                  <a:t>   cout &lt;&lt; endl;</a:t>
                </a:r>
              </a:p>
              <a:p>
                <a:pPr eaLnBrk="1" hangingPunct="1"/>
                <a:endParaRPr lang="en-US" sz="1100" b="1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20500" name="Group 104"/>
            <p:cNvGrpSpPr>
              <a:grpSpLocks/>
            </p:cNvGrpSpPr>
            <p:nvPr/>
          </p:nvGrpSpPr>
          <p:grpSpPr bwMode="auto">
            <a:xfrm>
              <a:off x="0" y="5599"/>
              <a:ext cx="3072" cy="397"/>
              <a:chOff x="0" y="5599"/>
              <a:chExt cx="3072" cy="397"/>
            </a:xfrm>
          </p:grpSpPr>
          <p:sp>
            <p:nvSpPr>
              <p:cNvPr id="20507" name="Rectangle 103"/>
              <p:cNvSpPr>
                <a:spLocks noChangeArrowheads="1"/>
              </p:cNvSpPr>
              <p:nvPr/>
            </p:nvSpPr>
            <p:spPr bwMode="auto">
              <a:xfrm>
                <a:off x="0" y="5599"/>
                <a:ext cx="3072" cy="397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bIns="0" anchor="ctr">
                <a:spAutoFit/>
              </a:bodyPr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100"/>
              </a:p>
            </p:txBody>
          </p:sp>
          <p:sp>
            <p:nvSpPr>
              <p:cNvPr id="20508" name="Rectangle 70"/>
              <p:cNvSpPr>
                <a:spLocks noChangeArrowheads="1"/>
              </p:cNvSpPr>
              <p:nvPr/>
            </p:nvSpPr>
            <p:spPr bwMode="auto">
              <a:xfrm>
                <a:off x="0" y="5610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bIns="0"/>
              <a:lstStyle>
                <a:lvl1pPr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100" b="1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109	</a:t>
                </a:r>
                <a:endParaRPr lang="en-US" sz="1100" b="1">
                  <a:latin typeface="Courier New" panose="02070309020205020404" pitchFamily="49" charset="0"/>
                </a:endParaRPr>
              </a:p>
              <a:p>
                <a:pPr eaLnBrk="1" hangingPunct="1"/>
                <a:endParaRPr lang="en-US" sz="1100" b="1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20501" name="Group 106"/>
            <p:cNvGrpSpPr>
              <a:grpSpLocks/>
            </p:cNvGrpSpPr>
            <p:nvPr/>
          </p:nvGrpSpPr>
          <p:grpSpPr bwMode="auto">
            <a:xfrm>
              <a:off x="0" y="5973"/>
              <a:ext cx="3072" cy="397"/>
              <a:chOff x="0" y="5973"/>
              <a:chExt cx="3072" cy="397"/>
            </a:xfrm>
          </p:grpSpPr>
          <p:sp>
            <p:nvSpPr>
              <p:cNvPr id="20505" name="Rectangle 105"/>
              <p:cNvSpPr>
                <a:spLocks noChangeArrowheads="1"/>
              </p:cNvSpPr>
              <p:nvPr/>
            </p:nvSpPr>
            <p:spPr bwMode="auto">
              <a:xfrm>
                <a:off x="0" y="5973"/>
                <a:ext cx="3072" cy="397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bIns="0" anchor="ctr">
                <a:spAutoFit/>
              </a:bodyPr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100"/>
              </a:p>
            </p:txBody>
          </p:sp>
          <p:sp>
            <p:nvSpPr>
              <p:cNvPr id="20506" name="Rectangle 71"/>
              <p:cNvSpPr>
                <a:spLocks noChangeArrowheads="1"/>
              </p:cNvSpPr>
              <p:nvPr/>
            </p:nvSpPr>
            <p:spPr bwMode="auto">
              <a:xfrm>
                <a:off x="0" y="5984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bIns="0"/>
              <a:lstStyle>
                <a:lvl1pPr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100" b="1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110	</a:t>
                </a:r>
                <a:r>
                  <a:rPr lang="en-US" sz="1100" b="1">
                    <a:latin typeface="Courier New" panose="02070309020205020404" pitchFamily="49" charset="0"/>
                  </a:rPr>
                  <a:t>   </a:t>
                </a:r>
                <a:r>
                  <a:rPr lang="en-US" sz="1100" b="1">
                    <a:solidFill>
                      <a:srgbClr val="275AFF"/>
                    </a:solidFill>
                    <a:latin typeface="Courier New" panose="02070309020205020404" pitchFamily="49" charset="0"/>
                  </a:rPr>
                  <a:t>return</a:t>
                </a:r>
                <a:r>
                  <a:rPr lang="en-US" sz="1100" b="1">
                    <a:latin typeface="Courier New" panose="02070309020205020404" pitchFamily="49" charset="0"/>
                  </a:rPr>
                  <a:t> 0;</a:t>
                </a:r>
              </a:p>
              <a:p>
                <a:pPr eaLnBrk="1" hangingPunct="1"/>
                <a:endParaRPr lang="en-US" sz="1100" b="1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20502" name="Group 108"/>
            <p:cNvGrpSpPr>
              <a:grpSpLocks/>
            </p:cNvGrpSpPr>
            <p:nvPr/>
          </p:nvGrpSpPr>
          <p:grpSpPr bwMode="auto">
            <a:xfrm>
              <a:off x="0" y="6347"/>
              <a:ext cx="3072" cy="397"/>
              <a:chOff x="0" y="6347"/>
              <a:chExt cx="3072" cy="397"/>
            </a:xfrm>
          </p:grpSpPr>
          <p:sp>
            <p:nvSpPr>
              <p:cNvPr id="20503" name="Rectangle 107"/>
              <p:cNvSpPr>
                <a:spLocks noChangeArrowheads="1"/>
              </p:cNvSpPr>
              <p:nvPr/>
            </p:nvSpPr>
            <p:spPr bwMode="auto">
              <a:xfrm>
                <a:off x="0" y="6347"/>
                <a:ext cx="3072" cy="397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bIns="0" anchor="ctr">
                <a:spAutoFit/>
              </a:bodyPr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100"/>
              </a:p>
            </p:txBody>
          </p:sp>
          <p:sp>
            <p:nvSpPr>
              <p:cNvPr id="20504" name="Rectangle 72"/>
              <p:cNvSpPr>
                <a:spLocks noChangeArrowheads="1"/>
              </p:cNvSpPr>
              <p:nvPr/>
            </p:nvSpPr>
            <p:spPr bwMode="auto">
              <a:xfrm>
                <a:off x="0" y="6358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bIns="0"/>
              <a:lstStyle>
                <a:lvl1pPr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100" b="1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111	</a:t>
                </a:r>
                <a:r>
                  <a:rPr lang="en-US" sz="1100" b="1">
                    <a:latin typeface="Courier New" panose="02070309020205020404" pitchFamily="49" charset="0"/>
                  </a:rPr>
                  <a:t>}</a:t>
                </a:r>
              </a:p>
              <a:p>
                <a:pPr eaLnBrk="1" hangingPunct="1"/>
                <a:endParaRPr lang="en-US" sz="1100" b="1">
                  <a:latin typeface="Courier New" panose="02070309020205020404" pitchFamily="49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286567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4"/>
          <p:cNvSpPr>
            <a:spLocks noGrp="1" noChangeArrowheads="1"/>
          </p:cNvSpPr>
          <p:nvPr>
            <p:ph type="title"/>
          </p:nvPr>
        </p:nvSpPr>
        <p:spPr>
          <a:xfrm>
            <a:off x="39756" y="0"/>
            <a:ext cx="9104244" cy="990600"/>
          </a:xfrm>
        </p:spPr>
        <p:txBody>
          <a:bodyPr/>
          <a:lstStyle/>
          <a:p>
            <a:r>
              <a:rPr lang="en-US" b="1" dirty="0">
                <a:solidFill>
                  <a:srgbClr val="B80000"/>
                </a:solidFill>
                <a:latin typeface="Arial" panose="020B0604020202020204" pitchFamily="34" charset="0"/>
              </a:rPr>
              <a:t>Using Destructors </a:t>
            </a:r>
          </a:p>
        </p:txBody>
      </p:sp>
      <p:sp>
        <p:nvSpPr>
          <p:cNvPr id="21507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B80000"/>
                </a:solidFill>
              </a:rPr>
              <a:t>Destructors</a:t>
            </a:r>
          </a:p>
          <a:p>
            <a:pPr lvl="1">
              <a:spcAft>
                <a:spcPts val="600"/>
              </a:spcAft>
            </a:pPr>
            <a:r>
              <a:rPr lang="en-US" dirty="0"/>
              <a:t>Are </a:t>
            </a:r>
            <a:r>
              <a:rPr lang="en-US" b="1" dirty="0">
                <a:solidFill>
                  <a:srgbClr val="2C14DE"/>
                </a:solidFill>
              </a:rPr>
              <a:t>member function </a:t>
            </a:r>
            <a:r>
              <a:rPr lang="en-US" dirty="0"/>
              <a:t>of </a:t>
            </a:r>
            <a:r>
              <a:rPr lang="en-US" b="1" dirty="0"/>
              <a:t>class</a:t>
            </a:r>
          </a:p>
          <a:p>
            <a:pPr lvl="1">
              <a:spcAft>
                <a:spcPts val="600"/>
              </a:spcAft>
            </a:pPr>
            <a:r>
              <a:rPr lang="en-US" b="1" dirty="0"/>
              <a:t>Perform</a:t>
            </a:r>
            <a:r>
              <a:rPr lang="en-US" dirty="0"/>
              <a:t> </a:t>
            </a:r>
            <a:r>
              <a:rPr lang="en-US" b="1" dirty="0">
                <a:solidFill>
                  <a:srgbClr val="2C14DE"/>
                </a:solidFill>
              </a:rPr>
              <a:t>termination housekeeping </a:t>
            </a:r>
            <a:r>
              <a:rPr lang="en-US" dirty="0"/>
              <a:t>before the system reclaims the object</a:t>
            </a:r>
            <a:r>
              <a:rPr lang="ja-JP" altLang="en-US" dirty="0"/>
              <a:t>’</a:t>
            </a:r>
            <a:r>
              <a:rPr lang="en-US" altLang="ja-JP" dirty="0"/>
              <a:t>s memory</a:t>
            </a:r>
            <a:endParaRPr lang="en-US" dirty="0"/>
          </a:p>
          <a:p>
            <a:pPr lvl="1">
              <a:spcAft>
                <a:spcPts val="600"/>
              </a:spcAft>
            </a:pPr>
            <a:r>
              <a:rPr lang="en-US" dirty="0"/>
              <a:t>Name is </a:t>
            </a:r>
            <a:r>
              <a:rPr lang="en-US" b="1" dirty="0">
                <a:solidFill>
                  <a:srgbClr val="2C14DE"/>
                </a:solidFill>
              </a:rPr>
              <a:t>tilde</a:t>
            </a:r>
            <a:r>
              <a:rPr lang="en-US" dirty="0">
                <a:solidFill>
                  <a:srgbClr val="2C14DE"/>
                </a:solidFill>
              </a:rPr>
              <a:t> </a:t>
            </a:r>
            <a:r>
              <a:rPr lang="en-US" dirty="0"/>
              <a:t>(</a:t>
            </a:r>
            <a:r>
              <a:rPr lang="en-US" b="1" dirty="0">
                <a:solidFill>
                  <a:srgbClr val="2C14DE"/>
                </a:solidFill>
                <a:latin typeface="Courier New" panose="02070309020205020404" pitchFamily="49" charset="0"/>
              </a:rPr>
              <a:t>~</a:t>
            </a:r>
            <a:r>
              <a:rPr lang="en-US" dirty="0"/>
              <a:t>) </a:t>
            </a:r>
            <a:r>
              <a:rPr lang="en-US" b="1" dirty="0"/>
              <a:t>followed by </a:t>
            </a:r>
            <a:r>
              <a:rPr lang="en-US" dirty="0"/>
              <a:t>the </a:t>
            </a:r>
            <a:r>
              <a:rPr lang="en-US" b="1" dirty="0"/>
              <a:t>class name </a:t>
            </a:r>
            <a:r>
              <a:rPr lang="en-US" dirty="0"/>
              <a:t>(i.e., </a:t>
            </a:r>
            <a:r>
              <a:rPr lang="en-US" b="1" dirty="0">
                <a:solidFill>
                  <a:srgbClr val="2C14DE"/>
                </a:solidFill>
                <a:latin typeface="Courier New" panose="02070309020205020404" pitchFamily="49" charset="0"/>
              </a:rPr>
              <a:t>~Time</a:t>
            </a:r>
            <a:r>
              <a:rPr lang="en-US" dirty="0"/>
              <a:t>)</a:t>
            </a:r>
          </a:p>
          <a:p>
            <a:pPr lvl="1">
              <a:spcAft>
                <a:spcPts val="600"/>
              </a:spcAft>
            </a:pPr>
            <a:r>
              <a:rPr lang="en-US" dirty="0"/>
              <a:t>Receives </a:t>
            </a:r>
            <a:r>
              <a:rPr lang="en-US" b="1" dirty="0">
                <a:solidFill>
                  <a:srgbClr val="2C14DE"/>
                </a:solidFill>
              </a:rPr>
              <a:t>no parameters</a:t>
            </a:r>
            <a:r>
              <a:rPr lang="en-US" dirty="0"/>
              <a:t>, </a:t>
            </a:r>
            <a:r>
              <a:rPr lang="en-US" b="1" dirty="0">
                <a:solidFill>
                  <a:srgbClr val="2C14DE"/>
                </a:solidFill>
              </a:rPr>
              <a:t>returns no value</a:t>
            </a:r>
          </a:p>
          <a:p>
            <a:pPr lvl="1">
              <a:spcAft>
                <a:spcPts val="600"/>
              </a:spcAft>
            </a:pPr>
            <a:r>
              <a:rPr lang="en-US" b="1" dirty="0">
                <a:solidFill>
                  <a:srgbClr val="B80000"/>
                </a:solidFill>
              </a:rPr>
              <a:t>One destructor per class </a:t>
            </a:r>
            <a:r>
              <a:rPr lang="en-US" b="1" dirty="0"/>
              <a:t>(no overloading)</a:t>
            </a:r>
          </a:p>
          <a:p>
            <a:pPr lvl="1">
              <a:spcAft>
                <a:spcPts val="600"/>
              </a:spcAft>
            </a:pPr>
            <a:r>
              <a:rPr lang="en-US" dirty="0">
                <a:latin typeface="Calibri" panose="020F0502020204030204" pitchFamily="34" charset="0"/>
              </a:rPr>
              <a:t>Destructors </a:t>
            </a:r>
            <a:r>
              <a:rPr lang="en-US" b="1" u="sng" dirty="0">
                <a:solidFill>
                  <a:srgbClr val="B80000"/>
                </a:solidFill>
                <a:latin typeface="Calibri" panose="020F0502020204030204" pitchFamily="34" charset="0"/>
              </a:rPr>
              <a:t>cannot be declared </a:t>
            </a:r>
            <a:r>
              <a:rPr lang="en-US" b="1" i="1" dirty="0" err="1">
                <a:solidFill>
                  <a:srgbClr val="2C14DE"/>
                </a:solidFill>
                <a:latin typeface="Calibri" panose="020F0502020204030204" pitchFamily="34" charset="0"/>
              </a:rPr>
              <a:t>const</a:t>
            </a:r>
            <a:r>
              <a:rPr lang="en-US" dirty="0">
                <a:latin typeface="Calibri" panose="020F0502020204030204" pitchFamily="34" charset="0"/>
              </a:rPr>
              <a:t>, </a:t>
            </a:r>
            <a:r>
              <a:rPr lang="en-US" b="1" i="1" dirty="0">
                <a:solidFill>
                  <a:srgbClr val="2C14DE"/>
                </a:solidFill>
                <a:latin typeface="Calibri" panose="020F0502020204030204" pitchFamily="34" charset="0"/>
              </a:rPr>
              <a:t>static</a:t>
            </a:r>
            <a:endParaRPr lang="en-US" dirty="0">
              <a:latin typeface="Calibri" panose="020F0502020204030204" pitchFamily="34" charset="0"/>
            </a:endParaRPr>
          </a:p>
          <a:p>
            <a:pPr lvl="1">
              <a:spcAft>
                <a:spcPts val="600"/>
              </a:spcAft>
            </a:pPr>
            <a:r>
              <a:rPr lang="en-US" dirty="0">
                <a:latin typeface="Calibri" panose="020F0502020204030204" pitchFamily="34" charset="0"/>
              </a:rPr>
              <a:t>A </a:t>
            </a:r>
            <a:r>
              <a:rPr lang="en-US" b="1" dirty="0">
                <a:solidFill>
                  <a:srgbClr val="008000"/>
                </a:solidFill>
                <a:latin typeface="Calibri" panose="020F0502020204030204" pitchFamily="34" charset="0"/>
              </a:rPr>
              <a:t>destructor can be declared </a:t>
            </a:r>
            <a:r>
              <a:rPr lang="en-US" b="1" i="1" dirty="0">
                <a:solidFill>
                  <a:srgbClr val="2C14DE"/>
                </a:solidFill>
                <a:latin typeface="Calibri" panose="020F0502020204030204" pitchFamily="34" charset="0"/>
              </a:rPr>
              <a:t>virtual</a:t>
            </a:r>
            <a:r>
              <a:rPr lang="en-US" dirty="0">
                <a:solidFill>
                  <a:srgbClr val="2C14DE"/>
                </a:solidFill>
                <a:latin typeface="Calibri" panose="020F0502020204030204" pitchFamily="34" charset="0"/>
              </a:rPr>
              <a:t> </a:t>
            </a:r>
            <a:r>
              <a:rPr lang="en-US" dirty="0">
                <a:latin typeface="Calibri" panose="020F0502020204030204" pitchFamily="34" charset="0"/>
              </a:rPr>
              <a:t>or </a:t>
            </a:r>
            <a:r>
              <a:rPr lang="en-US" b="1" i="1" dirty="0">
                <a:solidFill>
                  <a:srgbClr val="2C14DE"/>
                </a:solidFill>
                <a:latin typeface="Calibri" panose="020F0502020204030204" pitchFamily="34" charset="0"/>
              </a:rPr>
              <a:t>pure virtual</a:t>
            </a:r>
            <a:endParaRPr lang="en-US" dirty="0">
              <a:latin typeface="Calibri" panose="020F0502020204030204" pitchFamily="34" charset="0"/>
            </a:endParaRPr>
          </a:p>
          <a:p>
            <a:pPr lvl="2"/>
            <a:endParaRPr lang="en-US" b="1" u="sng" dirty="0"/>
          </a:p>
          <a:p>
            <a:endParaRPr lang="en-US" sz="2400" dirty="0"/>
          </a:p>
        </p:txBody>
      </p:sp>
      <p:sp>
        <p:nvSpPr>
          <p:cNvPr id="4" name="Rectangle 3"/>
          <p:cNvSpPr/>
          <p:nvPr/>
        </p:nvSpPr>
        <p:spPr>
          <a:xfrm>
            <a:off x="39756" y="94488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526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4"/>
          <p:cNvSpPr>
            <a:spLocks noGrp="1" noChangeArrowheads="1"/>
          </p:cNvSpPr>
          <p:nvPr>
            <p:ph type="title"/>
          </p:nvPr>
        </p:nvSpPr>
        <p:spPr>
          <a:xfrm>
            <a:off x="0" y="78347"/>
            <a:ext cx="9089449" cy="829733"/>
          </a:xfrm>
          <a:solidFill>
            <a:schemeClr val="bg1"/>
          </a:solidFill>
        </p:spPr>
        <p:txBody>
          <a:bodyPr>
            <a:noAutofit/>
          </a:bodyPr>
          <a:lstStyle/>
          <a:p>
            <a:r>
              <a:rPr lang="en-US" sz="3600" b="1" dirty="0">
                <a:solidFill>
                  <a:srgbClr val="B80000"/>
                </a:solidFill>
                <a:latin typeface="+mn-lt"/>
              </a:rPr>
              <a:t>When Constructors and Destructors Are Called </a:t>
            </a:r>
          </a:p>
        </p:txBody>
      </p:sp>
      <p:sp>
        <p:nvSpPr>
          <p:cNvPr id="22531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152400" y="1077832"/>
            <a:ext cx="8839200" cy="654216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800" b="1" u="sng" dirty="0">
                <a:solidFill>
                  <a:srgbClr val="B80000"/>
                </a:solidFill>
              </a:rPr>
              <a:t>Constructors</a:t>
            </a:r>
            <a:r>
              <a:rPr lang="en-US" sz="2800" u="sng" dirty="0">
                <a:solidFill>
                  <a:srgbClr val="B80000"/>
                </a:solidFill>
              </a:rPr>
              <a:t> </a:t>
            </a:r>
            <a:r>
              <a:rPr lang="en-US" sz="2800" u="sng" dirty="0"/>
              <a:t>and </a:t>
            </a:r>
            <a:r>
              <a:rPr lang="en-US" sz="2800" b="1" u="sng" dirty="0">
                <a:solidFill>
                  <a:srgbClr val="B80000"/>
                </a:solidFill>
              </a:rPr>
              <a:t>destructors</a:t>
            </a:r>
            <a:r>
              <a:rPr lang="en-US" sz="2800" u="sng" dirty="0">
                <a:solidFill>
                  <a:srgbClr val="B80000"/>
                </a:solidFill>
              </a:rPr>
              <a:t> </a:t>
            </a:r>
            <a:r>
              <a:rPr lang="en-US" sz="2800" b="1" u="sng" dirty="0">
                <a:solidFill>
                  <a:srgbClr val="2C14DE"/>
                </a:solidFill>
              </a:rPr>
              <a:t>called automatically</a:t>
            </a:r>
          </a:p>
          <a:p>
            <a:pPr lvl="1"/>
            <a:r>
              <a:rPr lang="en-US" sz="2400" b="1" u="sng" dirty="0"/>
              <a:t>Order depends on scope of objects</a:t>
            </a:r>
            <a:endParaRPr lang="en-US" sz="2800" b="1" u="sng" dirty="0"/>
          </a:p>
          <a:p>
            <a:pPr marL="514350" indent="-514350">
              <a:buFont typeface="+mj-lt"/>
              <a:buAutoNum type="arabicPeriod"/>
            </a:pPr>
            <a:r>
              <a:rPr lang="en-US" sz="2600" b="1" dirty="0">
                <a:solidFill>
                  <a:srgbClr val="B80000"/>
                </a:solidFill>
              </a:rPr>
              <a:t>Global scope objects</a:t>
            </a:r>
          </a:p>
          <a:p>
            <a:pPr lvl="1"/>
            <a:r>
              <a:rPr lang="en-US" sz="2400" b="1" dirty="0">
                <a:solidFill>
                  <a:srgbClr val="2C14DE"/>
                </a:solidFill>
              </a:rPr>
              <a:t>Constructors</a:t>
            </a:r>
            <a:r>
              <a:rPr lang="en-US" sz="2400" dirty="0">
                <a:solidFill>
                  <a:srgbClr val="2C14DE"/>
                </a:solidFill>
              </a:rPr>
              <a:t> </a:t>
            </a:r>
            <a:r>
              <a:rPr lang="en-US" sz="2400" b="1" dirty="0"/>
              <a:t>called</a:t>
            </a:r>
            <a:r>
              <a:rPr lang="en-US" sz="2400" dirty="0"/>
              <a:t> </a:t>
            </a:r>
            <a:r>
              <a:rPr lang="en-US" sz="2400" b="1" dirty="0"/>
              <a:t>before any other function </a:t>
            </a:r>
            <a:r>
              <a:rPr lang="en-US" sz="2400" dirty="0"/>
              <a:t>(including </a:t>
            </a:r>
            <a:r>
              <a:rPr lang="en-US" sz="2400" b="1" dirty="0">
                <a:solidFill>
                  <a:srgbClr val="2C14DE"/>
                </a:solidFill>
                <a:latin typeface="Courier New" panose="02070309020205020404" pitchFamily="49" charset="0"/>
              </a:rPr>
              <a:t>main</a:t>
            </a:r>
            <a:r>
              <a:rPr lang="en-US" sz="2400" dirty="0"/>
              <a:t>)</a:t>
            </a:r>
          </a:p>
          <a:p>
            <a:pPr lvl="1"/>
            <a:r>
              <a:rPr lang="en-US" sz="2400" b="1" dirty="0">
                <a:solidFill>
                  <a:srgbClr val="2C14DE"/>
                </a:solidFill>
              </a:rPr>
              <a:t>Destructors</a:t>
            </a:r>
            <a:r>
              <a:rPr lang="en-US" sz="2400" dirty="0">
                <a:solidFill>
                  <a:srgbClr val="2C14DE"/>
                </a:solidFill>
              </a:rPr>
              <a:t> </a:t>
            </a:r>
            <a:r>
              <a:rPr lang="en-US" sz="2400" dirty="0"/>
              <a:t>called when </a:t>
            </a:r>
            <a:r>
              <a:rPr lang="en-US" sz="2400" b="1" dirty="0">
                <a:solidFill>
                  <a:srgbClr val="2C14DE"/>
                </a:solidFill>
                <a:latin typeface="Courier New" panose="02070309020205020404" pitchFamily="49" charset="0"/>
              </a:rPr>
              <a:t>main</a:t>
            </a:r>
            <a:r>
              <a:rPr lang="en-US" sz="2400" b="1" dirty="0">
                <a:solidFill>
                  <a:srgbClr val="2C14DE"/>
                </a:solidFill>
              </a:rPr>
              <a:t> </a:t>
            </a:r>
            <a:r>
              <a:rPr lang="en-US" sz="2400" b="1" dirty="0"/>
              <a:t>terminates</a:t>
            </a:r>
            <a:r>
              <a:rPr lang="en-US" sz="2400" b="1" dirty="0">
                <a:solidFill>
                  <a:srgbClr val="2C14DE"/>
                </a:solidFill>
              </a:rPr>
              <a:t> </a:t>
            </a:r>
            <a:r>
              <a:rPr lang="en-US" sz="2400" dirty="0"/>
              <a:t>(</a:t>
            </a:r>
            <a:r>
              <a:rPr lang="en-US" sz="2400" b="1" i="1" dirty="0"/>
              <a:t>or </a:t>
            </a:r>
            <a:r>
              <a:rPr lang="en-US" sz="2400" b="1" i="1" dirty="0">
                <a:solidFill>
                  <a:srgbClr val="FF0000"/>
                </a:solidFill>
                <a:latin typeface="Courier New" panose="02070309020205020404" pitchFamily="49" charset="0"/>
              </a:rPr>
              <a:t>exit</a:t>
            </a:r>
            <a:r>
              <a:rPr lang="en-US" sz="2400" b="1" i="1" dirty="0">
                <a:solidFill>
                  <a:srgbClr val="FF0000"/>
                </a:solidFill>
              </a:rPr>
              <a:t> </a:t>
            </a:r>
            <a:r>
              <a:rPr lang="en-US" sz="2400" b="1" i="1" dirty="0"/>
              <a:t>function called</a:t>
            </a:r>
            <a:r>
              <a:rPr lang="en-US" sz="2400" dirty="0"/>
              <a:t>) </a:t>
            </a:r>
          </a:p>
          <a:p>
            <a:pPr lvl="1"/>
            <a:r>
              <a:rPr lang="en-US" sz="2400" b="1" u="sng" dirty="0">
                <a:solidFill>
                  <a:srgbClr val="2C14DE"/>
                </a:solidFill>
              </a:rPr>
              <a:t>Destructors not called </a:t>
            </a:r>
            <a:r>
              <a:rPr lang="en-US" sz="2400" dirty="0"/>
              <a:t>if </a:t>
            </a:r>
            <a:r>
              <a:rPr lang="en-US" sz="2400" b="1" dirty="0"/>
              <a:t>program terminates </a:t>
            </a:r>
            <a:r>
              <a:rPr lang="en-US" sz="2400" dirty="0"/>
              <a:t>with </a:t>
            </a:r>
            <a:r>
              <a:rPr lang="en-US" sz="2400" b="1" dirty="0">
                <a:solidFill>
                  <a:srgbClr val="FF0000"/>
                </a:solidFill>
                <a:latin typeface="Courier New" panose="02070309020205020404" pitchFamily="49" charset="0"/>
              </a:rPr>
              <a:t>abort</a:t>
            </a:r>
          </a:p>
          <a:p>
            <a:endParaRPr lang="en-US" sz="2800" dirty="0"/>
          </a:p>
          <a:p>
            <a:pPr marL="514350" indent="-514350">
              <a:buFont typeface="+mj-lt"/>
              <a:buAutoNum type="arabicPeriod" startAt="2"/>
            </a:pPr>
            <a:r>
              <a:rPr lang="en-US" sz="2600" b="1" dirty="0">
                <a:solidFill>
                  <a:srgbClr val="B80000"/>
                </a:solidFill>
              </a:rPr>
              <a:t>Automatic local objects</a:t>
            </a:r>
          </a:p>
          <a:p>
            <a:pPr lvl="1"/>
            <a:r>
              <a:rPr lang="en-US" sz="2400" b="1" dirty="0">
                <a:solidFill>
                  <a:srgbClr val="2C14DE"/>
                </a:solidFill>
              </a:rPr>
              <a:t>Constructors</a:t>
            </a:r>
            <a:r>
              <a:rPr lang="en-US" sz="2400" dirty="0">
                <a:solidFill>
                  <a:srgbClr val="2C14DE"/>
                </a:solidFill>
              </a:rPr>
              <a:t> </a:t>
            </a:r>
            <a:r>
              <a:rPr lang="en-US" sz="2400" b="1" dirty="0"/>
              <a:t>called when </a:t>
            </a:r>
            <a:r>
              <a:rPr lang="en-US" sz="2400" b="1" dirty="0">
                <a:solidFill>
                  <a:srgbClr val="2C14DE"/>
                </a:solidFill>
              </a:rPr>
              <a:t>objects are defined</a:t>
            </a:r>
          </a:p>
          <a:p>
            <a:pPr lvl="1"/>
            <a:r>
              <a:rPr lang="en-US" sz="2400" b="1" dirty="0">
                <a:solidFill>
                  <a:srgbClr val="2C14DE"/>
                </a:solidFill>
              </a:rPr>
              <a:t>Destructors</a:t>
            </a:r>
            <a:r>
              <a:rPr lang="en-US" sz="2400" dirty="0">
                <a:solidFill>
                  <a:srgbClr val="2C14DE"/>
                </a:solidFill>
              </a:rPr>
              <a:t> </a:t>
            </a:r>
            <a:r>
              <a:rPr lang="en-US" sz="2400" b="1" dirty="0"/>
              <a:t>called when </a:t>
            </a:r>
            <a:r>
              <a:rPr lang="en-US" sz="2400" b="1" dirty="0">
                <a:solidFill>
                  <a:srgbClr val="2C14DE"/>
                </a:solidFill>
              </a:rPr>
              <a:t>objects leave scope</a:t>
            </a:r>
          </a:p>
          <a:p>
            <a:pPr lvl="1"/>
            <a:r>
              <a:rPr lang="en-US" sz="2400" b="1" dirty="0"/>
              <a:t>Destructors</a:t>
            </a:r>
            <a:r>
              <a:rPr lang="en-US" sz="2400" dirty="0"/>
              <a:t> </a:t>
            </a:r>
            <a:r>
              <a:rPr lang="en-US" sz="2400" b="1" dirty="0"/>
              <a:t>not called </a:t>
            </a:r>
            <a:r>
              <a:rPr lang="en-US" sz="2400" dirty="0"/>
              <a:t>if the program ends with </a:t>
            </a:r>
            <a:r>
              <a:rPr lang="en-US" sz="2400" b="1" dirty="0">
                <a:solidFill>
                  <a:srgbClr val="FF0000"/>
                </a:solidFill>
                <a:latin typeface="Courier New" panose="02070309020205020404" pitchFamily="49" charset="0"/>
              </a:rPr>
              <a:t>exit</a:t>
            </a:r>
            <a:r>
              <a:rPr lang="en-US" sz="2400" dirty="0"/>
              <a:t> or </a:t>
            </a:r>
            <a:r>
              <a:rPr lang="en-US" sz="2400" b="1" dirty="0">
                <a:solidFill>
                  <a:srgbClr val="FF0000"/>
                </a:solidFill>
                <a:latin typeface="Courier New" panose="02070309020205020404" pitchFamily="49" charset="0"/>
              </a:rPr>
              <a:t>abort</a:t>
            </a:r>
          </a:p>
        </p:txBody>
      </p:sp>
      <p:sp>
        <p:nvSpPr>
          <p:cNvPr id="4" name="Rectangle 3"/>
          <p:cNvSpPr/>
          <p:nvPr/>
        </p:nvSpPr>
        <p:spPr>
          <a:xfrm>
            <a:off x="39756" y="94488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2749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554" name="Group 32"/>
          <p:cNvGrpSpPr>
            <a:grpSpLocks/>
          </p:cNvGrpSpPr>
          <p:nvPr/>
        </p:nvGrpSpPr>
        <p:grpSpPr bwMode="auto">
          <a:xfrm>
            <a:off x="609600" y="1298575"/>
            <a:ext cx="8153400" cy="1504950"/>
            <a:chOff x="0" y="2244"/>
            <a:chExt cx="3072" cy="374"/>
          </a:xfrm>
        </p:grpSpPr>
        <p:sp>
          <p:nvSpPr>
            <p:cNvPr id="23579" name="Rectangle 31"/>
            <p:cNvSpPr>
              <a:spLocks noChangeArrowheads="1"/>
            </p:cNvSpPr>
            <p:nvPr/>
          </p:nvSpPr>
          <p:spPr bwMode="auto">
            <a:xfrm>
              <a:off x="0" y="2345"/>
              <a:ext cx="76" cy="171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600"/>
            </a:p>
          </p:txBody>
        </p:sp>
        <p:sp>
          <p:nvSpPr>
            <p:cNvPr id="23580" name="Rectangle 10"/>
            <p:cNvSpPr>
              <a:spLocks noChangeArrowheads="1"/>
            </p:cNvSpPr>
            <p:nvPr/>
          </p:nvSpPr>
          <p:spPr bwMode="auto">
            <a:xfrm>
              <a:off x="0" y="2244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600" b="1" dirty="0">
                  <a:solidFill>
                    <a:srgbClr val="4D8DFF"/>
                  </a:solidFill>
                  <a:latin typeface="Courier New" panose="02070309020205020404" pitchFamily="49" charset="0"/>
                </a:rPr>
                <a:t>	7	</a:t>
              </a:r>
              <a:r>
                <a:rPr lang="en-US" sz="1600" b="1" dirty="0">
                  <a:solidFill>
                    <a:srgbClr val="275AFF"/>
                  </a:solidFill>
                  <a:latin typeface="Courier New" panose="02070309020205020404" pitchFamily="49" charset="0"/>
                </a:rPr>
                <a:t>class</a:t>
              </a:r>
              <a:r>
                <a:rPr lang="en-US" sz="1600" b="1" dirty="0">
                  <a:latin typeface="Courier New" panose="02070309020205020404" pitchFamily="49" charset="0"/>
                </a:rPr>
                <a:t> </a:t>
              </a:r>
              <a:r>
                <a:rPr lang="en-US" sz="1600" b="1" dirty="0" err="1">
                  <a:latin typeface="Courier New" panose="02070309020205020404" pitchFamily="49" charset="0"/>
                </a:rPr>
                <a:t>CreateAndDestroy</a:t>
              </a:r>
              <a:r>
                <a:rPr lang="en-US" sz="1600" b="1" dirty="0">
                  <a:latin typeface="Courier New" panose="02070309020205020404" pitchFamily="49" charset="0"/>
                </a:rPr>
                <a:t> {</a:t>
              </a:r>
            </a:p>
            <a:p>
              <a:pPr eaLnBrk="1" hangingPunct="1"/>
              <a:endParaRPr lang="en-US" sz="1600" b="1" dirty="0">
                <a:latin typeface="Courier New" panose="02070309020205020404" pitchFamily="49" charset="0"/>
              </a:endParaRPr>
            </a:p>
          </p:txBody>
        </p:sp>
      </p:grpSp>
      <p:grpSp>
        <p:nvGrpSpPr>
          <p:cNvPr id="23555" name="Group 34"/>
          <p:cNvGrpSpPr>
            <a:grpSpLocks/>
          </p:cNvGrpSpPr>
          <p:nvPr/>
        </p:nvGrpSpPr>
        <p:grpSpPr bwMode="auto">
          <a:xfrm>
            <a:off x="609600" y="1558925"/>
            <a:ext cx="8153400" cy="1503363"/>
            <a:chOff x="0" y="2618"/>
            <a:chExt cx="3072" cy="374"/>
          </a:xfrm>
        </p:grpSpPr>
        <p:sp>
          <p:nvSpPr>
            <p:cNvPr id="23577" name="Rectangle 33"/>
            <p:cNvSpPr>
              <a:spLocks noChangeArrowheads="1"/>
            </p:cNvSpPr>
            <p:nvPr/>
          </p:nvSpPr>
          <p:spPr bwMode="auto">
            <a:xfrm>
              <a:off x="0" y="2719"/>
              <a:ext cx="76" cy="171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600"/>
            </a:p>
          </p:txBody>
        </p:sp>
        <p:sp>
          <p:nvSpPr>
            <p:cNvPr id="23578" name="Rectangle 11"/>
            <p:cNvSpPr>
              <a:spLocks noChangeArrowheads="1"/>
            </p:cNvSpPr>
            <p:nvPr/>
          </p:nvSpPr>
          <p:spPr bwMode="auto">
            <a:xfrm>
              <a:off x="0" y="2618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6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8	</a:t>
              </a:r>
              <a:r>
                <a:rPr lang="en-US" sz="1600" b="1">
                  <a:solidFill>
                    <a:srgbClr val="275AFF"/>
                  </a:solidFill>
                  <a:latin typeface="Courier New" panose="02070309020205020404" pitchFamily="49" charset="0"/>
                </a:rPr>
                <a:t>public:</a:t>
              </a:r>
              <a:endParaRPr lang="en-US" sz="1600" b="1">
                <a:latin typeface="Courier New" panose="02070309020205020404" pitchFamily="49" charset="0"/>
              </a:endParaRPr>
            </a:p>
            <a:p>
              <a:pPr eaLnBrk="1" hangingPunct="1"/>
              <a:endParaRPr lang="en-US" sz="16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23556" name="Group 36"/>
          <p:cNvGrpSpPr>
            <a:grpSpLocks/>
          </p:cNvGrpSpPr>
          <p:nvPr/>
        </p:nvGrpSpPr>
        <p:grpSpPr bwMode="auto">
          <a:xfrm>
            <a:off x="609600" y="1817688"/>
            <a:ext cx="8153400" cy="1504950"/>
            <a:chOff x="0" y="2992"/>
            <a:chExt cx="3072" cy="374"/>
          </a:xfrm>
        </p:grpSpPr>
        <p:sp>
          <p:nvSpPr>
            <p:cNvPr id="23575" name="Rectangle 35"/>
            <p:cNvSpPr>
              <a:spLocks noChangeArrowheads="1"/>
            </p:cNvSpPr>
            <p:nvPr/>
          </p:nvSpPr>
          <p:spPr bwMode="auto">
            <a:xfrm>
              <a:off x="0" y="3093"/>
              <a:ext cx="76" cy="171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600"/>
            </a:p>
          </p:txBody>
        </p:sp>
        <p:sp>
          <p:nvSpPr>
            <p:cNvPr id="23576" name="Rectangle 12"/>
            <p:cNvSpPr>
              <a:spLocks noChangeArrowheads="1"/>
            </p:cNvSpPr>
            <p:nvPr/>
          </p:nvSpPr>
          <p:spPr bwMode="auto">
            <a:xfrm>
              <a:off x="0" y="2992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6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9	</a:t>
              </a:r>
              <a:r>
                <a:rPr lang="en-US" sz="1600" b="1">
                  <a:latin typeface="Courier New" panose="02070309020205020404" pitchFamily="49" charset="0"/>
                </a:rPr>
                <a:t>   CreateAndDestroy( int );  </a:t>
              </a:r>
              <a:r>
                <a:rPr lang="en-US" sz="1600" b="1">
                  <a:solidFill>
                    <a:srgbClr val="33CC33"/>
                  </a:solidFill>
                  <a:latin typeface="Courier New" panose="02070309020205020404" pitchFamily="49" charset="0"/>
                </a:rPr>
                <a:t>// constructor</a:t>
              </a:r>
              <a:endParaRPr lang="en-US" sz="1600" b="1">
                <a:latin typeface="Courier New" panose="02070309020205020404" pitchFamily="49" charset="0"/>
              </a:endParaRPr>
            </a:p>
            <a:p>
              <a:pPr eaLnBrk="1" hangingPunct="1"/>
              <a:endParaRPr lang="en-US" sz="16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23557" name="Group 38"/>
          <p:cNvGrpSpPr>
            <a:grpSpLocks/>
          </p:cNvGrpSpPr>
          <p:nvPr/>
        </p:nvGrpSpPr>
        <p:grpSpPr bwMode="auto">
          <a:xfrm>
            <a:off x="609600" y="2076450"/>
            <a:ext cx="8153400" cy="1504950"/>
            <a:chOff x="0" y="3366"/>
            <a:chExt cx="3072" cy="374"/>
          </a:xfrm>
        </p:grpSpPr>
        <p:sp>
          <p:nvSpPr>
            <p:cNvPr id="23573" name="Rectangle 37"/>
            <p:cNvSpPr>
              <a:spLocks noChangeArrowheads="1"/>
            </p:cNvSpPr>
            <p:nvPr/>
          </p:nvSpPr>
          <p:spPr bwMode="auto">
            <a:xfrm>
              <a:off x="0" y="3467"/>
              <a:ext cx="76" cy="171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600"/>
            </a:p>
          </p:txBody>
        </p:sp>
        <p:sp>
          <p:nvSpPr>
            <p:cNvPr id="23574" name="Rectangle 13"/>
            <p:cNvSpPr>
              <a:spLocks noChangeArrowheads="1"/>
            </p:cNvSpPr>
            <p:nvPr/>
          </p:nvSpPr>
          <p:spPr bwMode="auto">
            <a:xfrm>
              <a:off x="0" y="3366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6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10	</a:t>
              </a:r>
              <a:r>
                <a:rPr lang="en-US" sz="1600" b="1">
                  <a:latin typeface="Courier New" panose="02070309020205020404" pitchFamily="49" charset="0"/>
                </a:rPr>
                <a:t>   ~CreateAndDestroy();      </a:t>
              </a:r>
              <a:r>
                <a:rPr lang="en-US" sz="1600" b="1">
                  <a:solidFill>
                    <a:srgbClr val="33CC33"/>
                  </a:solidFill>
                  <a:latin typeface="Courier New" panose="02070309020205020404" pitchFamily="49" charset="0"/>
                </a:rPr>
                <a:t>// destructor</a:t>
              </a:r>
              <a:endParaRPr lang="en-US" sz="1600" b="1">
                <a:latin typeface="Courier New" panose="02070309020205020404" pitchFamily="49" charset="0"/>
              </a:endParaRPr>
            </a:p>
            <a:p>
              <a:pPr eaLnBrk="1" hangingPunct="1"/>
              <a:endParaRPr lang="en-US" sz="16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23558" name="Group 40"/>
          <p:cNvGrpSpPr>
            <a:grpSpLocks/>
          </p:cNvGrpSpPr>
          <p:nvPr/>
        </p:nvGrpSpPr>
        <p:grpSpPr bwMode="auto">
          <a:xfrm>
            <a:off x="609600" y="2335213"/>
            <a:ext cx="8153400" cy="1504950"/>
            <a:chOff x="0" y="3740"/>
            <a:chExt cx="3072" cy="374"/>
          </a:xfrm>
        </p:grpSpPr>
        <p:sp>
          <p:nvSpPr>
            <p:cNvPr id="23571" name="Rectangle 39"/>
            <p:cNvSpPr>
              <a:spLocks noChangeArrowheads="1"/>
            </p:cNvSpPr>
            <p:nvPr/>
          </p:nvSpPr>
          <p:spPr bwMode="auto">
            <a:xfrm>
              <a:off x="0" y="3841"/>
              <a:ext cx="76" cy="171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600"/>
            </a:p>
          </p:txBody>
        </p:sp>
        <p:sp>
          <p:nvSpPr>
            <p:cNvPr id="23572" name="Rectangle 14"/>
            <p:cNvSpPr>
              <a:spLocks noChangeArrowheads="1"/>
            </p:cNvSpPr>
            <p:nvPr/>
          </p:nvSpPr>
          <p:spPr bwMode="auto">
            <a:xfrm>
              <a:off x="0" y="3740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6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11	</a:t>
              </a:r>
              <a:r>
                <a:rPr lang="en-US" sz="1600" b="1">
                  <a:solidFill>
                    <a:srgbClr val="275AFF"/>
                  </a:solidFill>
                  <a:latin typeface="Courier New" panose="02070309020205020404" pitchFamily="49" charset="0"/>
                </a:rPr>
                <a:t>private:</a:t>
              </a:r>
              <a:endParaRPr lang="en-US" sz="1600" b="1">
                <a:latin typeface="Courier New" panose="02070309020205020404" pitchFamily="49" charset="0"/>
              </a:endParaRPr>
            </a:p>
            <a:p>
              <a:pPr eaLnBrk="1" hangingPunct="1"/>
              <a:endParaRPr lang="en-US" sz="16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23559" name="Group 42"/>
          <p:cNvGrpSpPr>
            <a:grpSpLocks/>
          </p:cNvGrpSpPr>
          <p:nvPr/>
        </p:nvGrpSpPr>
        <p:grpSpPr bwMode="auto">
          <a:xfrm>
            <a:off x="609600" y="2595563"/>
            <a:ext cx="8153400" cy="1503362"/>
            <a:chOff x="0" y="4114"/>
            <a:chExt cx="3072" cy="374"/>
          </a:xfrm>
        </p:grpSpPr>
        <p:sp>
          <p:nvSpPr>
            <p:cNvPr id="23569" name="Rectangle 41"/>
            <p:cNvSpPr>
              <a:spLocks noChangeArrowheads="1"/>
            </p:cNvSpPr>
            <p:nvPr/>
          </p:nvSpPr>
          <p:spPr bwMode="auto">
            <a:xfrm>
              <a:off x="0" y="4215"/>
              <a:ext cx="76" cy="171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600"/>
            </a:p>
          </p:txBody>
        </p:sp>
        <p:sp>
          <p:nvSpPr>
            <p:cNvPr id="23570" name="Rectangle 15"/>
            <p:cNvSpPr>
              <a:spLocks noChangeArrowheads="1"/>
            </p:cNvSpPr>
            <p:nvPr/>
          </p:nvSpPr>
          <p:spPr bwMode="auto">
            <a:xfrm>
              <a:off x="0" y="4114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6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12	</a:t>
              </a:r>
              <a:r>
                <a:rPr lang="en-US" sz="1600" b="1">
                  <a:latin typeface="Courier New" panose="02070309020205020404" pitchFamily="49" charset="0"/>
                </a:rPr>
                <a:t>   </a:t>
              </a:r>
              <a:r>
                <a:rPr lang="en-US" sz="1600" b="1">
                  <a:solidFill>
                    <a:srgbClr val="275AFF"/>
                  </a:solidFill>
                  <a:latin typeface="Courier New" panose="02070309020205020404" pitchFamily="49" charset="0"/>
                </a:rPr>
                <a:t>int</a:t>
              </a:r>
              <a:r>
                <a:rPr lang="en-US" sz="1600" b="1">
                  <a:latin typeface="Courier New" panose="02070309020205020404" pitchFamily="49" charset="0"/>
                </a:rPr>
                <a:t> data;</a:t>
              </a:r>
            </a:p>
            <a:p>
              <a:pPr eaLnBrk="1" hangingPunct="1"/>
              <a:endParaRPr lang="en-US" sz="16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23560" name="Group 44"/>
          <p:cNvGrpSpPr>
            <a:grpSpLocks/>
          </p:cNvGrpSpPr>
          <p:nvPr/>
        </p:nvGrpSpPr>
        <p:grpSpPr bwMode="auto">
          <a:xfrm>
            <a:off x="609600" y="2854325"/>
            <a:ext cx="8153400" cy="1184275"/>
            <a:chOff x="0" y="4488"/>
            <a:chExt cx="3072" cy="374"/>
          </a:xfrm>
        </p:grpSpPr>
        <p:sp>
          <p:nvSpPr>
            <p:cNvPr id="23567" name="Rectangle 43"/>
            <p:cNvSpPr>
              <a:spLocks noChangeArrowheads="1"/>
            </p:cNvSpPr>
            <p:nvPr/>
          </p:nvSpPr>
          <p:spPr bwMode="auto">
            <a:xfrm>
              <a:off x="0" y="4589"/>
              <a:ext cx="76" cy="171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600"/>
            </a:p>
          </p:txBody>
        </p:sp>
        <p:sp>
          <p:nvSpPr>
            <p:cNvPr id="23568" name="Rectangle 16"/>
            <p:cNvSpPr>
              <a:spLocks noChangeArrowheads="1"/>
            </p:cNvSpPr>
            <p:nvPr/>
          </p:nvSpPr>
          <p:spPr bwMode="auto">
            <a:xfrm>
              <a:off x="0" y="4488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6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13	</a:t>
              </a:r>
              <a:r>
                <a:rPr lang="en-US" sz="1600" b="1">
                  <a:latin typeface="Courier New" panose="02070309020205020404" pitchFamily="49" charset="0"/>
                </a:rPr>
                <a:t>};</a:t>
              </a:r>
            </a:p>
            <a:p>
              <a:pPr eaLnBrk="1" hangingPunct="1"/>
              <a:endParaRPr lang="en-US" sz="16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23561" name="Group 46"/>
          <p:cNvGrpSpPr>
            <a:grpSpLocks/>
          </p:cNvGrpSpPr>
          <p:nvPr/>
        </p:nvGrpSpPr>
        <p:grpSpPr bwMode="auto">
          <a:xfrm>
            <a:off x="609600" y="3113088"/>
            <a:ext cx="8153400" cy="925512"/>
            <a:chOff x="0" y="4862"/>
            <a:chExt cx="3072" cy="374"/>
          </a:xfrm>
        </p:grpSpPr>
        <p:sp>
          <p:nvSpPr>
            <p:cNvPr id="23565" name="Rectangle 45"/>
            <p:cNvSpPr>
              <a:spLocks noChangeArrowheads="1"/>
            </p:cNvSpPr>
            <p:nvPr/>
          </p:nvSpPr>
          <p:spPr bwMode="auto">
            <a:xfrm>
              <a:off x="0" y="4963"/>
              <a:ext cx="76" cy="171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600"/>
            </a:p>
          </p:txBody>
        </p:sp>
        <p:sp>
          <p:nvSpPr>
            <p:cNvPr id="23566" name="Rectangle 17"/>
            <p:cNvSpPr>
              <a:spLocks noChangeArrowheads="1"/>
            </p:cNvSpPr>
            <p:nvPr/>
          </p:nvSpPr>
          <p:spPr bwMode="auto">
            <a:xfrm>
              <a:off x="0" y="4862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6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14	</a:t>
              </a:r>
              <a:endParaRPr lang="en-US" sz="1600" b="1">
                <a:latin typeface="Courier New" panose="02070309020205020404" pitchFamily="49" charset="0"/>
              </a:endParaRPr>
            </a:p>
            <a:p>
              <a:pPr eaLnBrk="1" hangingPunct="1"/>
              <a:endParaRPr lang="en-US" sz="16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23562" name="Group 48"/>
          <p:cNvGrpSpPr>
            <a:grpSpLocks/>
          </p:cNvGrpSpPr>
          <p:nvPr/>
        </p:nvGrpSpPr>
        <p:grpSpPr bwMode="auto">
          <a:xfrm>
            <a:off x="609600" y="3371850"/>
            <a:ext cx="8153400" cy="742950"/>
            <a:chOff x="0" y="5236"/>
            <a:chExt cx="3072" cy="374"/>
          </a:xfrm>
        </p:grpSpPr>
        <p:sp>
          <p:nvSpPr>
            <p:cNvPr id="23563" name="Rectangle 47"/>
            <p:cNvSpPr>
              <a:spLocks noChangeArrowheads="1"/>
            </p:cNvSpPr>
            <p:nvPr/>
          </p:nvSpPr>
          <p:spPr bwMode="auto">
            <a:xfrm>
              <a:off x="0" y="5337"/>
              <a:ext cx="76" cy="171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600"/>
            </a:p>
          </p:txBody>
        </p:sp>
        <p:sp>
          <p:nvSpPr>
            <p:cNvPr id="23564" name="Rectangle 18"/>
            <p:cNvSpPr>
              <a:spLocks noChangeArrowheads="1"/>
            </p:cNvSpPr>
            <p:nvPr/>
          </p:nvSpPr>
          <p:spPr bwMode="auto">
            <a:xfrm>
              <a:off x="0" y="5236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6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15	</a:t>
              </a:r>
              <a:r>
                <a:rPr lang="en-US" sz="1600" b="1">
                  <a:latin typeface="Courier New" panose="02070309020205020404" pitchFamily="49" charset="0"/>
                </a:rPr>
                <a:t>#endif</a:t>
              </a:r>
            </a:p>
            <a:p>
              <a:pPr eaLnBrk="1" hangingPunct="1"/>
              <a:endParaRPr lang="en-US" sz="1600" b="1">
                <a:latin typeface="Courier New" panose="02070309020205020404" pitchFamily="49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859824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578" name="Group 38"/>
          <p:cNvGrpSpPr>
            <a:grpSpLocks/>
          </p:cNvGrpSpPr>
          <p:nvPr/>
        </p:nvGrpSpPr>
        <p:grpSpPr bwMode="auto">
          <a:xfrm>
            <a:off x="678256" y="1143000"/>
            <a:ext cx="8001000" cy="381000"/>
            <a:chOff x="0" y="2992"/>
            <a:chExt cx="3072" cy="374"/>
          </a:xfrm>
        </p:grpSpPr>
        <p:sp>
          <p:nvSpPr>
            <p:cNvPr id="24607" name="Rectangle 37"/>
            <p:cNvSpPr>
              <a:spLocks noChangeArrowheads="1"/>
            </p:cNvSpPr>
            <p:nvPr/>
          </p:nvSpPr>
          <p:spPr bwMode="auto">
            <a:xfrm>
              <a:off x="0" y="3013"/>
              <a:ext cx="85" cy="33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600"/>
            </a:p>
          </p:txBody>
        </p:sp>
        <p:sp>
          <p:nvSpPr>
            <p:cNvPr id="24608" name="Rectangle 12"/>
            <p:cNvSpPr>
              <a:spLocks noChangeArrowheads="1"/>
            </p:cNvSpPr>
            <p:nvPr/>
          </p:nvSpPr>
          <p:spPr bwMode="auto">
            <a:xfrm>
              <a:off x="0" y="2992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6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24	</a:t>
              </a:r>
              <a:endParaRPr lang="en-US" sz="1600" b="1">
                <a:latin typeface="Courier New" panose="02070309020205020404" pitchFamily="49" charset="0"/>
              </a:endParaRPr>
            </a:p>
            <a:p>
              <a:pPr eaLnBrk="1" hangingPunct="1"/>
              <a:endParaRPr lang="en-US" sz="16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24579" name="Group 40"/>
          <p:cNvGrpSpPr>
            <a:grpSpLocks/>
          </p:cNvGrpSpPr>
          <p:nvPr/>
        </p:nvGrpSpPr>
        <p:grpSpPr bwMode="auto">
          <a:xfrm>
            <a:off x="678256" y="1524000"/>
            <a:ext cx="8001000" cy="381000"/>
            <a:chOff x="0" y="3366"/>
            <a:chExt cx="3072" cy="374"/>
          </a:xfrm>
        </p:grpSpPr>
        <p:sp>
          <p:nvSpPr>
            <p:cNvPr id="24605" name="Rectangle 39"/>
            <p:cNvSpPr>
              <a:spLocks noChangeArrowheads="1"/>
            </p:cNvSpPr>
            <p:nvPr/>
          </p:nvSpPr>
          <p:spPr bwMode="auto">
            <a:xfrm>
              <a:off x="0" y="3387"/>
              <a:ext cx="85" cy="33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600"/>
            </a:p>
          </p:txBody>
        </p:sp>
        <p:sp>
          <p:nvSpPr>
            <p:cNvPr id="24606" name="Rectangle 13"/>
            <p:cNvSpPr>
              <a:spLocks noChangeArrowheads="1"/>
            </p:cNvSpPr>
            <p:nvPr/>
          </p:nvSpPr>
          <p:spPr bwMode="auto">
            <a:xfrm>
              <a:off x="0" y="3366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600" b="1" dirty="0">
                  <a:solidFill>
                    <a:srgbClr val="4D8DFF"/>
                  </a:solidFill>
                  <a:latin typeface="Courier New" panose="02070309020205020404" pitchFamily="49" charset="0"/>
                </a:rPr>
                <a:t>	25	</a:t>
              </a:r>
              <a:r>
                <a:rPr lang="en-US" sz="1600" b="1" dirty="0" err="1">
                  <a:latin typeface="Courier New" panose="02070309020205020404" pitchFamily="49" charset="0"/>
                </a:rPr>
                <a:t>CreateAndDestroy</a:t>
              </a:r>
              <a:r>
                <a:rPr lang="en-US" sz="1600" b="1" dirty="0">
                  <a:latin typeface="Courier New" panose="02070309020205020404" pitchFamily="49" charset="0"/>
                </a:rPr>
                <a:t>::</a:t>
              </a:r>
              <a:r>
                <a:rPr lang="en-US" sz="1600" b="1" dirty="0" err="1">
                  <a:latin typeface="Courier New" panose="02070309020205020404" pitchFamily="49" charset="0"/>
                </a:rPr>
                <a:t>CreateAndDestroy</a:t>
              </a:r>
              <a:r>
                <a:rPr lang="en-US" sz="1600" b="1" dirty="0">
                  <a:latin typeface="Courier New" panose="02070309020205020404" pitchFamily="49" charset="0"/>
                </a:rPr>
                <a:t>( </a:t>
              </a:r>
              <a:r>
                <a:rPr lang="en-US" sz="1600" b="1" dirty="0" err="1">
                  <a:solidFill>
                    <a:srgbClr val="275AFF"/>
                  </a:solidFill>
                  <a:latin typeface="Courier New" panose="02070309020205020404" pitchFamily="49" charset="0"/>
                </a:rPr>
                <a:t>int</a:t>
              </a:r>
              <a:r>
                <a:rPr lang="en-US" sz="1600" b="1" dirty="0">
                  <a:latin typeface="Courier New" panose="02070309020205020404" pitchFamily="49" charset="0"/>
                </a:rPr>
                <a:t> value )</a:t>
              </a:r>
            </a:p>
            <a:p>
              <a:pPr eaLnBrk="1" hangingPunct="1"/>
              <a:endParaRPr lang="en-US" sz="1600" b="1" dirty="0">
                <a:latin typeface="Courier New" panose="02070309020205020404" pitchFamily="49" charset="0"/>
              </a:endParaRPr>
            </a:p>
          </p:txBody>
        </p:sp>
      </p:grpSp>
      <p:grpSp>
        <p:nvGrpSpPr>
          <p:cNvPr id="24580" name="Group 42"/>
          <p:cNvGrpSpPr>
            <a:grpSpLocks/>
          </p:cNvGrpSpPr>
          <p:nvPr/>
        </p:nvGrpSpPr>
        <p:grpSpPr bwMode="auto">
          <a:xfrm>
            <a:off x="678256" y="1905000"/>
            <a:ext cx="8001000" cy="381000"/>
            <a:chOff x="0" y="3740"/>
            <a:chExt cx="3072" cy="374"/>
          </a:xfrm>
        </p:grpSpPr>
        <p:sp>
          <p:nvSpPr>
            <p:cNvPr id="24603" name="Rectangle 41"/>
            <p:cNvSpPr>
              <a:spLocks noChangeArrowheads="1"/>
            </p:cNvSpPr>
            <p:nvPr/>
          </p:nvSpPr>
          <p:spPr bwMode="auto">
            <a:xfrm>
              <a:off x="0" y="3761"/>
              <a:ext cx="85" cy="33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600"/>
            </a:p>
          </p:txBody>
        </p:sp>
        <p:sp>
          <p:nvSpPr>
            <p:cNvPr id="24604" name="Rectangle 14"/>
            <p:cNvSpPr>
              <a:spLocks noChangeArrowheads="1"/>
            </p:cNvSpPr>
            <p:nvPr/>
          </p:nvSpPr>
          <p:spPr bwMode="auto">
            <a:xfrm>
              <a:off x="0" y="3740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6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26	</a:t>
              </a:r>
              <a:r>
                <a:rPr lang="en-US" sz="1600" b="1">
                  <a:latin typeface="Courier New" panose="02070309020205020404" pitchFamily="49" charset="0"/>
                </a:rPr>
                <a:t>{</a:t>
              </a:r>
            </a:p>
            <a:p>
              <a:pPr eaLnBrk="1" hangingPunct="1"/>
              <a:endParaRPr lang="en-US" sz="16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24581" name="Group 44"/>
          <p:cNvGrpSpPr>
            <a:grpSpLocks/>
          </p:cNvGrpSpPr>
          <p:nvPr/>
        </p:nvGrpSpPr>
        <p:grpSpPr bwMode="auto">
          <a:xfrm>
            <a:off x="678256" y="2286000"/>
            <a:ext cx="8001000" cy="381000"/>
            <a:chOff x="0" y="4114"/>
            <a:chExt cx="3072" cy="374"/>
          </a:xfrm>
        </p:grpSpPr>
        <p:sp>
          <p:nvSpPr>
            <p:cNvPr id="24601" name="Rectangle 43"/>
            <p:cNvSpPr>
              <a:spLocks noChangeArrowheads="1"/>
            </p:cNvSpPr>
            <p:nvPr/>
          </p:nvSpPr>
          <p:spPr bwMode="auto">
            <a:xfrm>
              <a:off x="0" y="4135"/>
              <a:ext cx="85" cy="33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600"/>
            </a:p>
          </p:txBody>
        </p:sp>
        <p:sp>
          <p:nvSpPr>
            <p:cNvPr id="24602" name="Rectangle 15"/>
            <p:cNvSpPr>
              <a:spLocks noChangeArrowheads="1"/>
            </p:cNvSpPr>
            <p:nvPr/>
          </p:nvSpPr>
          <p:spPr bwMode="auto">
            <a:xfrm>
              <a:off x="0" y="4114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6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27	</a:t>
              </a:r>
              <a:r>
                <a:rPr lang="en-US" sz="1600" b="1">
                  <a:latin typeface="Courier New" panose="02070309020205020404" pitchFamily="49" charset="0"/>
                </a:rPr>
                <a:t>   data = value;</a:t>
              </a:r>
            </a:p>
            <a:p>
              <a:pPr eaLnBrk="1" hangingPunct="1"/>
              <a:endParaRPr lang="en-US" sz="16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24582" name="Group 46"/>
          <p:cNvGrpSpPr>
            <a:grpSpLocks/>
          </p:cNvGrpSpPr>
          <p:nvPr/>
        </p:nvGrpSpPr>
        <p:grpSpPr bwMode="auto">
          <a:xfrm>
            <a:off x="678256" y="2667000"/>
            <a:ext cx="8001000" cy="381000"/>
            <a:chOff x="0" y="4488"/>
            <a:chExt cx="3072" cy="374"/>
          </a:xfrm>
        </p:grpSpPr>
        <p:sp>
          <p:nvSpPr>
            <p:cNvPr id="24599" name="Rectangle 45"/>
            <p:cNvSpPr>
              <a:spLocks noChangeArrowheads="1"/>
            </p:cNvSpPr>
            <p:nvPr/>
          </p:nvSpPr>
          <p:spPr bwMode="auto">
            <a:xfrm>
              <a:off x="0" y="4509"/>
              <a:ext cx="85" cy="33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600"/>
            </a:p>
          </p:txBody>
        </p:sp>
        <p:sp>
          <p:nvSpPr>
            <p:cNvPr id="24600" name="Rectangle 16"/>
            <p:cNvSpPr>
              <a:spLocks noChangeArrowheads="1"/>
            </p:cNvSpPr>
            <p:nvPr/>
          </p:nvSpPr>
          <p:spPr bwMode="auto">
            <a:xfrm>
              <a:off x="0" y="4488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600" b="1" dirty="0">
                  <a:solidFill>
                    <a:srgbClr val="4D8DFF"/>
                  </a:solidFill>
                  <a:latin typeface="Courier New" panose="02070309020205020404" pitchFamily="49" charset="0"/>
                </a:rPr>
                <a:t>	28	</a:t>
              </a:r>
              <a:r>
                <a:rPr lang="en-US" sz="1600" b="1" dirty="0">
                  <a:latin typeface="Courier New" panose="02070309020205020404" pitchFamily="49" charset="0"/>
                </a:rPr>
                <a:t>   </a:t>
              </a:r>
              <a:r>
                <a:rPr lang="en-US" sz="1600" b="1" dirty="0" err="1">
                  <a:latin typeface="Courier New" panose="02070309020205020404" pitchFamily="49" charset="0"/>
                </a:rPr>
                <a:t>cout</a:t>
              </a:r>
              <a:r>
                <a:rPr lang="en-US" sz="1600" b="1" dirty="0">
                  <a:latin typeface="Courier New" panose="02070309020205020404" pitchFamily="49" charset="0"/>
                </a:rPr>
                <a:t> &lt;&lt; "Object " &lt;&lt; data &lt;&lt; "   constructor";</a:t>
              </a:r>
            </a:p>
            <a:p>
              <a:pPr eaLnBrk="1" hangingPunct="1"/>
              <a:endParaRPr lang="en-US" sz="1600" b="1" dirty="0">
                <a:latin typeface="Courier New" panose="02070309020205020404" pitchFamily="49" charset="0"/>
              </a:endParaRPr>
            </a:p>
          </p:txBody>
        </p:sp>
      </p:grpSp>
      <p:grpSp>
        <p:nvGrpSpPr>
          <p:cNvPr id="24583" name="Group 48"/>
          <p:cNvGrpSpPr>
            <a:grpSpLocks/>
          </p:cNvGrpSpPr>
          <p:nvPr/>
        </p:nvGrpSpPr>
        <p:grpSpPr bwMode="auto">
          <a:xfrm>
            <a:off x="678256" y="3048000"/>
            <a:ext cx="8000999" cy="381000"/>
            <a:chOff x="0" y="4862"/>
            <a:chExt cx="3072" cy="374"/>
          </a:xfrm>
        </p:grpSpPr>
        <p:sp>
          <p:nvSpPr>
            <p:cNvPr id="24597" name="Rectangle 47"/>
            <p:cNvSpPr>
              <a:spLocks noChangeArrowheads="1"/>
            </p:cNvSpPr>
            <p:nvPr/>
          </p:nvSpPr>
          <p:spPr bwMode="auto">
            <a:xfrm>
              <a:off x="0" y="4883"/>
              <a:ext cx="85" cy="33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600"/>
            </a:p>
          </p:txBody>
        </p:sp>
        <p:sp>
          <p:nvSpPr>
            <p:cNvPr id="24598" name="Rectangle 17"/>
            <p:cNvSpPr>
              <a:spLocks noChangeArrowheads="1"/>
            </p:cNvSpPr>
            <p:nvPr/>
          </p:nvSpPr>
          <p:spPr bwMode="auto">
            <a:xfrm>
              <a:off x="0" y="4862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6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29	</a:t>
              </a:r>
              <a:r>
                <a:rPr lang="en-US" sz="1600" b="1">
                  <a:latin typeface="Courier New" panose="02070309020205020404" pitchFamily="49" charset="0"/>
                </a:rPr>
                <a:t>}</a:t>
              </a:r>
            </a:p>
            <a:p>
              <a:pPr eaLnBrk="1" hangingPunct="1"/>
              <a:endParaRPr lang="en-US" sz="16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24584" name="Group 50"/>
          <p:cNvGrpSpPr>
            <a:grpSpLocks/>
          </p:cNvGrpSpPr>
          <p:nvPr/>
        </p:nvGrpSpPr>
        <p:grpSpPr bwMode="auto">
          <a:xfrm>
            <a:off x="678256" y="3429000"/>
            <a:ext cx="8001000" cy="381000"/>
            <a:chOff x="0" y="5236"/>
            <a:chExt cx="3072" cy="374"/>
          </a:xfrm>
        </p:grpSpPr>
        <p:sp>
          <p:nvSpPr>
            <p:cNvPr id="24595" name="Rectangle 49"/>
            <p:cNvSpPr>
              <a:spLocks noChangeArrowheads="1"/>
            </p:cNvSpPr>
            <p:nvPr/>
          </p:nvSpPr>
          <p:spPr bwMode="auto">
            <a:xfrm>
              <a:off x="0" y="5257"/>
              <a:ext cx="85" cy="33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600"/>
            </a:p>
          </p:txBody>
        </p:sp>
        <p:sp>
          <p:nvSpPr>
            <p:cNvPr id="24596" name="Rectangle 18"/>
            <p:cNvSpPr>
              <a:spLocks noChangeArrowheads="1"/>
            </p:cNvSpPr>
            <p:nvPr/>
          </p:nvSpPr>
          <p:spPr bwMode="auto">
            <a:xfrm>
              <a:off x="0" y="5236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6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30	</a:t>
              </a:r>
              <a:endParaRPr lang="en-US" sz="1600" b="1">
                <a:latin typeface="Courier New" panose="02070309020205020404" pitchFamily="49" charset="0"/>
              </a:endParaRPr>
            </a:p>
            <a:p>
              <a:pPr eaLnBrk="1" hangingPunct="1"/>
              <a:endParaRPr lang="en-US" sz="16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24585" name="Group 52"/>
          <p:cNvGrpSpPr>
            <a:grpSpLocks/>
          </p:cNvGrpSpPr>
          <p:nvPr/>
        </p:nvGrpSpPr>
        <p:grpSpPr bwMode="auto">
          <a:xfrm>
            <a:off x="678256" y="3810000"/>
            <a:ext cx="8000999" cy="381000"/>
            <a:chOff x="0" y="5610"/>
            <a:chExt cx="3072" cy="374"/>
          </a:xfrm>
        </p:grpSpPr>
        <p:sp>
          <p:nvSpPr>
            <p:cNvPr id="24593" name="Rectangle 51"/>
            <p:cNvSpPr>
              <a:spLocks noChangeArrowheads="1"/>
            </p:cNvSpPr>
            <p:nvPr/>
          </p:nvSpPr>
          <p:spPr bwMode="auto">
            <a:xfrm>
              <a:off x="0" y="5631"/>
              <a:ext cx="85" cy="33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600"/>
            </a:p>
          </p:txBody>
        </p:sp>
        <p:sp>
          <p:nvSpPr>
            <p:cNvPr id="24594" name="Rectangle 19"/>
            <p:cNvSpPr>
              <a:spLocks noChangeArrowheads="1"/>
            </p:cNvSpPr>
            <p:nvPr/>
          </p:nvSpPr>
          <p:spPr bwMode="auto">
            <a:xfrm>
              <a:off x="0" y="5610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6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31	</a:t>
              </a:r>
              <a:r>
                <a:rPr lang="en-US" sz="1600" b="1">
                  <a:latin typeface="Courier New" panose="02070309020205020404" pitchFamily="49" charset="0"/>
                </a:rPr>
                <a:t>CreateAndDestroy::~CreateAndDestroy()</a:t>
              </a:r>
            </a:p>
            <a:p>
              <a:pPr eaLnBrk="1" hangingPunct="1"/>
              <a:endParaRPr lang="en-US" sz="16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24586" name="Group 54"/>
          <p:cNvGrpSpPr>
            <a:grpSpLocks/>
          </p:cNvGrpSpPr>
          <p:nvPr/>
        </p:nvGrpSpPr>
        <p:grpSpPr bwMode="auto">
          <a:xfrm>
            <a:off x="685800" y="4191000"/>
            <a:ext cx="7993455" cy="381000"/>
            <a:chOff x="0" y="5984"/>
            <a:chExt cx="3072" cy="374"/>
          </a:xfrm>
        </p:grpSpPr>
        <p:sp>
          <p:nvSpPr>
            <p:cNvPr id="24591" name="Rectangle 53"/>
            <p:cNvSpPr>
              <a:spLocks noChangeArrowheads="1"/>
            </p:cNvSpPr>
            <p:nvPr/>
          </p:nvSpPr>
          <p:spPr bwMode="auto">
            <a:xfrm>
              <a:off x="0" y="6005"/>
              <a:ext cx="85" cy="33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600"/>
            </a:p>
          </p:txBody>
        </p:sp>
        <p:sp>
          <p:nvSpPr>
            <p:cNvPr id="24592" name="Rectangle 20"/>
            <p:cNvSpPr>
              <a:spLocks noChangeArrowheads="1"/>
            </p:cNvSpPr>
            <p:nvPr/>
          </p:nvSpPr>
          <p:spPr bwMode="auto">
            <a:xfrm>
              <a:off x="0" y="5984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600" b="1" dirty="0">
                  <a:solidFill>
                    <a:srgbClr val="4D8DFF"/>
                  </a:solidFill>
                  <a:latin typeface="Courier New" panose="02070309020205020404" pitchFamily="49" charset="0"/>
                </a:rPr>
                <a:t>	32	</a:t>
              </a:r>
              <a:r>
                <a:rPr lang="en-US" sz="1600" b="1" dirty="0">
                  <a:latin typeface="Courier New" panose="02070309020205020404" pitchFamily="49" charset="0"/>
                </a:rPr>
                <a:t>   { </a:t>
              </a:r>
              <a:r>
                <a:rPr lang="en-US" sz="1600" b="1" dirty="0" err="1">
                  <a:latin typeface="Courier New" panose="02070309020205020404" pitchFamily="49" charset="0"/>
                </a:rPr>
                <a:t>cout</a:t>
              </a:r>
              <a:r>
                <a:rPr lang="en-US" sz="1600" b="1" dirty="0">
                  <a:latin typeface="Courier New" panose="02070309020205020404" pitchFamily="49" charset="0"/>
                </a:rPr>
                <a:t> &lt;&lt; "Object " &lt;&lt; data &lt;&lt; "   destructor " &lt;&lt; </a:t>
              </a:r>
              <a:r>
                <a:rPr lang="en-US" sz="1600" b="1" dirty="0" err="1">
                  <a:latin typeface="Courier New" panose="02070309020205020404" pitchFamily="49" charset="0"/>
                </a:rPr>
                <a:t>endl</a:t>
              </a:r>
              <a:r>
                <a:rPr lang="en-US" sz="1600" b="1" dirty="0">
                  <a:latin typeface="Courier New" panose="02070309020205020404" pitchFamily="49" charset="0"/>
                </a:rPr>
                <a:t>; }</a:t>
              </a:r>
            </a:p>
            <a:p>
              <a:pPr eaLnBrk="1" hangingPunct="1"/>
              <a:endParaRPr lang="en-US" sz="1600" b="1" dirty="0">
                <a:latin typeface="Courier New" panose="02070309020205020404" pitchFamily="49" charset="0"/>
              </a:endParaRPr>
            </a:p>
          </p:txBody>
        </p:sp>
      </p:grpSp>
      <p:grpSp>
        <p:nvGrpSpPr>
          <p:cNvPr id="11" name="Group 60"/>
          <p:cNvGrpSpPr>
            <a:grpSpLocks/>
          </p:cNvGrpSpPr>
          <p:nvPr/>
        </p:nvGrpSpPr>
        <p:grpSpPr bwMode="auto">
          <a:xfrm>
            <a:off x="4716856" y="1845508"/>
            <a:ext cx="3810000" cy="2366963"/>
            <a:chOff x="3216" y="2400"/>
            <a:chExt cx="2400" cy="1491"/>
          </a:xfrm>
        </p:grpSpPr>
        <p:sp>
          <p:nvSpPr>
            <p:cNvPr id="24588" name="Text Box 57"/>
            <p:cNvSpPr txBox="1">
              <a:spLocks noChangeArrowheads="1"/>
            </p:cNvSpPr>
            <p:nvPr/>
          </p:nvSpPr>
          <p:spPr bwMode="auto">
            <a:xfrm>
              <a:off x="3456" y="2400"/>
              <a:ext cx="2160" cy="523"/>
            </a:xfrm>
            <a:prstGeom prst="rect">
              <a:avLst/>
            </a:prstGeom>
            <a:solidFill>
              <a:srgbClr val="99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600" b="1"/>
                <a:t>Constructor and Destructor changed to print when they are called.</a:t>
              </a:r>
            </a:p>
          </p:txBody>
        </p:sp>
        <p:sp>
          <p:nvSpPr>
            <p:cNvPr id="24589" name="Line 58"/>
            <p:cNvSpPr>
              <a:spLocks noChangeShapeType="1"/>
            </p:cNvSpPr>
            <p:nvPr/>
          </p:nvSpPr>
          <p:spPr bwMode="auto">
            <a:xfrm flipH="1">
              <a:off x="4368" y="2904"/>
              <a:ext cx="528" cy="9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 anchor="ctr">
              <a:spAutoFit/>
            </a:bodyPr>
            <a:lstStyle/>
            <a:p>
              <a:endParaRPr lang="en-US"/>
            </a:p>
          </p:txBody>
        </p:sp>
        <p:sp>
          <p:nvSpPr>
            <p:cNvPr id="24590" name="Line 59"/>
            <p:cNvSpPr>
              <a:spLocks noChangeShapeType="1"/>
            </p:cNvSpPr>
            <p:nvPr/>
          </p:nvSpPr>
          <p:spPr bwMode="auto">
            <a:xfrm flipH="1">
              <a:off x="3216" y="2736"/>
              <a:ext cx="240" cy="2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 anchor="ctr">
              <a:spAutoFit/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4948422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602" name="Group 53"/>
          <p:cNvGrpSpPr>
            <a:grpSpLocks/>
          </p:cNvGrpSpPr>
          <p:nvPr/>
        </p:nvGrpSpPr>
        <p:grpSpPr bwMode="auto">
          <a:xfrm>
            <a:off x="0" y="2033588"/>
            <a:ext cx="6705600" cy="276225"/>
            <a:chOff x="0" y="3326"/>
            <a:chExt cx="3072" cy="453"/>
          </a:xfrm>
        </p:grpSpPr>
        <p:sp>
          <p:nvSpPr>
            <p:cNvPr id="25664" name="Rectangle 52"/>
            <p:cNvSpPr>
              <a:spLocks noChangeArrowheads="1"/>
            </p:cNvSpPr>
            <p:nvPr/>
          </p:nvSpPr>
          <p:spPr bwMode="auto">
            <a:xfrm>
              <a:off x="0" y="3326"/>
              <a:ext cx="85" cy="453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25665" name="Rectangle 13"/>
            <p:cNvSpPr>
              <a:spLocks noChangeArrowheads="1"/>
            </p:cNvSpPr>
            <p:nvPr/>
          </p:nvSpPr>
          <p:spPr bwMode="auto">
            <a:xfrm>
              <a:off x="0" y="3366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42	</a:t>
              </a:r>
              <a:endParaRPr lang="en-US" sz="1200" b="1">
                <a:latin typeface="Courier New" panose="02070309020205020404" pitchFamily="49" charset="0"/>
              </a:endParaRP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25603" name="Group 55"/>
          <p:cNvGrpSpPr>
            <a:grpSpLocks/>
          </p:cNvGrpSpPr>
          <p:nvPr/>
        </p:nvGrpSpPr>
        <p:grpSpPr bwMode="auto">
          <a:xfrm>
            <a:off x="0" y="2262188"/>
            <a:ext cx="6705600" cy="276225"/>
            <a:chOff x="0" y="3700"/>
            <a:chExt cx="3072" cy="453"/>
          </a:xfrm>
        </p:grpSpPr>
        <p:sp>
          <p:nvSpPr>
            <p:cNvPr id="25662" name="Rectangle 54"/>
            <p:cNvSpPr>
              <a:spLocks noChangeArrowheads="1"/>
            </p:cNvSpPr>
            <p:nvPr/>
          </p:nvSpPr>
          <p:spPr bwMode="auto">
            <a:xfrm>
              <a:off x="0" y="3700"/>
              <a:ext cx="85" cy="453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25663" name="Rectangle 14"/>
            <p:cNvSpPr>
              <a:spLocks noChangeArrowheads="1"/>
            </p:cNvSpPr>
            <p:nvPr/>
          </p:nvSpPr>
          <p:spPr bwMode="auto">
            <a:xfrm>
              <a:off x="0" y="3740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43	</a:t>
              </a:r>
              <a:r>
                <a:rPr lang="en-US" sz="1200" b="1">
                  <a:solidFill>
                    <a:srgbClr val="275AFF"/>
                  </a:solidFill>
                  <a:latin typeface="Courier New" panose="02070309020205020404" pitchFamily="49" charset="0"/>
                </a:rPr>
                <a:t>void</a:t>
              </a:r>
              <a:r>
                <a:rPr lang="en-US" sz="1200" b="1">
                  <a:latin typeface="Courier New" panose="02070309020205020404" pitchFamily="49" charset="0"/>
                </a:rPr>
                <a:t> create( </a:t>
              </a:r>
              <a:r>
                <a:rPr lang="en-US" sz="1200" b="1">
                  <a:solidFill>
                    <a:srgbClr val="275AFF"/>
                  </a:solidFill>
                  <a:latin typeface="Courier New" panose="02070309020205020404" pitchFamily="49" charset="0"/>
                </a:rPr>
                <a:t>void</a:t>
              </a:r>
              <a:r>
                <a:rPr lang="en-US" sz="1200" b="1">
                  <a:latin typeface="Courier New" panose="02070309020205020404" pitchFamily="49" charset="0"/>
                </a:rPr>
                <a:t> );  </a:t>
              </a:r>
              <a:r>
                <a:rPr lang="en-US" sz="1200" b="1">
                  <a:solidFill>
                    <a:srgbClr val="33CC33"/>
                  </a:solidFill>
                  <a:latin typeface="Courier New" panose="02070309020205020404" pitchFamily="49" charset="0"/>
                </a:rPr>
                <a:t> // prototype</a:t>
              </a:r>
              <a:endParaRPr lang="en-US" sz="1200" b="1">
                <a:latin typeface="Courier New" panose="02070309020205020404" pitchFamily="49" charset="0"/>
              </a:endParaRP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25604" name="Group 57"/>
          <p:cNvGrpSpPr>
            <a:grpSpLocks/>
          </p:cNvGrpSpPr>
          <p:nvPr/>
        </p:nvGrpSpPr>
        <p:grpSpPr bwMode="auto">
          <a:xfrm>
            <a:off x="0" y="2490788"/>
            <a:ext cx="6705600" cy="276225"/>
            <a:chOff x="0" y="4074"/>
            <a:chExt cx="3072" cy="453"/>
          </a:xfrm>
        </p:grpSpPr>
        <p:sp>
          <p:nvSpPr>
            <p:cNvPr id="25660" name="Rectangle 56"/>
            <p:cNvSpPr>
              <a:spLocks noChangeArrowheads="1"/>
            </p:cNvSpPr>
            <p:nvPr/>
          </p:nvSpPr>
          <p:spPr bwMode="auto">
            <a:xfrm>
              <a:off x="0" y="4074"/>
              <a:ext cx="85" cy="453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25661" name="Rectangle 15"/>
            <p:cNvSpPr>
              <a:spLocks noChangeArrowheads="1"/>
            </p:cNvSpPr>
            <p:nvPr/>
          </p:nvSpPr>
          <p:spPr bwMode="auto">
            <a:xfrm>
              <a:off x="0" y="4114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44	</a:t>
              </a:r>
              <a:endParaRPr lang="en-US" sz="1200" b="1">
                <a:latin typeface="Courier New" panose="02070309020205020404" pitchFamily="49" charset="0"/>
              </a:endParaRP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25605" name="Group 59"/>
          <p:cNvGrpSpPr>
            <a:grpSpLocks/>
          </p:cNvGrpSpPr>
          <p:nvPr/>
        </p:nvGrpSpPr>
        <p:grpSpPr bwMode="auto">
          <a:xfrm>
            <a:off x="0" y="2719388"/>
            <a:ext cx="6705600" cy="276225"/>
            <a:chOff x="0" y="4448"/>
            <a:chExt cx="3072" cy="453"/>
          </a:xfrm>
        </p:grpSpPr>
        <p:sp>
          <p:nvSpPr>
            <p:cNvPr id="25658" name="Rectangle 58"/>
            <p:cNvSpPr>
              <a:spLocks noChangeArrowheads="1"/>
            </p:cNvSpPr>
            <p:nvPr/>
          </p:nvSpPr>
          <p:spPr bwMode="auto">
            <a:xfrm>
              <a:off x="0" y="4448"/>
              <a:ext cx="85" cy="453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25659" name="Rectangle 16"/>
            <p:cNvSpPr>
              <a:spLocks noChangeArrowheads="1"/>
            </p:cNvSpPr>
            <p:nvPr/>
          </p:nvSpPr>
          <p:spPr bwMode="auto">
            <a:xfrm>
              <a:off x="0" y="4488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45	</a:t>
              </a:r>
              <a:r>
                <a:rPr lang="en-US" sz="1200" b="1">
                  <a:latin typeface="Courier New" panose="02070309020205020404" pitchFamily="49" charset="0"/>
                </a:rPr>
                <a:t>CreateAndDestroy first( 1 );  </a:t>
              </a:r>
              <a:r>
                <a:rPr lang="en-US" sz="1200" b="1">
                  <a:solidFill>
                    <a:srgbClr val="33CC33"/>
                  </a:solidFill>
                  <a:latin typeface="Courier New" panose="02070309020205020404" pitchFamily="49" charset="0"/>
                </a:rPr>
                <a:t>// global object</a:t>
              </a:r>
              <a:endParaRPr lang="en-US" sz="1200" b="1">
                <a:latin typeface="Courier New" panose="02070309020205020404" pitchFamily="49" charset="0"/>
              </a:endParaRP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25606" name="Group 61"/>
          <p:cNvGrpSpPr>
            <a:grpSpLocks/>
          </p:cNvGrpSpPr>
          <p:nvPr/>
        </p:nvGrpSpPr>
        <p:grpSpPr bwMode="auto">
          <a:xfrm>
            <a:off x="0" y="2947988"/>
            <a:ext cx="6705600" cy="276225"/>
            <a:chOff x="0" y="4822"/>
            <a:chExt cx="3072" cy="453"/>
          </a:xfrm>
        </p:grpSpPr>
        <p:sp>
          <p:nvSpPr>
            <p:cNvPr id="25656" name="Rectangle 60"/>
            <p:cNvSpPr>
              <a:spLocks noChangeArrowheads="1"/>
            </p:cNvSpPr>
            <p:nvPr/>
          </p:nvSpPr>
          <p:spPr bwMode="auto">
            <a:xfrm>
              <a:off x="0" y="4822"/>
              <a:ext cx="85" cy="453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25657" name="Rectangle 17"/>
            <p:cNvSpPr>
              <a:spLocks noChangeArrowheads="1"/>
            </p:cNvSpPr>
            <p:nvPr/>
          </p:nvSpPr>
          <p:spPr bwMode="auto">
            <a:xfrm>
              <a:off x="0" y="4862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46	</a:t>
              </a:r>
              <a:endParaRPr lang="en-US" sz="1200" b="1">
                <a:latin typeface="Courier New" panose="02070309020205020404" pitchFamily="49" charset="0"/>
              </a:endParaRP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25607" name="Group 63"/>
          <p:cNvGrpSpPr>
            <a:grpSpLocks/>
          </p:cNvGrpSpPr>
          <p:nvPr/>
        </p:nvGrpSpPr>
        <p:grpSpPr bwMode="auto">
          <a:xfrm>
            <a:off x="0" y="3176588"/>
            <a:ext cx="6705600" cy="276225"/>
            <a:chOff x="0" y="5196"/>
            <a:chExt cx="3072" cy="453"/>
          </a:xfrm>
        </p:grpSpPr>
        <p:sp>
          <p:nvSpPr>
            <p:cNvPr id="25654" name="Rectangle 62"/>
            <p:cNvSpPr>
              <a:spLocks noChangeArrowheads="1"/>
            </p:cNvSpPr>
            <p:nvPr/>
          </p:nvSpPr>
          <p:spPr bwMode="auto">
            <a:xfrm>
              <a:off x="0" y="5196"/>
              <a:ext cx="85" cy="453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25655" name="Rectangle 18"/>
            <p:cNvSpPr>
              <a:spLocks noChangeArrowheads="1"/>
            </p:cNvSpPr>
            <p:nvPr/>
          </p:nvSpPr>
          <p:spPr bwMode="auto">
            <a:xfrm>
              <a:off x="0" y="5236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47	</a:t>
              </a:r>
              <a:r>
                <a:rPr lang="en-US" sz="1200" b="1">
                  <a:solidFill>
                    <a:srgbClr val="275AFF"/>
                  </a:solidFill>
                  <a:latin typeface="Courier New" panose="02070309020205020404" pitchFamily="49" charset="0"/>
                </a:rPr>
                <a:t>int</a:t>
              </a:r>
              <a:r>
                <a:rPr lang="en-US" sz="1200" b="1">
                  <a:latin typeface="Courier New" panose="02070309020205020404" pitchFamily="49" charset="0"/>
                </a:rPr>
                <a:t> main()</a:t>
              </a: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25608" name="Group 65"/>
          <p:cNvGrpSpPr>
            <a:grpSpLocks/>
          </p:cNvGrpSpPr>
          <p:nvPr/>
        </p:nvGrpSpPr>
        <p:grpSpPr bwMode="auto">
          <a:xfrm>
            <a:off x="0" y="3405188"/>
            <a:ext cx="6705600" cy="276225"/>
            <a:chOff x="0" y="5570"/>
            <a:chExt cx="3072" cy="453"/>
          </a:xfrm>
        </p:grpSpPr>
        <p:sp>
          <p:nvSpPr>
            <p:cNvPr id="25652" name="Rectangle 64"/>
            <p:cNvSpPr>
              <a:spLocks noChangeArrowheads="1"/>
            </p:cNvSpPr>
            <p:nvPr/>
          </p:nvSpPr>
          <p:spPr bwMode="auto">
            <a:xfrm>
              <a:off x="0" y="5570"/>
              <a:ext cx="85" cy="453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25653" name="Rectangle 19"/>
            <p:cNvSpPr>
              <a:spLocks noChangeArrowheads="1"/>
            </p:cNvSpPr>
            <p:nvPr/>
          </p:nvSpPr>
          <p:spPr bwMode="auto">
            <a:xfrm>
              <a:off x="0" y="5610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48	</a:t>
              </a:r>
              <a:r>
                <a:rPr lang="en-US" sz="1200" b="1">
                  <a:latin typeface="Courier New" panose="02070309020205020404" pitchFamily="49" charset="0"/>
                </a:rPr>
                <a:t>{</a:t>
              </a: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25609" name="Group 67"/>
          <p:cNvGrpSpPr>
            <a:grpSpLocks/>
          </p:cNvGrpSpPr>
          <p:nvPr/>
        </p:nvGrpSpPr>
        <p:grpSpPr bwMode="auto">
          <a:xfrm>
            <a:off x="0" y="3633788"/>
            <a:ext cx="6705600" cy="276225"/>
            <a:chOff x="0" y="5944"/>
            <a:chExt cx="3072" cy="453"/>
          </a:xfrm>
        </p:grpSpPr>
        <p:sp>
          <p:nvSpPr>
            <p:cNvPr id="25650" name="Rectangle 66"/>
            <p:cNvSpPr>
              <a:spLocks noChangeArrowheads="1"/>
            </p:cNvSpPr>
            <p:nvPr/>
          </p:nvSpPr>
          <p:spPr bwMode="auto">
            <a:xfrm>
              <a:off x="0" y="5944"/>
              <a:ext cx="85" cy="453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25651" name="Rectangle 20"/>
            <p:cNvSpPr>
              <a:spLocks noChangeArrowheads="1"/>
            </p:cNvSpPr>
            <p:nvPr/>
          </p:nvSpPr>
          <p:spPr bwMode="auto">
            <a:xfrm>
              <a:off x="0" y="5984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49	</a:t>
              </a:r>
              <a:r>
                <a:rPr lang="en-US" sz="1200" b="1">
                  <a:latin typeface="Courier New" panose="02070309020205020404" pitchFamily="49" charset="0"/>
                </a:rPr>
                <a:t>   cout &lt;&lt; "   (global created before main)" &lt;&lt; endl;</a:t>
              </a: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25610" name="Group 69"/>
          <p:cNvGrpSpPr>
            <a:grpSpLocks/>
          </p:cNvGrpSpPr>
          <p:nvPr/>
        </p:nvGrpSpPr>
        <p:grpSpPr bwMode="auto">
          <a:xfrm>
            <a:off x="0" y="3862388"/>
            <a:ext cx="6705600" cy="276225"/>
            <a:chOff x="0" y="6318"/>
            <a:chExt cx="3072" cy="453"/>
          </a:xfrm>
        </p:grpSpPr>
        <p:sp>
          <p:nvSpPr>
            <p:cNvPr id="25648" name="Rectangle 68"/>
            <p:cNvSpPr>
              <a:spLocks noChangeArrowheads="1"/>
            </p:cNvSpPr>
            <p:nvPr/>
          </p:nvSpPr>
          <p:spPr bwMode="auto">
            <a:xfrm>
              <a:off x="0" y="6318"/>
              <a:ext cx="85" cy="453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25649" name="Rectangle 21"/>
            <p:cNvSpPr>
              <a:spLocks noChangeArrowheads="1"/>
            </p:cNvSpPr>
            <p:nvPr/>
          </p:nvSpPr>
          <p:spPr bwMode="auto">
            <a:xfrm>
              <a:off x="0" y="6358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50	</a:t>
              </a:r>
              <a:endParaRPr lang="en-US" sz="1200" b="1">
                <a:latin typeface="Courier New" panose="02070309020205020404" pitchFamily="49" charset="0"/>
              </a:endParaRP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25611" name="Group 71"/>
          <p:cNvGrpSpPr>
            <a:grpSpLocks/>
          </p:cNvGrpSpPr>
          <p:nvPr/>
        </p:nvGrpSpPr>
        <p:grpSpPr bwMode="auto">
          <a:xfrm>
            <a:off x="0" y="4090988"/>
            <a:ext cx="6705600" cy="276225"/>
            <a:chOff x="0" y="6692"/>
            <a:chExt cx="3072" cy="453"/>
          </a:xfrm>
        </p:grpSpPr>
        <p:sp>
          <p:nvSpPr>
            <p:cNvPr id="25646" name="Rectangle 70"/>
            <p:cNvSpPr>
              <a:spLocks noChangeArrowheads="1"/>
            </p:cNvSpPr>
            <p:nvPr/>
          </p:nvSpPr>
          <p:spPr bwMode="auto">
            <a:xfrm>
              <a:off x="0" y="6692"/>
              <a:ext cx="85" cy="453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25647" name="Rectangle 22"/>
            <p:cNvSpPr>
              <a:spLocks noChangeArrowheads="1"/>
            </p:cNvSpPr>
            <p:nvPr/>
          </p:nvSpPr>
          <p:spPr bwMode="auto">
            <a:xfrm>
              <a:off x="0" y="6732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51	</a:t>
              </a:r>
              <a:r>
                <a:rPr lang="en-US" sz="1200" b="1">
                  <a:latin typeface="Courier New" panose="02070309020205020404" pitchFamily="49" charset="0"/>
                </a:rPr>
                <a:t>   CreateAndDestroy second( 2 );        </a:t>
              </a:r>
              <a:r>
                <a:rPr lang="en-US" sz="1200" b="1">
                  <a:solidFill>
                    <a:srgbClr val="33CC33"/>
                  </a:solidFill>
                  <a:latin typeface="Courier New" panose="02070309020205020404" pitchFamily="49" charset="0"/>
                </a:rPr>
                <a:t>// local object</a:t>
              </a:r>
              <a:endParaRPr lang="en-US" sz="1200" b="1">
                <a:latin typeface="Courier New" panose="02070309020205020404" pitchFamily="49" charset="0"/>
              </a:endParaRP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25612" name="Group 73"/>
          <p:cNvGrpSpPr>
            <a:grpSpLocks/>
          </p:cNvGrpSpPr>
          <p:nvPr/>
        </p:nvGrpSpPr>
        <p:grpSpPr bwMode="auto">
          <a:xfrm>
            <a:off x="0" y="4319588"/>
            <a:ext cx="6705600" cy="276225"/>
            <a:chOff x="0" y="7066"/>
            <a:chExt cx="3072" cy="453"/>
          </a:xfrm>
        </p:grpSpPr>
        <p:sp>
          <p:nvSpPr>
            <p:cNvPr id="25644" name="Rectangle 72"/>
            <p:cNvSpPr>
              <a:spLocks noChangeArrowheads="1"/>
            </p:cNvSpPr>
            <p:nvPr/>
          </p:nvSpPr>
          <p:spPr bwMode="auto">
            <a:xfrm>
              <a:off x="0" y="7066"/>
              <a:ext cx="85" cy="453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25645" name="Rectangle 23"/>
            <p:cNvSpPr>
              <a:spLocks noChangeArrowheads="1"/>
            </p:cNvSpPr>
            <p:nvPr/>
          </p:nvSpPr>
          <p:spPr bwMode="auto">
            <a:xfrm>
              <a:off x="0" y="7106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52	</a:t>
              </a:r>
              <a:r>
                <a:rPr lang="en-US" sz="1200" b="1">
                  <a:latin typeface="Courier New" panose="02070309020205020404" pitchFamily="49" charset="0"/>
                </a:rPr>
                <a:t>   cout &lt;&lt; "   (local automatic in main)" &lt;&lt; endl;</a:t>
              </a: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25613" name="Group 75"/>
          <p:cNvGrpSpPr>
            <a:grpSpLocks/>
          </p:cNvGrpSpPr>
          <p:nvPr/>
        </p:nvGrpSpPr>
        <p:grpSpPr bwMode="auto">
          <a:xfrm>
            <a:off x="0" y="4548188"/>
            <a:ext cx="6705600" cy="276225"/>
            <a:chOff x="0" y="7440"/>
            <a:chExt cx="3072" cy="453"/>
          </a:xfrm>
        </p:grpSpPr>
        <p:sp>
          <p:nvSpPr>
            <p:cNvPr id="25642" name="Rectangle 74"/>
            <p:cNvSpPr>
              <a:spLocks noChangeArrowheads="1"/>
            </p:cNvSpPr>
            <p:nvPr/>
          </p:nvSpPr>
          <p:spPr bwMode="auto">
            <a:xfrm>
              <a:off x="0" y="7440"/>
              <a:ext cx="85" cy="453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25643" name="Rectangle 24"/>
            <p:cNvSpPr>
              <a:spLocks noChangeArrowheads="1"/>
            </p:cNvSpPr>
            <p:nvPr/>
          </p:nvSpPr>
          <p:spPr bwMode="auto">
            <a:xfrm>
              <a:off x="0" y="7480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53	</a:t>
              </a:r>
              <a:endParaRPr lang="en-US" sz="1200" b="1">
                <a:latin typeface="Courier New" panose="02070309020205020404" pitchFamily="49" charset="0"/>
              </a:endParaRP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25614" name="Group 77"/>
          <p:cNvGrpSpPr>
            <a:grpSpLocks/>
          </p:cNvGrpSpPr>
          <p:nvPr/>
        </p:nvGrpSpPr>
        <p:grpSpPr bwMode="auto">
          <a:xfrm>
            <a:off x="0" y="4776788"/>
            <a:ext cx="6705600" cy="276225"/>
            <a:chOff x="0" y="7814"/>
            <a:chExt cx="3072" cy="453"/>
          </a:xfrm>
        </p:grpSpPr>
        <p:sp>
          <p:nvSpPr>
            <p:cNvPr id="25640" name="Rectangle 76"/>
            <p:cNvSpPr>
              <a:spLocks noChangeArrowheads="1"/>
            </p:cNvSpPr>
            <p:nvPr/>
          </p:nvSpPr>
          <p:spPr bwMode="auto">
            <a:xfrm>
              <a:off x="0" y="7814"/>
              <a:ext cx="85" cy="453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25641" name="Rectangle 25"/>
            <p:cNvSpPr>
              <a:spLocks noChangeArrowheads="1"/>
            </p:cNvSpPr>
            <p:nvPr/>
          </p:nvSpPr>
          <p:spPr bwMode="auto">
            <a:xfrm>
              <a:off x="0" y="7854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54	</a:t>
              </a:r>
              <a:r>
                <a:rPr lang="en-US" sz="1200" b="1">
                  <a:latin typeface="Courier New" panose="02070309020205020404" pitchFamily="49" charset="0"/>
                </a:rPr>
                <a:t>   static CreateAndDestroy third( 3 );  </a:t>
              </a:r>
              <a:r>
                <a:rPr lang="en-US" sz="1200" b="1">
                  <a:solidFill>
                    <a:srgbClr val="33CC33"/>
                  </a:solidFill>
                  <a:latin typeface="Courier New" panose="02070309020205020404" pitchFamily="49" charset="0"/>
                </a:rPr>
                <a:t>// local object</a:t>
              </a:r>
              <a:endParaRPr lang="en-US" sz="1200" b="1">
                <a:latin typeface="Courier New" panose="02070309020205020404" pitchFamily="49" charset="0"/>
              </a:endParaRP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25615" name="Group 79"/>
          <p:cNvGrpSpPr>
            <a:grpSpLocks/>
          </p:cNvGrpSpPr>
          <p:nvPr/>
        </p:nvGrpSpPr>
        <p:grpSpPr bwMode="auto">
          <a:xfrm>
            <a:off x="0" y="5005388"/>
            <a:ext cx="6705600" cy="276225"/>
            <a:chOff x="0" y="8188"/>
            <a:chExt cx="3072" cy="453"/>
          </a:xfrm>
        </p:grpSpPr>
        <p:sp>
          <p:nvSpPr>
            <p:cNvPr id="25638" name="Rectangle 78"/>
            <p:cNvSpPr>
              <a:spLocks noChangeArrowheads="1"/>
            </p:cNvSpPr>
            <p:nvPr/>
          </p:nvSpPr>
          <p:spPr bwMode="auto">
            <a:xfrm>
              <a:off x="0" y="8188"/>
              <a:ext cx="85" cy="453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25639" name="Rectangle 26"/>
            <p:cNvSpPr>
              <a:spLocks noChangeArrowheads="1"/>
            </p:cNvSpPr>
            <p:nvPr/>
          </p:nvSpPr>
          <p:spPr bwMode="auto">
            <a:xfrm>
              <a:off x="0" y="8228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55	</a:t>
              </a:r>
              <a:r>
                <a:rPr lang="en-US" sz="1200" b="1">
                  <a:latin typeface="Courier New" panose="02070309020205020404" pitchFamily="49" charset="0"/>
                </a:rPr>
                <a:t>   cout &lt;&lt; "   (local static in main)" &lt;&lt; endl;</a:t>
              </a: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25616" name="Group 81"/>
          <p:cNvGrpSpPr>
            <a:grpSpLocks/>
          </p:cNvGrpSpPr>
          <p:nvPr/>
        </p:nvGrpSpPr>
        <p:grpSpPr bwMode="auto">
          <a:xfrm>
            <a:off x="0" y="5233988"/>
            <a:ext cx="6705600" cy="276225"/>
            <a:chOff x="0" y="8562"/>
            <a:chExt cx="3072" cy="453"/>
          </a:xfrm>
        </p:grpSpPr>
        <p:sp>
          <p:nvSpPr>
            <p:cNvPr id="25636" name="Rectangle 80"/>
            <p:cNvSpPr>
              <a:spLocks noChangeArrowheads="1"/>
            </p:cNvSpPr>
            <p:nvPr/>
          </p:nvSpPr>
          <p:spPr bwMode="auto">
            <a:xfrm>
              <a:off x="0" y="8562"/>
              <a:ext cx="85" cy="453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25637" name="Rectangle 27"/>
            <p:cNvSpPr>
              <a:spLocks noChangeArrowheads="1"/>
            </p:cNvSpPr>
            <p:nvPr/>
          </p:nvSpPr>
          <p:spPr bwMode="auto">
            <a:xfrm>
              <a:off x="0" y="8602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56	</a:t>
              </a:r>
              <a:endParaRPr lang="en-US" sz="1200" b="1">
                <a:latin typeface="Courier New" panose="02070309020205020404" pitchFamily="49" charset="0"/>
              </a:endParaRP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25617" name="Group 83"/>
          <p:cNvGrpSpPr>
            <a:grpSpLocks/>
          </p:cNvGrpSpPr>
          <p:nvPr/>
        </p:nvGrpSpPr>
        <p:grpSpPr bwMode="auto">
          <a:xfrm>
            <a:off x="0" y="5462588"/>
            <a:ext cx="6705600" cy="276225"/>
            <a:chOff x="0" y="8936"/>
            <a:chExt cx="3072" cy="453"/>
          </a:xfrm>
        </p:grpSpPr>
        <p:sp>
          <p:nvSpPr>
            <p:cNvPr id="25634" name="Rectangle 82"/>
            <p:cNvSpPr>
              <a:spLocks noChangeArrowheads="1"/>
            </p:cNvSpPr>
            <p:nvPr/>
          </p:nvSpPr>
          <p:spPr bwMode="auto">
            <a:xfrm>
              <a:off x="0" y="8936"/>
              <a:ext cx="85" cy="453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25635" name="Rectangle 28"/>
            <p:cNvSpPr>
              <a:spLocks noChangeArrowheads="1"/>
            </p:cNvSpPr>
            <p:nvPr/>
          </p:nvSpPr>
          <p:spPr bwMode="auto">
            <a:xfrm>
              <a:off x="0" y="8976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57	</a:t>
              </a:r>
              <a:r>
                <a:rPr lang="en-US" sz="1200" b="1">
                  <a:latin typeface="Courier New" panose="02070309020205020404" pitchFamily="49" charset="0"/>
                </a:rPr>
                <a:t>   create();  </a:t>
              </a:r>
              <a:r>
                <a:rPr lang="en-US" sz="1200" b="1">
                  <a:solidFill>
                    <a:srgbClr val="33CC33"/>
                  </a:solidFill>
                  <a:latin typeface="Courier New" panose="02070309020205020404" pitchFamily="49" charset="0"/>
                </a:rPr>
                <a:t>// call function to create objects</a:t>
              </a:r>
              <a:endParaRPr lang="en-US" sz="1200" b="1">
                <a:latin typeface="Courier New" panose="02070309020205020404" pitchFamily="49" charset="0"/>
              </a:endParaRP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25618" name="Group 85"/>
          <p:cNvGrpSpPr>
            <a:grpSpLocks/>
          </p:cNvGrpSpPr>
          <p:nvPr/>
        </p:nvGrpSpPr>
        <p:grpSpPr bwMode="auto">
          <a:xfrm>
            <a:off x="0" y="5691188"/>
            <a:ext cx="6705600" cy="276225"/>
            <a:chOff x="0" y="9310"/>
            <a:chExt cx="3072" cy="453"/>
          </a:xfrm>
        </p:grpSpPr>
        <p:sp>
          <p:nvSpPr>
            <p:cNvPr id="25632" name="Rectangle 84"/>
            <p:cNvSpPr>
              <a:spLocks noChangeArrowheads="1"/>
            </p:cNvSpPr>
            <p:nvPr/>
          </p:nvSpPr>
          <p:spPr bwMode="auto">
            <a:xfrm>
              <a:off x="0" y="9310"/>
              <a:ext cx="85" cy="453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25633" name="Rectangle 29"/>
            <p:cNvSpPr>
              <a:spLocks noChangeArrowheads="1"/>
            </p:cNvSpPr>
            <p:nvPr/>
          </p:nvSpPr>
          <p:spPr bwMode="auto">
            <a:xfrm>
              <a:off x="0" y="9350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58	</a:t>
              </a:r>
              <a:endParaRPr lang="en-US" sz="1200" b="1">
                <a:latin typeface="Courier New" panose="02070309020205020404" pitchFamily="49" charset="0"/>
              </a:endParaRP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25619" name="Group 87"/>
          <p:cNvGrpSpPr>
            <a:grpSpLocks/>
          </p:cNvGrpSpPr>
          <p:nvPr/>
        </p:nvGrpSpPr>
        <p:grpSpPr bwMode="auto">
          <a:xfrm>
            <a:off x="0" y="5919788"/>
            <a:ext cx="6705600" cy="276225"/>
            <a:chOff x="0" y="9684"/>
            <a:chExt cx="3072" cy="453"/>
          </a:xfrm>
        </p:grpSpPr>
        <p:sp>
          <p:nvSpPr>
            <p:cNvPr id="25630" name="Rectangle 86"/>
            <p:cNvSpPr>
              <a:spLocks noChangeArrowheads="1"/>
            </p:cNvSpPr>
            <p:nvPr/>
          </p:nvSpPr>
          <p:spPr bwMode="auto">
            <a:xfrm>
              <a:off x="0" y="9684"/>
              <a:ext cx="85" cy="453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25631" name="Rectangle 30"/>
            <p:cNvSpPr>
              <a:spLocks noChangeArrowheads="1"/>
            </p:cNvSpPr>
            <p:nvPr/>
          </p:nvSpPr>
          <p:spPr bwMode="auto">
            <a:xfrm>
              <a:off x="0" y="9724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59	</a:t>
              </a:r>
              <a:r>
                <a:rPr lang="en-US" sz="1200" b="1">
                  <a:latin typeface="Courier New" panose="02070309020205020404" pitchFamily="49" charset="0"/>
                </a:rPr>
                <a:t>   CreateAndDestroy fourth( 4 );      </a:t>
              </a:r>
              <a:r>
                <a:rPr lang="en-US" sz="1200" b="1">
                  <a:solidFill>
                    <a:srgbClr val="33CC33"/>
                  </a:solidFill>
                  <a:latin typeface="Courier New" panose="02070309020205020404" pitchFamily="49" charset="0"/>
                </a:rPr>
                <a:t>  // local object</a:t>
              </a:r>
              <a:endParaRPr lang="en-US" sz="1200" b="1">
                <a:latin typeface="Courier New" panose="02070309020205020404" pitchFamily="49" charset="0"/>
              </a:endParaRP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25620" name="Group 89"/>
          <p:cNvGrpSpPr>
            <a:grpSpLocks/>
          </p:cNvGrpSpPr>
          <p:nvPr/>
        </p:nvGrpSpPr>
        <p:grpSpPr bwMode="auto">
          <a:xfrm>
            <a:off x="0" y="6148388"/>
            <a:ext cx="6705600" cy="276225"/>
            <a:chOff x="0" y="10058"/>
            <a:chExt cx="3072" cy="453"/>
          </a:xfrm>
        </p:grpSpPr>
        <p:sp>
          <p:nvSpPr>
            <p:cNvPr id="25628" name="Rectangle 88"/>
            <p:cNvSpPr>
              <a:spLocks noChangeArrowheads="1"/>
            </p:cNvSpPr>
            <p:nvPr/>
          </p:nvSpPr>
          <p:spPr bwMode="auto">
            <a:xfrm>
              <a:off x="0" y="10058"/>
              <a:ext cx="85" cy="453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25629" name="Rectangle 31"/>
            <p:cNvSpPr>
              <a:spLocks noChangeArrowheads="1"/>
            </p:cNvSpPr>
            <p:nvPr/>
          </p:nvSpPr>
          <p:spPr bwMode="auto">
            <a:xfrm>
              <a:off x="0" y="10098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60	</a:t>
              </a:r>
              <a:r>
                <a:rPr lang="en-US" sz="1200" b="1">
                  <a:latin typeface="Courier New" panose="02070309020205020404" pitchFamily="49" charset="0"/>
                </a:rPr>
                <a:t>   cout &lt;&lt; "   (local automatic in main)" &lt;&lt; endl;</a:t>
              </a: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25621" name="Group 91"/>
          <p:cNvGrpSpPr>
            <a:grpSpLocks/>
          </p:cNvGrpSpPr>
          <p:nvPr/>
        </p:nvGrpSpPr>
        <p:grpSpPr bwMode="auto">
          <a:xfrm>
            <a:off x="0" y="6376988"/>
            <a:ext cx="6705600" cy="276225"/>
            <a:chOff x="0" y="10432"/>
            <a:chExt cx="3072" cy="453"/>
          </a:xfrm>
        </p:grpSpPr>
        <p:sp>
          <p:nvSpPr>
            <p:cNvPr id="25626" name="Rectangle 90"/>
            <p:cNvSpPr>
              <a:spLocks noChangeArrowheads="1"/>
            </p:cNvSpPr>
            <p:nvPr/>
          </p:nvSpPr>
          <p:spPr bwMode="auto">
            <a:xfrm>
              <a:off x="0" y="10432"/>
              <a:ext cx="85" cy="453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25627" name="Rectangle 32"/>
            <p:cNvSpPr>
              <a:spLocks noChangeArrowheads="1"/>
            </p:cNvSpPr>
            <p:nvPr/>
          </p:nvSpPr>
          <p:spPr bwMode="auto">
            <a:xfrm>
              <a:off x="0" y="10472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61	</a:t>
              </a:r>
              <a:r>
                <a:rPr lang="en-US" sz="1200" b="1">
                  <a:latin typeface="Courier New" panose="02070309020205020404" pitchFamily="49" charset="0"/>
                </a:rPr>
                <a:t>   </a:t>
              </a:r>
              <a:r>
                <a:rPr lang="en-US" sz="1200" b="1">
                  <a:solidFill>
                    <a:srgbClr val="275AFF"/>
                  </a:solidFill>
                  <a:latin typeface="Courier New" panose="02070309020205020404" pitchFamily="49" charset="0"/>
                </a:rPr>
                <a:t>return</a:t>
              </a:r>
              <a:r>
                <a:rPr lang="en-US" sz="1200" b="1">
                  <a:latin typeface="Courier New" panose="02070309020205020404" pitchFamily="49" charset="0"/>
                </a:rPr>
                <a:t> 0;</a:t>
              </a: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25622" name="Group 93"/>
          <p:cNvGrpSpPr>
            <a:grpSpLocks/>
          </p:cNvGrpSpPr>
          <p:nvPr/>
        </p:nvGrpSpPr>
        <p:grpSpPr bwMode="auto">
          <a:xfrm>
            <a:off x="0" y="6605588"/>
            <a:ext cx="6705600" cy="276225"/>
            <a:chOff x="0" y="10806"/>
            <a:chExt cx="3072" cy="453"/>
          </a:xfrm>
        </p:grpSpPr>
        <p:sp>
          <p:nvSpPr>
            <p:cNvPr id="25624" name="Rectangle 92"/>
            <p:cNvSpPr>
              <a:spLocks noChangeArrowheads="1"/>
            </p:cNvSpPr>
            <p:nvPr/>
          </p:nvSpPr>
          <p:spPr bwMode="auto">
            <a:xfrm>
              <a:off x="0" y="10806"/>
              <a:ext cx="85" cy="453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25625" name="Rectangle 33"/>
            <p:cNvSpPr>
              <a:spLocks noChangeArrowheads="1"/>
            </p:cNvSpPr>
            <p:nvPr/>
          </p:nvSpPr>
          <p:spPr bwMode="auto">
            <a:xfrm>
              <a:off x="0" y="10846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62	</a:t>
              </a:r>
              <a:r>
                <a:rPr lang="en-US" sz="1200" b="1">
                  <a:latin typeface="Courier New" panose="02070309020205020404" pitchFamily="49" charset="0"/>
                </a:rPr>
                <a:t>}</a:t>
              </a: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23" name="Group 43"/>
          <p:cNvGrpSpPr>
            <a:grpSpLocks/>
          </p:cNvGrpSpPr>
          <p:nvPr/>
        </p:nvGrpSpPr>
        <p:grpSpPr bwMode="auto">
          <a:xfrm>
            <a:off x="3657600" y="-1"/>
            <a:ext cx="5486400" cy="2771945"/>
            <a:chOff x="0" y="-40"/>
            <a:chExt cx="3072" cy="4941"/>
          </a:xfrm>
          <a:solidFill>
            <a:srgbClr val="FFC000"/>
          </a:solidFill>
        </p:grpSpPr>
        <p:grpSp>
          <p:nvGrpSpPr>
            <p:cNvPr id="24" name="Group 18"/>
            <p:cNvGrpSpPr>
              <a:grpSpLocks/>
            </p:cNvGrpSpPr>
            <p:nvPr/>
          </p:nvGrpSpPr>
          <p:grpSpPr bwMode="auto">
            <a:xfrm>
              <a:off x="0" y="-40"/>
              <a:ext cx="3072" cy="453"/>
              <a:chOff x="0" y="-40"/>
              <a:chExt cx="3072" cy="453"/>
            </a:xfrm>
            <a:grpFill/>
          </p:grpSpPr>
          <p:sp>
            <p:nvSpPr>
              <p:cNvPr id="131" name="Rectangle 17"/>
              <p:cNvSpPr>
                <a:spLocks noChangeArrowheads="1"/>
              </p:cNvSpPr>
              <p:nvPr/>
            </p:nvSpPr>
            <p:spPr bwMode="auto">
              <a:xfrm>
                <a:off x="0" y="-40"/>
                <a:ext cx="85" cy="453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>
                  <a:defRPr/>
                </a:pPr>
                <a:endParaRPr lang="en-US" sz="1200">
                  <a:latin typeface="Arial" charset="0"/>
                  <a:ea typeface="+mn-ea"/>
                  <a:cs typeface="ＭＳ Ｐゴシック" charset="0"/>
                </a:endParaRPr>
              </a:p>
            </p:txBody>
          </p:sp>
          <p:sp>
            <p:nvSpPr>
              <p:cNvPr id="132" name="Rectangle 4"/>
              <p:cNvSpPr>
                <a:spLocks noChangeArrowheads="1"/>
              </p:cNvSpPr>
              <p:nvPr/>
            </p:nvSpPr>
            <p:spPr bwMode="auto">
              <a:xfrm>
                <a:off x="0" y="0"/>
                <a:ext cx="3072" cy="374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tabLst>
                    <a:tab pos="139700" algn="r"/>
                    <a:tab pos="292100" algn="l"/>
                  </a:tabLst>
                  <a:defRPr/>
                </a:pPr>
                <a:r>
                  <a:rPr lang="en-US" sz="1200" b="1">
                    <a:solidFill>
                      <a:srgbClr val="4D8DFF"/>
                    </a:solidFill>
                    <a:latin typeface="Courier New" pitchFamily="49" charset="0"/>
                    <a:ea typeface="+mn-ea"/>
                    <a:cs typeface="ＭＳ Ｐゴシック" charset="0"/>
                  </a:rPr>
                  <a:t>	63	</a:t>
                </a:r>
                <a:endParaRPr lang="en-US" sz="1200" b="1">
                  <a:latin typeface="Courier New" pitchFamily="49" charset="0"/>
                  <a:ea typeface="+mn-ea"/>
                  <a:cs typeface="ＭＳ Ｐゴシック" charset="0"/>
                </a:endParaRPr>
              </a:p>
              <a:p>
                <a:pPr>
                  <a:tabLst>
                    <a:tab pos="139700" algn="r"/>
                    <a:tab pos="292100" algn="l"/>
                  </a:tabLst>
                  <a:defRPr/>
                </a:pPr>
                <a:endParaRPr lang="en-US" sz="1200" b="1">
                  <a:latin typeface="Courier New" pitchFamily="49" charset="0"/>
                  <a:ea typeface="+mn-ea"/>
                  <a:cs typeface="ＭＳ Ｐゴシック" charset="0"/>
                </a:endParaRPr>
              </a:p>
            </p:txBody>
          </p:sp>
        </p:grpSp>
        <p:grpSp>
          <p:nvGrpSpPr>
            <p:cNvPr id="25" name="Group 20"/>
            <p:cNvGrpSpPr>
              <a:grpSpLocks/>
            </p:cNvGrpSpPr>
            <p:nvPr/>
          </p:nvGrpSpPr>
          <p:grpSpPr bwMode="auto">
            <a:xfrm>
              <a:off x="0" y="334"/>
              <a:ext cx="3072" cy="453"/>
              <a:chOff x="0" y="334"/>
              <a:chExt cx="3072" cy="453"/>
            </a:xfrm>
            <a:grpFill/>
          </p:grpSpPr>
          <p:sp>
            <p:nvSpPr>
              <p:cNvPr id="129" name="Rectangle 19"/>
              <p:cNvSpPr>
                <a:spLocks noChangeArrowheads="1"/>
              </p:cNvSpPr>
              <p:nvPr/>
            </p:nvSpPr>
            <p:spPr bwMode="auto">
              <a:xfrm>
                <a:off x="0" y="334"/>
                <a:ext cx="85" cy="453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>
                  <a:defRPr/>
                </a:pPr>
                <a:endParaRPr lang="en-US" sz="1200">
                  <a:latin typeface="Arial" charset="0"/>
                  <a:ea typeface="+mn-ea"/>
                  <a:cs typeface="ＭＳ Ｐゴシック" charset="0"/>
                </a:endParaRPr>
              </a:p>
            </p:txBody>
          </p:sp>
          <p:sp>
            <p:nvSpPr>
              <p:cNvPr id="130" name="Rectangle 5"/>
              <p:cNvSpPr>
                <a:spLocks noChangeArrowheads="1"/>
              </p:cNvSpPr>
              <p:nvPr/>
            </p:nvSpPr>
            <p:spPr bwMode="auto">
              <a:xfrm>
                <a:off x="0" y="374"/>
                <a:ext cx="3072" cy="374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tabLst>
                    <a:tab pos="139700" algn="r"/>
                    <a:tab pos="292100" algn="l"/>
                  </a:tabLst>
                  <a:defRPr/>
                </a:pPr>
                <a:r>
                  <a:rPr lang="en-US" sz="1200" b="1">
                    <a:solidFill>
                      <a:srgbClr val="4D8DFF"/>
                    </a:solidFill>
                    <a:latin typeface="Courier New" pitchFamily="49" charset="0"/>
                    <a:ea typeface="+mn-ea"/>
                    <a:cs typeface="ＭＳ Ｐゴシック" charset="0"/>
                  </a:rPr>
                  <a:t>	64	</a:t>
                </a:r>
                <a:r>
                  <a:rPr lang="en-US" sz="1200" b="1">
                    <a:solidFill>
                      <a:srgbClr val="33CC33"/>
                    </a:solidFill>
                    <a:latin typeface="Courier New" pitchFamily="49" charset="0"/>
                    <a:ea typeface="+mn-ea"/>
                    <a:cs typeface="ＭＳ Ｐゴシック" charset="0"/>
                  </a:rPr>
                  <a:t>// Function to create objects</a:t>
                </a:r>
                <a:endParaRPr lang="en-US" sz="1200" b="1">
                  <a:latin typeface="Courier New" pitchFamily="49" charset="0"/>
                  <a:ea typeface="+mn-ea"/>
                  <a:cs typeface="ＭＳ Ｐゴシック" charset="0"/>
                </a:endParaRPr>
              </a:p>
              <a:p>
                <a:pPr>
                  <a:tabLst>
                    <a:tab pos="139700" algn="r"/>
                    <a:tab pos="292100" algn="l"/>
                  </a:tabLst>
                  <a:defRPr/>
                </a:pPr>
                <a:endParaRPr lang="en-US" sz="1200" b="1">
                  <a:latin typeface="Courier New" pitchFamily="49" charset="0"/>
                  <a:ea typeface="+mn-ea"/>
                  <a:cs typeface="ＭＳ Ｐゴシック" charset="0"/>
                </a:endParaRPr>
              </a:p>
            </p:txBody>
          </p:sp>
        </p:grpSp>
        <p:grpSp>
          <p:nvGrpSpPr>
            <p:cNvPr id="26" name="Group 22"/>
            <p:cNvGrpSpPr>
              <a:grpSpLocks/>
            </p:cNvGrpSpPr>
            <p:nvPr/>
          </p:nvGrpSpPr>
          <p:grpSpPr bwMode="auto">
            <a:xfrm>
              <a:off x="0" y="708"/>
              <a:ext cx="3072" cy="453"/>
              <a:chOff x="0" y="708"/>
              <a:chExt cx="3072" cy="453"/>
            </a:xfrm>
            <a:grpFill/>
          </p:grpSpPr>
          <p:sp>
            <p:nvSpPr>
              <p:cNvPr id="127" name="Rectangle 21"/>
              <p:cNvSpPr>
                <a:spLocks noChangeArrowheads="1"/>
              </p:cNvSpPr>
              <p:nvPr/>
            </p:nvSpPr>
            <p:spPr bwMode="auto">
              <a:xfrm>
                <a:off x="0" y="708"/>
                <a:ext cx="85" cy="453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>
                  <a:defRPr/>
                </a:pPr>
                <a:endParaRPr lang="en-US" sz="1200">
                  <a:latin typeface="Arial" charset="0"/>
                  <a:ea typeface="+mn-ea"/>
                  <a:cs typeface="ＭＳ Ｐゴシック" charset="0"/>
                </a:endParaRPr>
              </a:p>
            </p:txBody>
          </p:sp>
          <p:sp>
            <p:nvSpPr>
              <p:cNvPr id="128" name="Rectangle 6"/>
              <p:cNvSpPr>
                <a:spLocks noChangeArrowheads="1"/>
              </p:cNvSpPr>
              <p:nvPr/>
            </p:nvSpPr>
            <p:spPr bwMode="auto">
              <a:xfrm>
                <a:off x="0" y="748"/>
                <a:ext cx="3072" cy="374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tabLst>
                    <a:tab pos="139700" algn="r"/>
                    <a:tab pos="292100" algn="l"/>
                  </a:tabLst>
                  <a:defRPr/>
                </a:pPr>
                <a:r>
                  <a:rPr lang="en-US" sz="1200" b="1">
                    <a:solidFill>
                      <a:srgbClr val="4D8DFF"/>
                    </a:solidFill>
                    <a:latin typeface="Courier New" pitchFamily="49" charset="0"/>
                    <a:ea typeface="+mn-ea"/>
                    <a:cs typeface="ＭＳ Ｐゴシック" charset="0"/>
                  </a:rPr>
                  <a:t>	65	</a:t>
                </a:r>
                <a:r>
                  <a:rPr lang="en-US" sz="1200" b="1">
                    <a:solidFill>
                      <a:srgbClr val="275AFF"/>
                    </a:solidFill>
                    <a:latin typeface="Courier New" pitchFamily="49" charset="0"/>
                    <a:ea typeface="+mn-ea"/>
                    <a:cs typeface="ＭＳ Ｐゴシック" charset="0"/>
                  </a:rPr>
                  <a:t>void</a:t>
                </a:r>
                <a:r>
                  <a:rPr lang="en-US" sz="1200" b="1">
                    <a:latin typeface="Courier New" pitchFamily="49" charset="0"/>
                    <a:ea typeface="+mn-ea"/>
                    <a:cs typeface="ＭＳ Ｐゴシック" charset="0"/>
                  </a:rPr>
                  <a:t> create( </a:t>
                </a:r>
                <a:r>
                  <a:rPr lang="en-US" sz="1200" b="1">
                    <a:solidFill>
                      <a:srgbClr val="275AFF"/>
                    </a:solidFill>
                    <a:latin typeface="Courier New" pitchFamily="49" charset="0"/>
                    <a:ea typeface="+mn-ea"/>
                    <a:cs typeface="ＭＳ Ｐゴシック" charset="0"/>
                  </a:rPr>
                  <a:t>void</a:t>
                </a:r>
                <a:r>
                  <a:rPr lang="en-US" sz="1200" b="1">
                    <a:latin typeface="Courier New" pitchFamily="49" charset="0"/>
                    <a:ea typeface="+mn-ea"/>
                    <a:cs typeface="ＭＳ Ｐゴシック" charset="0"/>
                  </a:rPr>
                  <a:t> )</a:t>
                </a:r>
              </a:p>
              <a:p>
                <a:pPr>
                  <a:tabLst>
                    <a:tab pos="139700" algn="r"/>
                    <a:tab pos="292100" algn="l"/>
                  </a:tabLst>
                  <a:defRPr/>
                </a:pPr>
                <a:endParaRPr lang="en-US" sz="1200" b="1">
                  <a:latin typeface="Courier New" pitchFamily="49" charset="0"/>
                  <a:ea typeface="+mn-ea"/>
                  <a:cs typeface="ＭＳ Ｐゴシック" charset="0"/>
                </a:endParaRPr>
              </a:p>
            </p:txBody>
          </p:sp>
        </p:grpSp>
        <p:grpSp>
          <p:nvGrpSpPr>
            <p:cNvPr id="27" name="Group 24"/>
            <p:cNvGrpSpPr>
              <a:grpSpLocks/>
            </p:cNvGrpSpPr>
            <p:nvPr/>
          </p:nvGrpSpPr>
          <p:grpSpPr bwMode="auto">
            <a:xfrm>
              <a:off x="0" y="1082"/>
              <a:ext cx="3072" cy="453"/>
              <a:chOff x="0" y="1082"/>
              <a:chExt cx="3072" cy="453"/>
            </a:xfrm>
            <a:grpFill/>
          </p:grpSpPr>
          <p:sp>
            <p:nvSpPr>
              <p:cNvPr id="125" name="Rectangle 23"/>
              <p:cNvSpPr>
                <a:spLocks noChangeArrowheads="1"/>
              </p:cNvSpPr>
              <p:nvPr/>
            </p:nvSpPr>
            <p:spPr bwMode="auto">
              <a:xfrm>
                <a:off x="0" y="1082"/>
                <a:ext cx="85" cy="453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>
                  <a:defRPr/>
                </a:pPr>
                <a:endParaRPr lang="en-US" sz="1200">
                  <a:latin typeface="Arial" charset="0"/>
                  <a:ea typeface="+mn-ea"/>
                  <a:cs typeface="ＭＳ Ｐゴシック" charset="0"/>
                </a:endParaRPr>
              </a:p>
            </p:txBody>
          </p:sp>
          <p:sp>
            <p:nvSpPr>
              <p:cNvPr id="126" name="Rectangle 7"/>
              <p:cNvSpPr>
                <a:spLocks noChangeArrowheads="1"/>
              </p:cNvSpPr>
              <p:nvPr/>
            </p:nvSpPr>
            <p:spPr bwMode="auto">
              <a:xfrm>
                <a:off x="0" y="1122"/>
                <a:ext cx="3072" cy="374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tabLst>
                    <a:tab pos="139700" algn="r"/>
                    <a:tab pos="292100" algn="l"/>
                  </a:tabLst>
                  <a:defRPr/>
                </a:pPr>
                <a:r>
                  <a:rPr lang="en-US" sz="1200" b="1">
                    <a:solidFill>
                      <a:srgbClr val="4D8DFF"/>
                    </a:solidFill>
                    <a:latin typeface="Courier New" pitchFamily="49" charset="0"/>
                    <a:ea typeface="+mn-ea"/>
                    <a:cs typeface="ＭＳ Ｐゴシック" charset="0"/>
                  </a:rPr>
                  <a:t>	66	</a:t>
                </a:r>
                <a:r>
                  <a:rPr lang="en-US" sz="1200" b="1">
                    <a:latin typeface="Courier New" pitchFamily="49" charset="0"/>
                    <a:ea typeface="+mn-ea"/>
                    <a:cs typeface="ＭＳ Ｐゴシック" charset="0"/>
                  </a:rPr>
                  <a:t>{</a:t>
                </a:r>
              </a:p>
              <a:p>
                <a:pPr>
                  <a:tabLst>
                    <a:tab pos="139700" algn="r"/>
                    <a:tab pos="292100" algn="l"/>
                  </a:tabLst>
                  <a:defRPr/>
                </a:pPr>
                <a:endParaRPr lang="en-US" sz="1200" b="1">
                  <a:latin typeface="Courier New" pitchFamily="49" charset="0"/>
                  <a:ea typeface="+mn-ea"/>
                  <a:cs typeface="ＭＳ Ｐゴシック" charset="0"/>
                </a:endParaRPr>
              </a:p>
            </p:txBody>
          </p:sp>
        </p:grpSp>
        <p:grpSp>
          <p:nvGrpSpPr>
            <p:cNvPr id="28" name="Group 26"/>
            <p:cNvGrpSpPr>
              <a:grpSpLocks/>
            </p:cNvGrpSpPr>
            <p:nvPr/>
          </p:nvGrpSpPr>
          <p:grpSpPr bwMode="auto">
            <a:xfrm>
              <a:off x="0" y="1456"/>
              <a:ext cx="3072" cy="453"/>
              <a:chOff x="0" y="1456"/>
              <a:chExt cx="3072" cy="453"/>
            </a:xfrm>
            <a:grpFill/>
          </p:grpSpPr>
          <p:sp>
            <p:nvSpPr>
              <p:cNvPr id="123" name="Rectangle 25"/>
              <p:cNvSpPr>
                <a:spLocks noChangeArrowheads="1"/>
              </p:cNvSpPr>
              <p:nvPr/>
            </p:nvSpPr>
            <p:spPr bwMode="auto">
              <a:xfrm>
                <a:off x="0" y="1456"/>
                <a:ext cx="85" cy="453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>
                  <a:defRPr/>
                </a:pPr>
                <a:endParaRPr lang="en-US" sz="1200">
                  <a:latin typeface="Arial" charset="0"/>
                  <a:ea typeface="+mn-ea"/>
                  <a:cs typeface="ＭＳ Ｐゴシック" charset="0"/>
                </a:endParaRPr>
              </a:p>
            </p:txBody>
          </p:sp>
          <p:sp>
            <p:nvSpPr>
              <p:cNvPr id="124" name="Rectangle 8"/>
              <p:cNvSpPr>
                <a:spLocks noChangeArrowheads="1"/>
              </p:cNvSpPr>
              <p:nvPr/>
            </p:nvSpPr>
            <p:spPr bwMode="auto">
              <a:xfrm>
                <a:off x="0" y="1496"/>
                <a:ext cx="3072" cy="374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tabLst>
                    <a:tab pos="139700" algn="r"/>
                    <a:tab pos="292100" algn="l"/>
                  </a:tabLst>
                  <a:defRPr/>
                </a:pPr>
                <a:r>
                  <a:rPr lang="en-US" sz="1200" b="1">
                    <a:solidFill>
                      <a:srgbClr val="4D8DFF"/>
                    </a:solidFill>
                    <a:latin typeface="Courier New" pitchFamily="49" charset="0"/>
                    <a:ea typeface="+mn-ea"/>
                    <a:cs typeface="ＭＳ Ｐゴシック" charset="0"/>
                  </a:rPr>
                  <a:t>	67	</a:t>
                </a:r>
                <a:r>
                  <a:rPr lang="en-US" sz="1200" b="1">
                    <a:latin typeface="Courier New" pitchFamily="49" charset="0"/>
                    <a:ea typeface="+mn-ea"/>
                    <a:cs typeface="ＭＳ Ｐゴシック" charset="0"/>
                  </a:rPr>
                  <a:t>   CreateAndDestroy fifth( 5 );</a:t>
                </a:r>
              </a:p>
              <a:p>
                <a:pPr>
                  <a:tabLst>
                    <a:tab pos="139700" algn="r"/>
                    <a:tab pos="292100" algn="l"/>
                  </a:tabLst>
                  <a:defRPr/>
                </a:pPr>
                <a:endParaRPr lang="en-US" sz="1200" b="1">
                  <a:latin typeface="Courier New" pitchFamily="49" charset="0"/>
                  <a:ea typeface="+mn-ea"/>
                  <a:cs typeface="ＭＳ Ｐゴシック" charset="0"/>
                </a:endParaRPr>
              </a:p>
            </p:txBody>
          </p:sp>
        </p:grpSp>
        <p:grpSp>
          <p:nvGrpSpPr>
            <p:cNvPr id="29" name="Group 28"/>
            <p:cNvGrpSpPr>
              <a:grpSpLocks/>
            </p:cNvGrpSpPr>
            <p:nvPr/>
          </p:nvGrpSpPr>
          <p:grpSpPr bwMode="auto">
            <a:xfrm>
              <a:off x="0" y="1830"/>
              <a:ext cx="3072" cy="453"/>
              <a:chOff x="0" y="1830"/>
              <a:chExt cx="3072" cy="453"/>
            </a:xfrm>
            <a:grpFill/>
          </p:grpSpPr>
          <p:sp>
            <p:nvSpPr>
              <p:cNvPr id="121" name="Rectangle 27"/>
              <p:cNvSpPr>
                <a:spLocks noChangeArrowheads="1"/>
              </p:cNvSpPr>
              <p:nvPr/>
            </p:nvSpPr>
            <p:spPr bwMode="auto">
              <a:xfrm>
                <a:off x="0" y="1830"/>
                <a:ext cx="85" cy="453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>
                  <a:defRPr/>
                </a:pPr>
                <a:endParaRPr lang="en-US" sz="1200">
                  <a:latin typeface="Arial" charset="0"/>
                  <a:ea typeface="+mn-ea"/>
                  <a:cs typeface="ＭＳ Ｐゴシック" charset="0"/>
                </a:endParaRPr>
              </a:p>
            </p:txBody>
          </p:sp>
          <p:sp>
            <p:nvSpPr>
              <p:cNvPr id="122" name="Rectangle 9"/>
              <p:cNvSpPr>
                <a:spLocks noChangeArrowheads="1"/>
              </p:cNvSpPr>
              <p:nvPr/>
            </p:nvSpPr>
            <p:spPr bwMode="auto">
              <a:xfrm>
                <a:off x="0" y="1870"/>
                <a:ext cx="3072" cy="374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tabLst>
                    <a:tab pos="139700" algn="r"/>
                    <a:tab pos="292100" algn="l"/>
                  </a:tabLst>
                  <a:defRPr/>
                </a:pPr>
                <a:r>
                  <a:rPr lang="en-US" sz="1200" b="1">
                    <a:solidFill>
                      <a:srgbClr val="4D8DFF"/>
                    </a:solidFill>
                    <a:latin typeface="Courier New" pitchFamily="49" charset="0"/>
                    <a:ea typeface="+mn-ea"/>
                    <a:cs typeface="ＭＳ Ｐゴシック" charset="0"/>
                  </a:rPr>
                  <a:t>	68	</a:t>
                </a:r>
                <a:r>
                  <a:rPr lang="en-US" sz="1200" b="1">
                    <a:latin typeface="Courier New" pitchFamily="49" charset="0"/>
                    <a:ea typeface="+mn-ea"/>
                    <a:cs typeface="ＭＳ Ｐゴシック" charset="0"/>
                  </a:rPr>
                  <a:t>   cout &lt;&lt; "   (local automatic in create)" &lt;&lt; endl;</a:t>
                </a:r>
              </a:p>
              <a:p>
                <a:pPr>
                  <a:tabLst>
                    <a:tab pos="139700" algn="r"/>
                    <a:tab pos="292100" algn="l"/>
                  </a:tabLst>
                  <a:defRPr/>
                </a:pPr>
                <a:endParaRPr lang="en-US" sz="1200" b="1">
                  <a:latin typeface="Courier New" pitchFamily="49" charset="0"/>
                  <a:ea typeface="+mn-ea"/>
                  <a:cs typeface="ＭＳ Ｐゴシック" charset="0"/>
                </a:endParaRPr>
              </a:p>
            </p:txBody>
          </p:sp>
        </p:grpSp>
        <p:grpSp>
          <p:nvGrpSpPr>
            <p:cNvPr id="30" name="Group 30"/>
            <p:cNvGrpSpPr>
              <a:grpSpLocks/>
            </p:cNvGrpSpPr>
            <p:nvPr/>
          </p:nvGrpSpPr>
          <p:grpSpPr bwMode="auto">
            <a:xfrm>
              <a:off x="0" y="2204"/>
              <a:ext cx="3072" cy="453"/>
              <a:chOff x="0" y="2204"/>
              <a:chExt cx="3072" cy="453"/>
            </a:xfrm>
            <a:grpFill/>
          </p:grpSpPr>
          <p:sp>
            <p:nvSpPr>
              <p:cNvPr id="119" name="Rectangle 29"/>
              <p:cNvSpPr>
                <a:spLocks noChangeArrowheads="1"/>
              </p:cNvSpPr>
              <p:nvPr/>
            </p:nvSpPr>
            <p:spPr bwMode="auto">
              <a:xfrm>
                <a:off x="0" y="2204"/>
                <a:ext cx="85" cy="453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>
                  <a:defRPr/>
                </a:pPr>
                <a:endParaRPr lang="en-US" sz="1200">
                  <a:latin typeface="Arial" charset="0"/>
                  <a:ea typeface="+mn-ea"/>
                  <a:cs typeface="ＭＳ Ｐゴシック" charset="0"/>
                </a:endParaRPr>
              </a:p>
            </p:txBody>
          </p:sp>
          <p:sp>
            <p:nvSpPr>
              <p:cNvPr id="120" name="Rectangle 10"/>
              <p:cNvSpPr>
                <a:spLocks noChangeArrowheads="1"/>
              </p:cNvSpPr>
              <p:nvPr/>
            </p:nvSpPr>
            <p:spPr bwMode="auto">
              <a:xfrm>
                <a:off x="0" y="2244"/>
                <a:ext cx="3072" cy="374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tabLst>
                    <a:tab pos="139700" algn="r"/>
                    <a:tab pos="292100" algn="l"/>
                  </a:tabLst>
                  <a:defRPr/>
                </a:pPr>
                <a:r>
                  <a:rPr lang="en-US" sz="1200" b="1">
                    <a:solidFill>
                      <a:srgbClr val="4D8DFF"/>
                    </a:solidFill>
                    <a:latin typeface="Courier New" pitchFamily="49" charset="0"/>
                    <a:ea typeface="+mn-ea"/>
                    <a:cs typeface="ＭＳ Ｐゴシック" charset="0"/>
                  </a:rPr>
                  <a:t>	69	</a:t>
                </a:r>
                <a:endParaRPr lang="en-US" sz="1200" b="1">
                  <a:latin typeface="Courier New" pitchFamily="49" charset="0"/>
                  <a:ea typeface="+mn-ea"/>
                  <a:cs typeface="ＭＳ Ｐゴシック" charset="0"/>
                </a:endParaRPr>
              </a:p>
              <a:p>
                <a:pPr>
                  <a:tabLst>
                    <a:tab pos="139700" algn="r"/>
                    <a:tab pos="292100" algn="l"/>
                  </a:tabLst>
                  <a:defRPr/>
                </a:pPr>
                <a:endParaRPr lang="en-US" sz="1200" b="1">
                  <a:latin typeface="Courier New" pitchFamily="49" charset="0"/>
                  <a:ea typeface="+mn-ea"/>
                  <a:cs typeface="ＭＳ Ｐゴシック" charset="0"/>
                </a:endParaRPr>
              </a:p>
            </p:txBody>
          </p:sp>
        </p:grpSp>
        <p:grpSp>
          <p:nvGrpSpPr>
            <p:cNvPr id="31" name="Group 32"/>
            <p:cNvGrpSpPr>
              <a:grpSpLocks/>
            </p:cNvGrpSpPr>
            <p:nvPr/>
          </p:nvGrpSpPr>
          <p:grpSpPr bwMode="auto">
            <a:xfrm>
              <a:off x="0" y="2578"/>
              <a:ext cx="3072" cy="453"/>
              <a:chOff x="0" y="2578"/>
              <a:chExt cx="3072" cy="453"/>
            </a:xfrm>
            <a:grpFill/>
          </p:grpSpPr>
          <p:sp>
            <p:nvSpPr>
              <p:cNvPr id="117" name="Rectangle 31"/>
              <p:cNvSpPr>
                <a:spLocks noChangeArrowheads="1"/>
              </p:cNvSpPr>
              <p:nvPr/>
            </p:nvSpPr>
            <p:spPr bwMode="auto">
              <a:xfrm>
                <a:off x="0" y="2578"/>
                <a:ext cx="85" cy="453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>
                  <a:defRPr/>
                </a:pPr>
                <a:endParaRPr lang="en-US" sz="1200">
                  <a:latin typeface="Arial" charset="0"/>
                  <a:ea typeface="+mn-ea"/>
                  <a:cs typeface="ＭＳ Ｐゴシック" charset="0"/>
                </a:endParaRPr>
              </a:p>
            </p:txBody>
          </p:sp>
          <p:sp>
            <p:nvSpPr>
              <p:cNvPr id="118" name="Rectangle 11"/>
              <p:cNvSpPr>
                <a:spLocks noChangeArrowheads="1"/>
              </p:cNvSpPr>
              <p:nvPr/>
            </p:nvSpPr>
            <p:spPr bwMode="auto">
              <a:xfrm>
                <a:off x="0" y="2618"/>
                <a:ext cx="3072" cy="374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tabLst>
                    <a:tab pos="139700" algn="r"/>
                    <a:tab pos="292100" algn="l"/>
                  </a:tabLst>
                  <a:defRPr/>
                </a:pPr>
                <a:r>
                  <a:rPr lang="en-US" sz="1200" b="1">
                    <a:solidFill>
                      <a:srgbClr val="4D8DFF"/>
                    </a:solidFill>
                    <a:latin typeface="Courier New" pitchFamily="49" charset="0"/>
                    <a:ea typeface="+mn-ea"/>
                    <a:cs typeface="ＭＳ Ｐゴシック" charset="0"/>
                  </a:rPr>
                  <a:t>	70	</a:t>
                </a:r>
                <a:r>
                  <a:rPr lang="en-US" sz="1200" b="1">
                    <a:latin typeface="Courier New" pitchFamily="49" charset="0"/>
                    <a:ea typeface="+mn-ea"/>
                    <a:cs typeface="ＭＳ Ｐゴシック" charset="0"/>
                  </a:rPr>
                  <a:t>   static CreateAndDestroy sixth( 6 );</a:t>
                </a:r>
              </a:p>
              <a:p>
                <a:pPr>
                  <a:tabLst>
                    <a:tab pos="139700" algn="r"/>
                    <a:tab pos="292100" algn="l"/>
                  </a:tabLst>
                  <a:defRPr/>
                </a:pPr>
                <a:endParaRPr lang="en-US" sz="1200" b="1">
                  <a:latin typeface="Courier New" pitchFamily="49" charset="0"/>
                  <a:ea typeface="+mn-ea"/>
                  <a:cs typeface="ＭＳ Ｐゴシック" charset="0"/>
                </a:endParaRPr>
              </a:p>
            </p:txBody>
          </p:sp>
        </p:grpSp>
        <p:grpSp>
          <p:nvGrpSpPr>
            <p:cNvPr id="59392" name="Group 34"/>
            <p:cNvGrpSpPr>
              <a:grpSpLocks/>
            </p:cNvGrpSpPr>
            <p:nvPr/>
          </p:nvGrpSpPr>
          <p:grpSpPr bwMode="auto">
            <a:xfrm>
              <a:off x="0" y="2952"/>
              <a:ext cx="3072" cy="453"/>
              <a:chOff x="0" y="2952"/>
              <a:chExt cx="3072" cy="453"/>
            </a:xfrm>
            <a:grpFill/>
          </p:grpSpPr>
          <p:sp>
            <p:nvSpPr>
              <p:cNvPr id="115" name="Rectangle 33"/>
              <p:cNvSpPr>
                <a:spLocks noChangeArrowheads="1"/>
              </p:cNvSpPr>
              <p:nvPr/>
            </p:nvSpPr>
            <p:spPr bwMode="auto">
              <a:xfrm>
                <a:off x="0" y="2952"/>
                <a:ext cx="85" cy="453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>
                  <a:defRPr/>
                </a:pPr>
                <a:endParaRPr lang="en-US" sz="1200">
                  <a:latin typeface="Arial" charset="0"/>
                  <a:ea typeface="+mn-ea"/>
                  <a:cs typeface="ＭＳ Ｐゴシック" charset="0"/>
                </a:endParaRPr>
              </a:p>
            </p:txBody>
          </p:sp>
          <p:sp>
            <p:nvSpPr>
              <p:cNvPr id="116" name="Rectangle 12"/>
              <p:cNvSpPr>
                <a:spLocks noChangeArrowheads="1"/>
              </p:cNvSpPr>
              <p:nvPr/>
            </p:nvSpPr>
            <p:spPr bwMode="auto">
              <a:xfrm>
                <a:off x="0" y="2992"/>
                <a:ext cx="3072" cy="374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tabLst>
                    <a:tab pos="139700" algn="r"/>
                    <a:tab pos="292100" algn="l"/>
                  </a:tabLst>
                  <a:defRPr/>
                </a:pPr>
                <a:r>
                  <a:rPr lang="en-US" sz="1200" b="1">
                    <a:solidFill>
                      <a:srgbClr val="4D8DFF"/>
                    </a:solidFill>
                    <a:latin typeface="Courier New" pitchFamily="49" charset="0"/>
                    <a:ea typeface="+mn-ea"/>
                    <a:cs typeface="ＭＳ Ｐゴシック" charset="0"/>
                  </a:rPr>
                  <a:t>	71	</a:t>
                </a:r>
                <a:r>
                  <a:rPr lang="en-US" sz="1200" b="1">
                    <a:latin typeface="Courier New" pitchFamily="49" charset="0"/>
                    <a:ea typeface="+mn-ea"/>
                    <a:cs typeface="ＭＳ Ｐゴシック" charset="0"/>
                  </a:rPr>
                  <a:t>   cout &lt;&lt; "   (local static in create)" &lt;&lt; endl;</a:t>
                </a:r>
              </a:p>
              <a:p>
                <a:pPr>
                  <a:tabLst>
                    <a:tab pos="139700" algn="r"/>
                    <a:tab pos="292100" algn="l"/>
                  </a:tabLst>
                  <a:defRPr/>
                </a:pPr>
                <a:endParaRPr lang="en-US" sz="1200" b="1">
                  <a:latin typeface="Courier New" pitchFamily="49" charset="0"/>
                  <a:ea typeface="+mn-ea"/>
                  <a:cs typeface="ＭＳ Ｐゴシック" charset="0"/>
                </a:endParaRPr>
              </a:p>
            </p:txBody>
          </p:sp>
        </p:grpSp>
        <p:grpSp>
          <p:nvGrpSpPr>
            <p:cNvPr id="59393" name="Group 36"/>
            <p:cNvGrpSpPr>
              <a:grpSpLocks/>
            </p:cNvGrpSpPr>
            <p:nvPr/>
          </p:nvGrpSpPr>
          <p:grpSpPr bwMode="auto">
            <a:xfrm>
              <a:off x="0" y="3326"/>
              <a:ext cx="3072" cy="453"/>
              <a:chOff x="0" y="3326"/>
              <a:chExt cx="3072" cy="453"/>
            </a:xfrm>
            <a:grpFill/>
          </p:grpSpPr>
          <p:sp>
            <p:nvSpPr>
              <p:cNvPr id="113" name="Rectangle 35"/>
              <p:cNvSpPr>
                <a:spLocks noChangeArrowheads="1"/>
              </p:cNvSpPr>
              <p:nvPr/>
            </p:nvSpPr>
            <p:spPr bwMode="auto">
              <a:xfrm>
                <a:off x="0" y="3326"/>
                <a:ext cx="85" cy="453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>
                  <a:defRPr/>
                </a:pPr>
                <a:endParaRPr lang="en-US" sz="1200">
                  <a:latin typeface="Arial" charset="0"/>
                  <a:ea typeface="+mn-ea"/>
                  <a:cs typeface="ＭＳ Ｐゴシック" charset="0"/>
                </a:endParaRPr>
              </a:p>
            </p:txBody>
          </p:sp>
          <p:sp>
            <p:nvSpPr>
              <p:cNvPr id="114" name="Rectangle 13"/>
              <p:cNvSpPr>
                <a:spLocks noChangeArrowheads="1"/>
              </p:cNvSpPr>
              <p:nvPr/>
            </p:nvSpPr>
            <p:spPr bwMode="auto">
              <a:xfrm>
                <a:off x="0" y="3366"/>
                <a:ext cx="3072" cy="374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tabLst>
                    <a:tab pos="139700" algn="r"/>
                    <a:tab pos="292100" algn="l"/>
                  </a:tabLst>
                  <a:defRPr/>
                </a:pPr>
                <a:r>
                  <a:rPr lang="en-US" sz="1200" b="1">
                    <a:solidFill>
                      <a:srgbClr val="4D8DFF"/>
                    </a:solidFill>
                    <a:latin typeface="Courier New" pitchFamily="49" charset="0"/>
                    <a:ea typeface="+mn-ea"/>
                    <a:cs typeface="ＭＳ Ｐゴシック" charset="0"/>
                  </a:rPr>
                  <a:t>	72	</a:t>
                </a:r>
                <a:endParaRPr lang="en-US" sz="1200" b="1">
                  <a:latin typeface="Courier New" pitchFamily="49" charset="0"/>
                  <a:ea typeface="+mn-ea"/>
                  <a:cs typeface="ＭＳ Ｐゴシック" charset="0"/>
                </a:endParaRPr>
              </a:p>
              <a:p>
                <a:pPr>
                  <a:tabLst>
                    <a:tab pos="139700" algn="r"/>
                    <a:tab pos="292100" algn="l"/>
                  </a:tabLst>
                  <a:defRPr/>
                </a:pPr>
                <a:endParaRPr lang="en-US" sz="1200" b="1">
                  <a:latin typeface="Courier New" pitchFamily="49" charset="0"/>
                  <a:ea typeface="+mn-ea"/>
                  <a:cs typeface="ＭＳ Ｐゴシック" charset="0"/>
                </a:endParaRPr>
              </a:p>
            </p:txBody>
          </p:sp>
        </p:grpSp>
        <p:grpSp>
          <p:nvGrpSpPr>
            <p:cNvPr id="59394" name="Group 38"/>
            <p:cNvGrpSpPr>
              <a:grpSpLocks/>
            </p:cNvGrpSpPr>
            <p:nvPr/>
          </p:nvGrpSpPr>
          <p:grpSpPr bwMode="auto">
            <a:xfrm>
              <a:off x="0" y="3700"/>
              <a:ext cx="3072" cy="453"/>
              <a:chOff x="0" y="3700"/>
              <a:chExt cx="3072" cy="453"/>
            </a:xfrm>
            <a:grpFill/>
          </p:grpSpPr>
          <p:sp>
            <p:nvSpPr>
              <p:cNvPr id="111" name="Rectangle 37"/>
              <p:cNvSpPr>
                <a:spLocks noChangeArrowheads="1"/>
              </p:cNvSpPr>
              <p:nvPr/>
            </p:nvSpPr>
            <p:spPr bwMode="auto">
              <a:xfrm>
                <a:off x="0" y="3700"/>
                <a:ext cx="85" cy="453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>
                  <a:defRPr/>
                </a:pPr>
                <a:endParaRPr lang="en-US" sz="1200">
                  <a:latin typeface="Arial" charset="0"/>
                  <a:ea typeface="+mn-ea"/>
                  <a:cs typeface="ＭＳ Ｐゴシック" charset="0"/>
                </a:endParaRPr>
              </a:p>
            </p:txBody>
          </p:sp>
          <p:sp>
            <p:nvSpPr>
              <p:cNvPr id="112" name="Rectangle 14"/>
              <p:cNvSpPr>
                <a:spLocks noChangeArrowheads="1"/>
              </p:cNvSpPr>
              <p:nvPr/>
            </p:nvSpPr>
            <p:spPr bwMode="auto">
              <a:xfrm>
                <a:off x="0" y="3740"/>
                <a:ext cx="3072" cy="374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tabLst>
                    <a:tab pos="139700" algn="r"/>
                    <a:tab pos="292100" algn="l"/>
                  </a:tabLst>
                  <a:defRPr/>
                </a:pPr>
                <a:r>
                  <a:rPr lang="en-US" sz="1200" b="1">
                    <a:solidFill>
                      <a:srgbClr val="4D8DFF"/>
                    </a:solidFill>
                    <a:latin typeface="Courier New" pitchFamily="49" charset="0"/>
                    <a:ea typeface="+mn-ea"/>
                    <a:cs typeface="ＭＳ Ｐゴシック" charset="0"/>
                  </a:rPr>
                  <a:t>	73	</a:t>
                </a:r>
                <a:r>
                  <a:rPr lang="en-US" sz="1200" b="1">
                    <a:latin typeface="Courier New" pitchFamily="49" charset="0"/>
                    <a:ea typeface="+mn-ea"/>
                    <a:cs typeface="ＭＳ Ｐゴシック" charset="0"/>
                  </a:rPr>
                  <a:t>   CreateAndDestroy seventh( 7 );</a:t>
                </a:r>
              </a:p>
              <a:p>
                <a:pPr>
                  <a:tabLst>
                    <a:tab pos="139700" algn="r"/>
                    <a:tab pos="292100" algn="l"/>
                  </a:tabLst>
                  <a:defRPr/>
                </a:pPr>
                <a:endParaRPr lang="en-US" sz="1200" b="1">
                  <a:latin typeface="Courier New" pitchFamily="49" charset="0"/>
                  <a:ea typeface="+mn-ea"/>
                  <a:cs typeface="ＭＳ Ｐゴシック" charset="0"/>
                </a:endParaRPr>
              </a:p>
            </p:txBody>
          </p:sp>
        </p:grpSp>
        <p:grpSp>
          <p:nvGrpSpPr>
            <p:cNvPr id="59395" name="Group 40"/>
            <p:cNvGrpSpPr>
              <a:grpSpLocks/>
            </p:cNvGrpSpPr>
            <p:nvPr/>
          </p:nvGrpSpPr>
          <p:grpSpPr bwMode="auto">
            <a:xfrm>
              <a:off x="0" y="4074"/>
              <a:ext cx="3072" cy="453"/>
              <a:chOff x="0" y="4074"/>
              <a:chExt cx="3072" cy="453"/>
            </a:xfrm>
            <a:grpFill/>
          </p:grpSpPr>
          <p:sp>
            <p:nvSpPr>
              <p:cNvPr id="109" name="Rectangle 39"/>
              <p:cNvSpPr>
                <a:spLocks noChangeArrowheads="1"/>
              </p:cNvSpPr>
              <p:nvPr/>
            </p:nvSpPr>
            <p:spPr bwMode="auto">
              <a:xfrm>
                <a:off x="0" y="4074"/>
                <a:ext cx="85" cy="453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>
                  <a:defRPr/>
                </a:pPr>
                <a:endParaRPr lang="en-US" sz="1200">
                  <a:latin typeface="Arial" charset="0"/>
                  <a:ea typeface="+mn-ea"/>
                  <a:cs typeface="ＭＳ Ｐゴシック" charset="0"/>
                </a:endParaRPr>
              </a:p>
            </p:txBody>
          </p:sp>
          <p:sp>
            <p:nvSpPr>
              <p:cNvPr id="110" name="Rectangle 15"/>
              <p:cNvSpPr>
                <a:spLocks noChangeArrowheads="1"/>
              </p:cNvSpPr>
              <p:nvPr/>
            </p:nvSpPr>
            <p:spPr bwMode="auto">
              <a:xfrm>
                <a:off x="0" y="4114"/>
                <a:ext cx="3072" cy="374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tabLst>
                    <a:tab pos="139700" algn="r"/>
                    <a:tab pos="292100" algn="l"/>
                  </a:tabLst>
                  <a:defRPr/>
                </a:pPr>
                <a:r>
                  <a:rPr lang="en-US" sz="1200" b="1">
                    <a:solidFill>
                      <a:srgbClr val="4D8DFF"/>
                    </a:solidFill>
                    <a:latin typeface="Courier New" pitchFamily="49" charset="0"/>
                    <a:ea typeface="+mn-ea"/>
                    <a:cs typeface="ＭＳ Ｐゴシック" charset="0"/>
                  </a:rPr>
                  <a:t>	74	</a:t>
                </a:r>
                <a:r>
                  <a:rPr lang="en-US" sz="1200" b="1">
                    <a:latin typeface="Courier New" pitchFamily="49" charset="0"/>
                    <a:ea typeface="+mn-ea"/>
                    <a:cs typeface="ＭＳ Ｐゴシック" charset="0"/>
                  </a:rPr>
                  <a:t>   cout &lt;&lt; "   (local automatic in create)" &lt;&lt; endl;</a:t>
                </a:r>
              </a:p>
              <a:p>
                <a:pPr>
                  <a:tabLst>
                    <a:tab pos="139700" algn="r"/>
                    <a:tab pos="292100" algn="l"/>
                  </a:tabLst>
                  <a:defRPr/>
                </a:pPr>
                <a:endParaRPr lang="en-US" sz="1200" b="1">
                  <a:latin typeface="Courier New" pitchFamily="49" charset="0"/>
                  <a:ea typeface="+mn-ea"/>
                  <a:cs typeface="ＭＳ Ｐゴシック" charset="0"/>
                </a:endParaRPr>
              </a:p>
            </p:txBody>
          </p:sp>
        </p:grpSp>
        <p:grpSp>
          <p:nvGrpSpPr>
            <p:cNvPr id="59396" name="Group 42"/>
            <p:cNvGrpSpPr>
              <a:grpSpLocks/>
            </p:cNvGrpSpPr>
            <p:nvPr/>
          </p:nvGrpSpPr>
          <p:grpSpPr bwMode="auto">
            <a:xfrm>
              <a:off x="0" y="4448"/>
              <a:ext cx="3072" cy="453"/>
              <a:chOff x="0" y="4448"/>
              <a:chExt cx="3072" cy="453"/>
            </a:xfrm>
            <a:grpFill/>
          </p:grpSpPr>
          <p:sp>
            <p:nvSpPr>
              <p:cNvPr id="107" name="Rectangle 41"/>
              <p:cNvSpPr>
                <a:spLocks noChangeArrowheads="1"/>
              </p:cNvSpPr>
              <p:nvPr/>
            </p:nvSpPr>
            <p:spPr bwMode="auto">
              <a:xfrm>
                <a:off x="0" y="4448"/>
                <a:ext cx="85" cy="453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>
                  <a:defRPr/>
                </a:pPr>
                <a:endParaRPr lang="en-US" sz="1200">
                  <a:latin typeface="Arial" charset="0"/>
                  <a:ea typeface="+mn-ea"/>
                  <a:cs typeface="ＭＳ Ｐゴシック" charset="0"/>
                </a:endParaRPr>
              </a:p>
            </p:txBody>
          </p:sp>
          <p:sp>
            <p:nvSpPr>
              <p:cNvPr id="108" name="Rectangle 16"/>
              <p:cNvSpPr>
                <a:spLocks noChangeArrowheads="1"/>
              </p:cNvSpPr>
              <p:nvPr/>
            </p:nvSpPr>
            <p:spPr bwMode="auto">
              <a:xfrm>
                <a:off x="0" y="4488"/>
                <a:ext cx="3072" cy="374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tabLst>
                    <a:tab pos="139700" algn="r"/>
                    <a:tab pos="292100" algn="l"/>
                  </a:tabLst>
                  <a:defRPr/>
                </a:pPr>
                <a:r>
                  <a:rPr lang="en-US" sz="1200" b="1">
                    <a:solidFill>
                      <a:srgbClr val="4D8DFF"/>
                    </a:solidFill>
                    <a:latin typeface="Courier New" pitchFamily="49" charset="0"/>
                    <a:ea typeface="+mn-ea"/>
                    <a:cs typeface="ＭＳ Ｐゴシック" charset="0"/>
                  </a:rPr>
                  <a:t>	75	</a:t>
                </a:r>
                <a:r>
                  <a:rPr lang="en-US" sz="1200" b="1">
                    <a:latin typeface="Courier New" pitchFamily="49" charset="0"/>
                    <a:ea typeface="+mn-ea"/>
                    <a:cs typeface="ＭＳ Ｐゴシック" charset="0"/>
                  </a:rPr>
                  <a:t>}</a:t>
                </a:r>
              </a:p>
              <a:p>
                <a:pPr>
                  <a:tabLst>
                    <a:tab pos="139700" algn="r"/>
                    <a:tab pos="292100" algn="l"/>
                  </a:tabLst>
                  <a:defRPr/>
                </a:pPr>
                <a:endParaRPr lang="en-US" sz="1200" b="1">
                  <a:latin typeface="Courier New" pitchFamily="49" charset="0"/>
                  <a:ea typeface="+mn-ea"/>
                  <a:cs typeface="ＭＳ Ｐゴシック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3140881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44"/>
          <p:cNvSpPr>
            <a:spLocks noChangeArrowheads="1"/>
          </p:cNvSpPr>
          <p:nvPr/>
        </p:nvSpPr>
        <p:spPr bwMode="auto">
          <a:xfrm>
            <a:off x="457200" y="1219200"/>
            <a:ext cx="6705600" cy="286226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>
            <a:spAutoFit/>
          </a:bodyPr>
          <a:lstStyle>
            <a:lvl1pPr eaLnBrk="0" hangingPunct="0">
              <a:tabLst>
                <a:tab pos="152400" algn="l"/>
                <a:tab pos="304800" algn="l"/>
                <a:tab pos="457200" algn="l"/>
                <a:tab pos="609600" algn="l"/>
                <a:tab pos="762000" algn="l"/>
                <a:tab pos="914400" algn="l"/>
                <a:tab pos="1066800" algn="l"/>
                <a:tab pos="1219200" algn="l"/>
                <a:tab pos="1371600" algn="l"/>
                <a:tab pos="1524000" algn="l"/>
                <a:tab pos="1676400" algn="l"/>
                <a:tab pos="1828800" algn="l"/>
                <a:tab pos="1981200" algn="l"/>
                <a:tab pos="2133600" algn="l"/>
                <a:tab pos="2286000" algn="l"/>
                <a:tab pos="2438400" algn="l"/>
                <a:tab pos="2743200" algn="l"/>
                <a:tab pos="3048000" algn="l"/>
                <a:tab pos="3352800" algn="l"/>
                <a:tab pos="365760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tabLst>
                <a:tab pos="152400" algn="l"/>
                <a:tab pos="304800" algn="l"/>
                <a:tab pos="457200" algn="l"/>
                <a:tab pos="609600" algn="l"/>
                <a:tab pos="762000" algn="l"/>
                <a:tab pos="914400" algn="l"/>
                <a:tab pos="1066800" algn="l"/>
                <a:tab pos="1219200" algn="l"/>
                <a:tab pos="1371600" algn="l"/>
                <a:tab pos="1524000" algn="l"/>
                <a:tab pos="1676400" algn="l"/>
                <a:tab pos="1828800" algn="l"/>
                <a:tab pos="1981200" algn="l"/>
                <a:tab pos="2133600" algn="l"/>
                <a:tab pos="2286000" algn="l"/>
                <a:tab pos="2438400" algn="l"/>
                <a:tab pos="2743200" algn="l"/>
                <a:tab pos="3048000" algn="l"/>
                <a:tab pos="3352800" algn="l"/>
                <a:tab pos="365760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tabLst>
                <a:tab pos="152400" algn="l"/>
                <a:tab pos="304800" algn="l"/>
                <a:tab pos="457200" algn="l"/>
                <a:tab pos="609600" algn="l"/>
                <a:tab pos="762000" algn="l"/>
                <a:tab pos="914400" algn="l"/>
                <a:tab pos="1066800" algn="l"/>
                <a:tab pos="1219200" algn="l"/>
                <a:tab pos="1371600" algn="l"/>
                <a:tab pos="1524000" algn="l"/>
                <a:tab pos="1676400" algn="l"/>
                <a:tab pos="1828800" algn="l"/>
                <a:tab pos="1981200" algn="l"/>
                <a:tab pos="2133600" algn="l"/>
                <a:tab pos="2286000" algn="l"/>
                <a:tab pos="2438400" algn="l"/>
                <a:tab pos="2743200" algn="l"/>
                <a:tab pos="3048000" algn="l"/>
                <a:tab pos="3352800" algn="l"/>
                <a:tab pos="365760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tabLst>
                <a:tab pos="152400" algn="l"/>
                <a:tab pos="304800" algn="l"/>
                <a:tab pos="457200" algn="l"/>
                <a:tab pos="609600" algn="l"/>
                <a:tab pos="762000" algn="l"/>
                <a:tab pos="914400" algn="l"/>
                <a:tab pos="1066800" algn="l"/>
                <a:tab pos="1219200" algn="l"/>
                <a:tab pos="1371600" algn="l"/>
                <a:tab pos="1524000" algn="l"/>
                <a:tab pos="1676400" algn="l"/>
                <a:tab pos="1828800" algn="l"/>
                <a:tab pos="1981200" algn="l"/>
                <a:tab pos="2133600" algn="l"/>
                <a:tab pos="2286000" algn="l"/>
                <a:tab pos="2438400" algn="l"/>
                <a:tab pos="2743200" algn="l"/>
                <a:tab pos="3048000" algn="l"/>
                <a:tab pos="3352800" algn="l"/>
                <a:tab pos="365760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tabLst>
                <a:tab pos="152400" algn="l"/>
                <a:tab pos="304800" algn="l"/>
                <a:tab pos="457200" algn="l"/>
                <a:tab pos="609600" algn="l"/>
                <a:tab pos="762000" algn="l"/>
                <a:tab pos="914400" algn="l"/>
                <a:tab pos="1066800" algn="l"/>
                <a:tab pos="1219200" algn="l"/>
                <a:tab pos="1371600" algn="l"/>
                <a:tab pos="1524000" algn="l"/>
                <a:tab pos="1676400" algn="l"/>
                <a:tab pos="1828800" algn="l"/>
                <a:tab pos="1981200" algn="l"/>
                <a:tab pos="2133600" algn="l"/>
                <a:tab pos="2286000" algn="l"/>
                <a:tab pos="2438400" algn="l"/>
                <a:tab pos="2743200" algn="l"/>
                <a:tab pos="3048000" algn="l"/>
                <a:tab pos="3352800" algn="l"/>
                <a:tab pos="365760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52400" algn="l"/>
                <a:tab pos="304800" algn="l"/>
                <a:tab pos="457200" algn="l"/>
                <a:tab pos="609600" algn="l"/>
                <a:tab pos="762000" algn="l"/>
                <a:tab pos="914400" algn="l"/>
                <a:tab pos="1066800" algn="l"/>
                <a:tab pos="1219200" algn="l"/>
                <a:tab pos="1371600" algn="l"/>
                <a:tab pos="1524000" algn="l"/>
                <a:tab pos="1676400" algn="l"/>
                <a:tab pos="1828800" algn="l"/>
                <a:tab pos="1981200" algn="l"/>
                <a:tab pos="2133600" algn="l"/>
                <a:tab pos="2286000" algn="l"/>
                <a:tab pos="2438400" algn="l"/>
                <a:tab pos="2743200" algn="l"/>
                <a:tab pos="3048000" algn="l"/>
                <a:tab pos="3352800" algn="l"/>
                <a:tab pos="365760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52400" algn="l"/>
                <a:tab pos="304800" algn="l"/>
                <a:tab pos="457200" algn="l"/>
                <a:tab pos="609600" algn="l"/>
                <a:tab pos="762000" algn="l"/>
                <a:tab pos="914400" algn="l"/>
                <a:tab pos="1066800" algn="l"/>
                <a:tab pos="1219200" algn="l"/>
                <a:tab pos="1371600" algn="l"/>
                <a:tab pos="1524000" algn="l"/>
                <a:tab pos="1676400" algn="l"/>
                <a:tab pos="1828800" algn="l"/>
                <a:tab pos="1981200" algn="l"/>
                <a:tab pos="2133600" algn="l"/>
                <a:tab pos="2286000" algn="l"/>
                <a:tab pos="2438400" algn="l"/>
                <a:tab pos="2743200" algn="l"/>
                <a:tab pos="3048000" algn="l"/>
                <a:tab pos="3352800" algn="l"/>
                <a:tab pos="365760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52400" algn="l"/>
                <a:tab pos="304800" algn="l"/>
                <a:tab pos="457200" algn="l"/>
                <a:tab pos="609600" algn="l"/>
                <a:tab pos="762000" algn="l"/>
                <a:tab pos="914400" algn="l"/>
                <a:tab pos="1066800" algn="l"/>
                <a:tab pos="1219200" algn="l"/>
                <a:tab pos="1371600" algn="l"/>
                <a:tab pos="1524000" algn="l"/>
                <a:tab pos="1676400" algn="l"/>
                <a:tab pos="1828800" algn="l"/>
                <a:tab pos="1981200" algn="l"/>
                <a:tab pos="2133600" algn="l"/>
                <a:tab pos="2286000" algn="l"/>
                <a:tab pos="2438400" algn="l"/>
                <a:tab pos="2743200" algn="l"/>
                <a:tab pos="3048000" algn="l"/>
                <a:tab pos="3352800" algn="l"/>
                <a:tab pos="365760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52400" algn="l"/>
                <a:tab pos="304800" algn="l"/>
                <a:tab pos="457200" algn="l"/>
                <a:tab pos="609600" algn="l"/>
                <a:tab pos="762000" algn="l"/>
                <a:tab pos="914400" algn="l"/>
                <a:tab pos="1066800" algn="l"/>
                <a:tab pos="1219200" algn="l"/>
                <a:tab pos="1371600" algn="l"/>
                <a:tab pos="1524000" algn="l"/>
                <a:tab pos="1676400" algn="l"/>
                <a:tab pos="1828800" algn="l"/>
                <a:tab pos="1981200" algn="l"/>
                <a:tab pos="2133600" algn="l"/>
                <a:tab pos="2286000" algn="l"/>
                <a:tab pos="2438400" algn="l"/>
                <a:tab pos="2743200" algn="l"/>
                <a:tab pos="3048000" algn="l"/>
                <a:tab pos="3352800" algn="l"/>
                <a:tab pos="365760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sz="1200" b="1" dirty="0">
                <a:latin typeface="Courier New" panose="02070309020205020404" pitchFamily="49" charset="0"/>
              </a:rPr>
              <a:t>OUTPUT</a:t>
            </a:r>
          </a:p>
          <a:p>
            <a:pPr eaLnBrk="1" hangingPunct="1"/>
            <a:r>
              <a:rPr lang="en-US" sz="1200" b="1" dirty="0">
                <a:latin typeface="Courier New" panose="02070309020205020404" pitchFamily="49" charset="0"/>
              </a:rPr>
              <a:t>Object 1   constructor   (global created before main)</a:t>
            </a:r>
          </a:p>
          <a:p>
            <a:pPr eaLnBrk="1" hangingPunct="1"/>
            <a:r>
              <a:rPr lang="en-US" sz="1200" b="1" dirty="0">
                <a:latin typeface="Courier New" panose="02070309020205020404" pitchFamily="49" charset="0"/>
              </a:rPr>
              <a:t>Object 2   constructor   (local automatic in main)</a:t>
            </a:r>
          </a:p>
          <a:p>
            <a:pPr eaLnBrk="1" hangingPunct="1"/>
            <a:r>
              <a:rPr lang="en-US" sz="1200" b="1" dirty="0">
                <a:latin typeface="Courier New" panose="02070309020205020404" pitchFamily="49" charset="0"/>
              </a:rPr>
              <a:t>Object 3   constructor   (local static in main)</a:t>
            </a:r>
          </a:p>
          <a:p>
            <a:pPr eaLnBrk="1" hangingPunct="1"/>
            <a:r>
              <a:rPr lang="en-US" sz="1200" b="1" dirty="0">
                <a:latin typeface="Courier New" panose="02070309020205020404" pitchFamily="49" charset="0"/>
              </a:rPr>
              <a:t>Object 5   constructor   (local automatic in create)</a:t>
            </a:r>
          </a:p>
          <a:p>
            <a:pPr eaLnBrk="1" hangingPunct="1"/>
            <a:r>
              <a:rPr lang="en-US" sz="1200" b="1" dirty="0">
                <a:latin typeface="Courier New" panose="02070309020205020404" pitchFamily="49" charset="0"/>
              </a:rPr>
              <a:t>Object 6   constructor   (local static in create)</a:t>
            </a:r>
          </a:p>
          <a:p>
            <a:pPr eaLnBrk="1" hangingPunct="1"/>
            <a:r>
              <a:rPr lang="en-US" sz="1200" b="1" dirty="0">
                <a:latin typeface="Courier New" panose="02070309020205020404" pitchFamily="49" charset="0"/>
              </a:rPr>
              <a:t>Object 7   constructor   (local automatic in create)</a:t>
            </a:r>
          </a:p>
          <a:p>
            <a:pPr eaLnBrk="1" hangingPunct="1"/>
            <a:r>
              <a:rPr lang="en-US" sz="1200" b="1" dirty="0">
                <a:latin typeface="Courier New" panose="02070309020205020404" pitchFamily="49" charset="0"/>
              </a:rPr>
              <a:t>Object 7   destructor    </a:t>
            </a:r>
          </a:p>
          <a:p>
            <a:pPr eaLnBrk="1" hangingPunct="1"/>
            <a:r>
              <a:rPr lang="en-US" sz="1200" b="1" dirty="0">
                <a:latin typeface="Courier New" panose="02070309020205020404" pitchFamily="49" charset="0"/>
              </a:rPr>
              <a:t>Object 5   destructor    </a:t>
            </a:r>
          </a:p>
          <a:p>
            <a:pPr eaLnBrk="1" hangingPunct="1"/>
            <a:r>
              <a:rPr lang="en-US" sz="1200" b="1" dirty="0">
                <a:latin typeface="Courier New" panose="02070309020205020404" pitchFamily="49" charset="0"/>
              </a:rPr>
              <a:t>Object 4   constructor   (local automatic in main)</a:t>
            </a:r>
          </a:p>
          <a:p>
            <a:pPr eaLnBrk="1" hangingPunct="1"/>
            <a:r>
              <a:rPr lang="en-US" sz="1200" b="1" dirty="0">
                <a:latin typeface="Courier New" panose="02070309020205020404" pitchFamily="49" charset="0"/>
              </a:rPr>
              <a:t>Object 4   destructor    </a:t>
            </a:r>
          </a:p>
          <a:p>
            <a:pPr eaLnBrk="1" hangingPunct="1"/>
            <a:r>
              <a:rPr lang="en-US" sz="1200" b="1" dirty="0">
                <a:latin typeface="Courier New" panose="02070309020205020404" pitchFamily="49" charset="0"/>
              </a:rPr>
              <a:t>Object 2   destructor    </a:t>
            </a:r>
          </a:p>
          <a:p>
            <a:pPr eaLnBrk="1" hangingPunct="1"/>
            <a:r>
              <a:rPr lang="en-US" sz="1200" b="1" dirty="0">
                <a:latin typeface="Courier New" panose="02070309020205020404" pitchFamily="49" charset="0"/>
              </a:rPr>
              <a:t>Object 6   destructor</a:t>
            </a:r>
          </a:p>
          <a:p>
            <a:pPr eaLnBrk="1" hangingPunct="1"/>
            <a:r>
              <a:rPr lang="en-US" sz="1200" b="1" dirty="0">
                <a:latin typeface="Courier New" panose="02070309020205020404" pitchFamily="49" charset="0"/>
              </a:rPr>
              <a:t>Object 3   destructor    </a:t>
            </a:r>
          </a:p>
          <a:p>
            <a:pPr eaLnBrk="1" hangingPunct="1"/>
            <a:r>
              <a:rPr lang="en-US" sz="1200" b="1" dirty="0">
                <a:latin typeface="Courier New" panose="02070309020205020404" pitchFamily="49" charset="0"/>
              </a:rPr>
              <a:t>Object 1   destructor    </a:t>
            </a:r>
          </a:p>
        </p:txBody>
      </p:sp>
      <p:grpSp>
        <p:nvGrpSpPr>
          <p:cNvPr id="2" name="Group 50"/>
          <p:cNvGrpSpPr>
            <a:grpSpLocks/>
          </p:cNvGrpSpPr>
          <p:nvPr/>
        </p:nvGrpSpPr>
        <p:grpSpPr bwMode="auto">
          <a:xfrm>
            <a:off x="5181600" y="1752601"/>
            <a:ext cx="3810000" cy="1931989"/>
            <a:chOff x="3120" y="2496"/>
            <a:chExt cx="2400" cy="1217"/>
          </a:xfrm>
        </p:grpSpPr>
        <p:sp>
          <p:nvSpPr>
            <p:cNvPr id="26628" name="Text Box 48"/>
            <p:cNvSpPr txBox="1">
              <a:spLocks noChangeArrowheads="1"/>
            </p:cNvSpPr>
            <p:nvPr/>
          </p:nvSpPr>
          <p:spPr bwMode="auto">
            <a:xfrm>
              <a:off x="3552" y="2976"/>
              <a:ext cx="1968" cy="737"/>
            </a:xfrm>
            <a:prstGeom prst="rect">
              <a:avLst/>
            </a:prstGeom>
            <a:solidFill>
              <a:srgbClr val="99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400" b="1"/>
                <a:t>Notice how the order of the constructor and destructor call depends on the types of variables (automatic, global and </a:t>
              </a:r>
              <a:r>
                <a:rPr lang="en-US" sz="1400" b="1">
                  <a:latin typeface="Courier New" panose="02070309020205020404" pitchFamily="49" charset="0"/>
                </a:rPr>
                <a:t>static</a:t>
              </a:r>
              <a:r>
                <a:rPr lang="en-US" sz="1400" b="1"/>
                <a:t>) they are associated with.</a:t>
              </a:r>
            </a:p>
          </p:txBody>
        </p:sp>
        <p:sp>
          <p:nvSpPr>
            <p:cNvPr id="26629" name="Line 49"/>
            <p:cNvSpPr>
              <a:spLocks noChangeShapeType="1"/>
            </p:cNvSpPr>
            <p:nvPr/>
          </p:nvSpPr>
          <p:spPr bwMode="auto">
            <a:xfrm flipH="1" flipV="1">
              <a:off x="3120" y="2496"/>
              <a:ext cx="480" cy="56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 anchor="ctr">
              <a:spAutoFit/>
            </a:bodyPr>
            <a:lstStyle/>
            <a:p>
              <a:endParaRPr lang="en-US" sz="2000" b="1"/>
            </a:p>
          </p:txBody>
        </p:sp>
      </p:grpSp>
    </p:spTree>
    <p:extLst>
      <p:ext uri="{BB962C8B-B14F-4D97-AF65-F5344CB8AC3E}">
        <p14:creationId xmlns:p14="http://schemas.microsoft.com/office/powerpoint/2010/main" val="20292959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4075"/>
            <a:ext cx="8421756" cy="914400"/>
          </a:xfrm>
        </p:spPr>
        <p:txBody>
          <a:bodyPr>
            <a:normAutofit/>
          </a:bodyPr>
          <a:lstStyle/>
          <a:p>
            <a:pPr eaLnBrk="1" hangingPunct="1"/>
            <a:r>
              <a:rPr lang="en-US" b="1" dirty="0">
                <a:solidFill>
                  <a:srgbClr val="B80000"/>
                </a:solidFill>
                <a:cs typeface="Arial" panose="020B0604020202020204" pitchFamily="34" charset="0"/>
              </a:rPr>
              <a:t>When do Constructors Get Called?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1143000"/>
            <a:ext cx="8229600" cy="5334000"/>
          </a:xfrm>
        </p:spPr>
        <p:txBody>
          <a:bodyPr>
            <a:normAutofit/>
          </a:bodyPr>
          <a:lstStyle/>
          <a:p>
            <a:pPr eaLnBrk="1" hangingPunct="1">
              <a:lnSpc>
                <a:spcPct val="150000"/>
              </a:lnSpc>
            </a:pPr>
            <a:r>
              <a:rPr lang="en-US" b="1" dirty="0"/>
              <a:t>Class</a:t>
            </a:r>
            <a:r>
              <a:rPr lang="en-US" dirty="0"/>
              <a:t> </a:t>
            </a:r>
            <a:r>
              <a:rPr lang="en-US" b="1" dirty="0">
                <a:solidFill>
                  <a:srgbClr val="2C14DE"/>
                </a:solidFill>
              </a:rPr>
              <a:t>object creation </a:t>
            </a:r>
            <a:r>
              <a:rPr lang="en-US" b="1" dirty="0"/>
              <a:t>time</a:t>
            </a:r>
          </a:p>
          <a:p>
            <a:pPr eaLnBrk="1" hangingPunct="1">
              <a:lnSpc>
                <a:spcPct val="150000"/>
              </a:lnSpc>
            </a:pPr>
            <a:r>
              <a:rPr lang="en-US" b="1" dirty="0">
                <a:solidFill>
                  <a:srgbClr val="2C14DE"/>
                </a:solidFill>
              </a:rPr>
              <a:t>Dynamically allocated object</a:t>
            </a:r>
          </a:p>
          <a:p>
            <a:pPr eaLnBrk="1" hangingPunct="1">
              <a:lnSpc>
                <a:spcPct val="150000"/>
              </a:lnSpc>
            </a:pPr>
            <a:r>
              <a:rPr lang="en-US" b="1" dirty="0"/>
              <a:t>Class </a:t>
            </a:r>
            <a:r>
              <a:rPr lang="en-US" b="1" dirty="0">
                <a:solidFill>
                  <a:srgbClr val="2C14DE"/>
                </a:solidFill>
              </a:rPr>
              <a:t>argument passed </a:t>
            </a:r>
            <a:r>
              <a:rPr lang="en-US" b="1" u="sng" dirty="0">
                <a:solidFill>
                  <a:srgbClr val="2C14DE"/>
                </a:solidFill>
              </a:rPr>
              <a:t>by value</a:t>
            </a:r>
          </a:p>
          <a:p>
            <a:pPr eaLnBrk="1" hangingPunct="1">
              <a:lnSpc>
                <a:spcPct val="150000"/>
              </a:lnSpc>
            </a:pPr>
            <a:r>
              <a:rPr lang="en-US" b="1" dirty="0"/>
              <a:t>Class </a:t>
            </a:r>
            <a:r>
              <a:rPr lang="en-US" b="1" dirty="0">
                <a:solidFill>
                  <a:srgbClr val="2C14DE"/>
                </a:solidFill>
              </a:rPr>
              <a:t>object returned </a:t>
            </a:r>
            <a:r>
              <a:rPr lang="en-US" b="1" u="sng" dirty="0">
                <a:solidFill>
                  <a:srgbClr val="2C14DE"/>
                </a:solidFill>
              </a:rPr>
              <a:t>by value</a:t>
            </a:r>
          </a:p>
          <a:p>
            <a:pPr eaLnBrk="1" hangingPunct="1">
              <a:lnSpc>
                <a:spcPct val="150000"/>
              </a:lnSpc>
            </a:pPr>
            <a:r>
              <a:rPr lang="en-US" b="1" dirty="0">
                <a:solidFill>
                  <a:srgbClr val="2C14DE"/>
                </a:solidFill>
              </a:rPr>
              <a:t>Object Array element (created)</a:t>
            </a:r>
          </a:p>
        </p:txBody>
      </p:sp>
      <p:sp>
        <p:nvSpPr>
          <p:cNvPr id="4" name="Rectangle 3"/>
          <p:cNvSpPr/>
          <p:nvPr/>
        </p:nvSpPr>
        <p:spPr>
          <a:xfrm>
            <a:off x="39756" y="94488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5469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954156" y="0"/>
            <a:ext cx="8153400" cy="944881"/>
          </a:xfrm>
        </p:spPr>
        <p:txBody>
          <a:bodyPr>
            <a:normAutofit/>
          </a:bodyPr>
          <a:lstStyle/>
          <a:p>
            <a:pPr eaLnBrk="1" hangingPunct="1"/>
            <a:r>
              <a:rPr lang="en-US" sz="4800" b="1" dirty="0">
                <a:solidFill>
                  <a:srgbClr val="C00000"/>
                </a:solidFill>
                <a:latin typeface="+mn-lt"/>
                <a:cs typeface="Arial" panose="020B0604020202020204" pitchFamily="34" charset="0"/>
              </a:rPr>
              <a:t>What Constructors Do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idx="1"/>
          </p:nvPr>
        </p:nvSpPr>
        <p:spPr>
          <a:xfrm>
            <a:off x="152400" y="1143000"/>
            <a:ext cx="8839200" cy="5562600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b="1" dirty="0">
                <a:solidFill>
                  <a:srgbClr val="B80000"/>
                </a:solidFill>
              </a:rPr>
              <a:t>Help in initializing: </a:t>
            </a:r>
            <a:r>
              <a:rPr lang="en-US" dirty="0"/>
              <a:t>class data members</a:t>
            </a:r>
          </a:p>
          <a:p>
            <a:pPr marL="457200" lvl="1" indent="0" eaLnBrk="1" hangingPunct="1">
              <a:lnSpc>
                <a:spcPct val="90000"/>
              </a:lnSpc>
              <a:buNone/>
            </a:pPr>
            <a:r>
              <a:rPr lang="en-US" b="1" dirty="0">
                <a:solidFill>
                  <a:srgbClr val="2C14D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Employee( ) { id = 0; } </a:t>
            </a:r>
          </a:p>
          <a:p>
            <a:pPr lvl="1" eaLnBrk="1" hangingPunct="1">
              <a:lnSpc>
                <a:spcPct val="90000"/>
              </a:lnSpc>
            </a:pPr>
            <a:endParaRPr lang="en-US" dirty="0"/>
          </a:p>
          <a:p>
            <a:pPr eaLnBrk="1" hangingPunct="1">
              <a:lnSpc>
                <a:spcPct val="90000"/>
              </a:lnSpc>
            </a:pPr>
            <a:r>
              <a:rPr lang="en-US" b="1" dirty="0">
                <a:solidFill>
                  <a:srgbClr val="B80000"/>
                </a:solidFill>
              </a:rPr>
              <a:t>Allocate memory</a:t>
            </a:r>
            <a:r>
              <a:rPr lang="en-US" dirty="0"/>
              <a:t> for </a:t>
            </a:r>
            <a:r>
              <a:rPr lang="en-US" b="1" dirty="0">
                <a:solidFill>
                  <a:srgbClr val="B80000"/>
                </a:solidFill>
              </a:rPr>
              <a:t>dynamic members</a:t>
            </a:r>
          </a:p>
          <a:p>
            <a:pPr marL="457200" lvl="1" indent="0" eaLnBrk="1" hangingPunct="1">
              <a:lnSpc>
                <a:spcPct val="90000"/>
              </a:lnSpc>
              <a:buNone/>
            </a:pPr>
            <a:r>
              <a:rPr lang="en-US" sz="2400" b="1" dirty="0">
                <a:solidFill>
                  <a:srgbClr val="2C14D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Employee() { char* </a:t>
            </a:r>
            <a:r>
              <a:rPr lang="en-US" sz="2400" b="1" dirty="0" err="1">
                <a:solidFill>
                  <a:srgbClr val="2C14D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nameptr</a:t>
            </a:r>
            <a:r>
              <a:rPr lang="en-US" sz="2400" b="1" dirty="0">
                <a:solidFill>
                  <a:srgbClr val="2C14D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new char[20];}</a:t>
            </a:r>
          </a:p>
          <a:p>
            <a:pPr lvl="1" eaLnBrk="1" hangingPunct="1">
              <a:lnSpc>
                <a:spcPct val="90000"/>
              </a:lnSpc>
            </a:pPr>
            <a:endParaRPr lang="en-US" dirty="0"/>
          </a:p>
          <a:p>
            <a:pPr eaLnBrk="1" hangingPunct="1">
              <a:lnSpc>
                <a:spcPct val="90000"/>
              </a:lnSpc>
            </a:pPr>
            <a:r>
              <a:rPr lang="en-US" b="1" dirty="0">
                <a:solidFill>
                  <a:srgbClr val="B80000"/>
                </a:solidFill>
              </a:rPr>
              <a:t>Allocate</a:t>
            </a:r>
            <a:r>
              <a:rPr lang="en-US" dirty="0">
                <a:solidFill>
                  <a:srgbClr val="B80000"/>
                </a:solidFill>
              </a:rPr>
              <a:t> </a:t>
            </a:r>
            <a:r>
              <a:rPr lang="en-US" dirty="0"/>
              <a:t>any </a:t>
            </a:r>
            <a:r>
              <a:rPr lang="en-US" b="1" dirty="0">
                <a:solidFill>
                  <a:srgbClr val="B80000"/>
                </a:solidFill>
              </a:rPr>
              <a:t>needed resources</a:t>
            </a:r>
          </a:p>
          <a:p>
            <a:pPr lvl="1">
              <a:lnSpc>
                <a:spcPct val="90000"/>
              </a:lnSpc>
            </a:pPr>
            <a:r>
              <a:rPr lang="en-US" b="1" dirty="0"/>
              <a:t>Such as to open files, etc.</a:t>
            </a:r>
          </a:p>
        </p:txBody>
      </p:sp>
      <p:sp>
        <p:nvSpPr>
          <p:cNvPr id="4" name="Rectangle 3"/>
          <p:cNvSpPr/>
          <p:nvPr/>
        </p:nvSpPr>
        <p:spPr>
          <a:xfrm>
            <a:off x="39756" y="94488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422992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0"/>
            <a:ext cx="8839200" cy="944881"/>
          </a:xfrm>
        </p:spPr>
        <p:txBody>
          <a:bodyPr>
            <a:normAutofit/>
          </a:bodyPr>
          <a:lstStyle/>
          <a:p>
            <a:pPr eaLnBrk="1" hangingPunct="1"/>
            <a:r>
              <a:rPr lang="en-US" b="1" dirty="0">
                <a:solidFill>
                  <a:srgbClr val="B80000"/>
                </a:solidFill>
                <a:latin typeface="+mn-lt"/>
                <a:cs typeface="Arial" panose="020B0604020202020204" pitchFamily="34" charset="0"/>
              </a:rPr>
              <a:t>Constructing Arrays of Objects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idx="1"/>
          </p:nvPr>
        </p:nvSpPr>
        <p:spPr>
          <a:xfrm>
            <a:off x="152400" y="1143000"/>
            <a:ext cx="8763000" cy="5410200"/>
          </a:xfrm>
        </p:spPr>
        <p:txBody>
          <a:bodyPr/>
          <a:lstStyle/>
          <a:p>
            <a:pPr eaLnBrk="1" hangingPunct="1">
              <a:buFont typeface="Monotype Sorts" charset="2"/>
              <a:buNone/>
            </a:pPr>
            <a:r>
              <a:rPr lang="en-US" sz="2400" b="1" dirty="0">
                <a:latin typeface="Courier New" panose="02070309020205020404" pitchFamily="49" charset="0"/>
              </a:rPr>
              <a:t>Complex </a:t>
            </a:r>
            <a:r>
              <a:rPr lang="en-US" sz="2400" b="1" dirty="0" err="1">
                <a:latin typeface="Courier New" panose="02070309020205020404" pitchFamily="49" charset="0"/>
              </a:rPr>
              <a:t>c_arr</a:t>
            </a:r>
            <a:r>
              <a:rPr lang="en-US" sz="2400" b="1" dirty="0">
                <a:latin typeface="Courier New" panose="02070309020205020404" pitchFamily="49" charset="0"/>
              </a:rPr>
              <a:t>[10];</a:t>
            </a:r>
          </a:p>
          <a:p>
            <a:pPr eaLnBrk="1" hangingPunct="1">
              <a:buFont typeface="Monotype Sorts" charset="2"/>
              <a:buNone/>
            </a:pPr>
            <a:r>
              <a:rPr lang="en-US" sz="2400" b="1" dirty="0">
                <a:latin typeface="Courier New" panose="02070309020205020404" pitchFamily="49" charset="0"/>
              </a:rPr>
              <a:t>Date </a:t>
            </a:r>
            <a:r>
              <a:rPr lang="en-US" sz="2400" b="1" dirty="0" err="1">
                <a:latin typeface="Courier New" panose="02070309020205020404" pitchFamily="49" charset="0"/>
              </a:rPr>
              <a:t>date_arr</a:t>
            </a:r>
            <a:r>
              <a:rPr lang="en-US" sz="2400" b="1" dirty="0">
                <a:latin typeface="Courier New" panose="02070309020205020404" pitchFamily="49" charset="0"/>
              </a:rPr>
              <a:t>[20];</a:t>
            </a:r>
          </a:p>
          <a:p>
            <a:pPr eaLnBrk="1" hangingPunct="1"/>
            <a:endParaRPr lang="en-US" sz="2800" dirty="0">
              <a:latin typeface="Tahoma" panose="020B0604030504040204" pitchFamily="34" charset="0"/>
            </a:endParaRPr>
          </a:p>
          <a:p>
            <a:pPr marL="0" indent="0" algn="just" eaLnBrk="1" hangingPunct="1">
              <a:buNone/>
            </a:pPr>
            <a:r>
              <a:rPr lang="en-US" sz="2800" b="1" u="sng" dirty="0">
                <a:solidFill>
                  <a:srgbClr val="B80000"/>
                </a:solidFill>
                <a:latin typeface="+mj-lt"/>
              </a:rPr>
              <a:t>Issue: </a:t>
            </a:r>
            <a:r>
              <a:rPr lang="en-US" sz="2800" b="1" dirty="0">
                <a:solidFill>
                  <a:srgbClr val="B80000"/>
                </a:solidFill>
                <a:latin typeface="+mj-lt"/>
              </a:rPr>
              <a:t>There is no way to call argument-based constructors </a:t>
            </a:r>
            <a:r>
              <a:rPr lang="en-US" sz="2800" dirty="0">
                <a:latin typeface="+mj-lt"/>
              </a:rPr>
              <a:t>(</a:t>
            </a:r>
            <a:r>
              <a:rPr lang="en-US" sz="2800" b="1" dirty="0">
                <a:latin typeface="+mj-lt"/>
              </a:rPr>
              <a:t>non-default</a:t>
            </a:r>
            <a:r>
              <a:rPr lang="en-US" sz="2800" dirty="0">
                <a:latin typeface="+mj-lt"/>
              </a:rPr>
              <a:t>) </a:t>
            </a:r>
            <a:r>
              <a:rPr lang="en-US" sz="2800" b="1" dirty="0">
                <a:latin typeface="+mj-lt"/>
              </a:rPr>
              <a:t>for array members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39756" y="94488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504313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-7619"/>
            <a:ext cx="8305800" cy="990600"/>
          </a:xfrm>
        </p:spPr>
        <p:txBody>
          <a:bodyPr>
            <a:noAutofit/>
          </a:bodyPr>
          <a:lstStyle/>
          <a:p>
            <a:pPr eaLnBrk="1" hangingPunct="1"/>
            <a:r>
              <a:rPr lang="en-US" sz="3200" b="1" dirty="0">
                <a:solidFill>
                  <a:srgbClr val="B80000"/>
                </a:solidFill>
                <a:latin typeface="+mn-lt"/>
                <a:cs typeface="Arial" panose="020B0604020202020204" pitchFamily="34" charset="0"/>
              </a:rPr>
              <a:t>Arrays of Objects and Non-Default Constructors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1295400"/>
            <a:ext cx="8305800" cy="5334000"/>
          </a:xfrm>
        </p:spPr>
        <p:txBody>
          <a:bodyPr/>
          <a:lstStyle/>
          <a:p>
            <a:pPr eaLnBrk="1" hangingPunct="1"/>
            <a:r>
              <a:rPr lang="en-US" sz="2800" b="1" dirty="0">
                <a:latin typeface="Tahoma" panose="020B0604030504040204" pitchFamily="34" charset="0"/>
              </a:rPr>
              <a:t>Trick: </a:t>
            </a:r>
            <a:r>
              <a:rPr lang="en-US" sz="2800" dirty="0">
                <a:solidFill>
                  <a:srgbClr val="2C14DE"/>
                </a:solidFill>
                <a:latin typeface="Tahoma" panose="020B0604030504040204" pitchFamily="34" charset="0"/>
              </a:rPr>
              <a:t>declare an </a:t>
            </a:r>
            <a:r>
              <a:rPr lang="en-US" sz="2800" b="1" dirty="0">
                <a:solidFill>
                  <a:srgbClr val="2C14DE"/>
                </a:solidFill>
                <a:latin typeface="Tahoma" panose="020B0604030504040204" pitchFamily="34" charset="0"/>
              </a:rPr>
              <a:t>array</a:t>
            </a:r>
            <a:r>
              <a:rPr lang="en-US" sz="2800" dirty="0">
                <a:solidFill>
                  <a:srgbClr val="2C14DE"/>
                </a:solidFill>
                <a:latin typeface="Tahoma" panose="020B0604030504040204" pitchFamily="34" charset="0"/>
              </a:rPr>
              <a:t> of </a:t>
            </a:r>
            <a:r>
              <a:rPr lang="en-US" sz="2800" u="sng" dirty="0">
                <a:solidFill>
                  <a:srgbClr val="2C14DE"/>
                </a:solidFill>
                <a:latin typeface="Tahoma" panose="020B0604030504040204" pitchFamily="34" charset="0"/>
              </a:rPr>
              <a:t>pointer to objects</a:t>
            </a:r>
          </a:p>
          <a:p>
            <a:pPr eaLnBrk="1" hangingPunct="1"/>
            <a:r>
              <a:rPr lang="en-US" sz="2400" b="1" dirty="0">
                <a:solidFill>
                  <a:srgbClr val="D20000"/>
                </a:solidFill>
                <a:latin typeface="Tahoma" panose="020B0604030504040204" pitchFamily="34" charset="0"/>
              </a:rPr>
              <a:t>Allocate</a:t>
            </a:r>
            <a:r>
              <a:rPr lang="en-US" sz="2400" dirty="0">
                <a:solidFill>
                  <a:srgbClr val="D20000"/>
                </a:solidFill>
                <a:latin typeface="Tahoma" panose="020B0604030504040204" pitchFamily="34" charset="0"/>
              </a:rPr>
              <a:t> </a:t>
            </a:r>
            <a:r>
              <a:rPr lang="en-US" sz="2400" dirty="0">
                <a:latin typeface="Tahoma" panose="020B0604030504040204" pitchFamily="34" charset="0"/>
              </a:rPr>
              <a:t>and </a:t>
            </a:r>
            <a:r>
              <a:rPr lang="en-US" sz="2400" b="1" dirty="0">
                <a:solidFill>
                  <a:srgbClr val="D20000"/>
                </a:solidFill>
                <a:latin typeface="Tahoma" panose="020B0604030504040204" pitchFamily="34" charset="0"/>
              </a:rPr>
              <a:t>initialize each object in a loop</a:t>
            </a:r>
          </a:p>
          <a:p>
            <a:pPr eaLnBrk="1" hangingPunct="1"/>
            <a:endParaRPr lang="en-US" sz="2400" dirty="0">
              <a:latin typeface="Tahoma" panose="020B0604030504040204" pitchFamily="34" charset="0"/>
            </a:endParaRPr>
          </a:p>
          <a:p>
            <a:pPr eaLnBrk="1" hangingPunct="1"/>
            <a:endParaRPr lang="en-US" sz="2400" dirty="0">
              <a:latin typeface="Tahoma" panose="020B0604030504040204" pitchFamily="34" charset="0"/>
            </a:endParaRPr>
          </a:p>
          <a:p>
            <a:pPr eaLnBrk="1" hangingPunct="1">
              <a:buFont typeface="Monotype Sorts" charset="2"/>
              <a:buNone/>
            </a:pPr>
            <a:r>
              <a:rPr lang="en-US" sz="2000" b="1" dirty="0">
                <a:solidFill>
                  <a:srgbClr val="008000"/>
                </a:solidFill>
                <a:latin typeface="Courier New" panose="02070309020205020404" pitchFamily="49" charset="0"/>
              </a:rPr>
              <a:t>Date *dates[31];</a:t>
            </a:r>
          </a:p>
          <a:p>
            <a:pPr eaLnBrk="1" hangingPunct="1">
              <a:buFont typeface="Monotype Sorts" charset="2"/>
              <a:buNone/>
            </a:pPr>
            <a:endParaRPr lang="en-US" sz="2000" b="1" dirty="0">
              <a:solidFill>
                <a:srgbClr val="008000"/>
              </a:solidFill>
              <a:latin typeface="Courier New" panose="02070309020205020404" pitchFamily="49" charset="0"/>
            </a:endParaRPr>
          </a:p>
          <a:p>
            <a:pPr eaLnBrk="1" hangingPunct="1">
              <a:buFont typeface="Monotype Sorts" charset="2"/>
              <a:buNone/>
            </a:pPr>
            <a:r>
              <a:rPr lang="en-US" sz="2000" b="1" dirty="0">
                <a:solidFill>
                  <a:srgbClr val="008000"/>
                </a:solidFill>
                <a:latin typeface="Courier New" panose="02070309020205020404" pitchFamily="49" charset="0"/>
              </a:rPr>
              <a:t>for (</a:t>
            </a:r>
            <a:r>
              <a:rPr lang="en-US" sz="2000" b="1" dirty="0" err="1">
                <a:solidFill>
                  <a:srgbClr val="008000"/>
                </a:solidFill>
                <a:latin typeface="Courier New" panose="02070309020205020404" pitchFamily="49" charset="0"/>
              </a:rPr>
              <a:t>int</a:t>
            </a:r>
            <a:r>
              <a:rPr lang="en-US" sz="2000" b="1" dirty="0">
                <a:solidFill>
                  <a:srgbClr val="008000"/>
                </a:solidFill>
                <a:latin typeface="Courier New" panose="02070309020205020404" pitchFamily="49" charset="0"/>
              </a:rPr>
              <a:t> day = 0; day &lt; 31; ++day) </a:t>
            </a:r>
          </a:p>
          <a:p>
            <a:pPr eaLnBrk="1" hangingPunct="1">
              <a:buFont typeface="Monotype Sorts" charset="2"/>
              <a:buNone/>
            </a:pPr>
            <a:r>
              <a:rPr lang="en-US" sz="2000" b="1" dirty="0">
                <a:solidFill>
                  <a:srgbClr val="008000"/>
                </a:solidFill>
                <a:latin typeface="Courier New" panose="02070309020205020404" pitchFamily="49" charset="0"/>
              </a:rPr>
              <a:t>{</a:t>
            </a:r>
          </a:p>
          <a:p>
            <a:pPr eaLnBrk="1" hangingPunct="1">
              <a:buFont typeface="Monotype Sorts" charset="2"/>
              <a:buNone/>
            </a:pPr>
            <a:r>
              <a:rPr lang="en-US" sz="2000" b="1" dirty="0">
                <a:solidFill>
                  <a:srgbClr val="008000"/>
                </a:solidFill>
                <a:latin typeface="Courier New" panose="02070309020205020404" pitchFamily="49" charset="0"/>
              </a:rPr>
              <a:t>  dates[day] = new Date(3, day, 2020);</a:t>
            </a:r>
          </a:p>
          <a:p>
            <a:pPr eaLnBrk="1" hangingPunct="1">
              <a:buFont typeface="Monotype Sorts" charset="2"/>
              <a:buNone/>
            </a:pPr>
            <a:r>
              <a:rPr lang="en-US" sz="2000" b="1" dirty="0">
                <a:solidFill>
                  <a:srgbClr val="008000"/>
                </a:solidFill>
                <a:latin typeface="Courier New" panose="02070309020205020404" pitchFamily="49" charset="0"/>
              </a:rPr>
              <a:t>}</a:t>
            </a:r>
            <a:endParaRPr lang="en-US" sz="2800" b="1" dirty="0">
              <a:solidFill>
                <a:srgbClr val="008000"/>
              </a:solidFill>
              <a:latin typeface="Tahoma" panose="020B060403050404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9756" y="94488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528071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35"/>
          <p:cNvSpPr>
            <a:spLocks noGrp="1" noChangeArrowheads="1"/>
          </p:cNvSpPr>
          <p:nvPr>
            <p:ph type="title"/>
          </p:nvPr>
        </p:nvSpPr>
        <p:spPr>
          <a:xfrm>
            <a:off x="990600" y="0"/>
            <a:ext cx="8153400" cy="944881"/>
          </a:xfrm>
        </p:spPr>
        <p:txBody>
          <a:bodyPr/>
          <a:lstStyle/>
          <a:p>
            <a:r>
              <a:rPr lang="en-US" b="1" dirty="0">
                <a:solidFill>
                  <a:srgbClr val="D20000"/>
                </a:solidFill>
              </a:rPr>
              <a:t>Pointers to Objects</a:t>
            </a:r>
          </a:p>
        </p:txBody>
      </p:sp>
      <p:sp>
        <p:nvSpPr>
          <p:cNvPr id="8195" name="Rectangle 36"/>
          <p:cNvSpPr>
            <a:spLocks noGrp="1" noChangeArrowheads="1"/>
          </p:cNvSpPr>
          <p:nvPr>
            <p:ph type="body" idx="1"/>
          </p:nvPr>
        </p:nvSpPr>
        <p:spPr>
          <a:xfrm>
            <a:off x="39756" y="995680"/>
            <a:ext cx="9028044" cy="5862320"/>
          </a:xfrm>
        </p:spPr>
        <p:txBody>
          <a:bodyPr/>
          <a:lstStyle/>
          <a:p>
            <a:r>
              <a:rPr lang="en-US" sz="2800" b="1" dirty="0"/>
              <a:t>You can also </a:t>
            </a:r>
            <a:r>
              <a:rPr lang="en-US" sz="2800" b="1" dirty="0">
                <a:solidFill>
                  <a:srgbClr val="2C14DE"/>
                </a:solidFill>
              </a:rPr>
              <a:t>define pointers </a:t>
            </a:r>
            <a:r>
              <a:rPr lang="en-US" sz="2800" b="1" dirty="0"/>
              <a:t>to </a:t>
            </a:r>
            <a:r>
              <a:rPr lang="en-US" sz="2800" b="1" dirty="0">
                <a:solidFill>
                  <a:srgbClr val="2C14DE"/>
                </a:solidFill>
              </a:rPr>
              <a:t>class objects</a:t>
            </a:r>
          </a:p>
          <a:p>
            <a:endParaRPr lang="en-US" sz="2800" b="1" dirty="0">
              <a:solidFill>
                <a:srgbClr val="00B050"/>
              </a:solidFill>
            </a:endParaRPr>
          </a:p>
          <a:p>
            <a:endParaRPr lang="en-US" sz="2800" b="1" dirty="0">
              <a:solidFill>
                <a:srgbClr val="00B050"/>
              </a:solidFill>
            </a:endParaRPr>
          </a:p>
          <a:p>
            <a:pPr algn="just"/>
            <a:endParaRPr lang="en-US" sz="2800" b="1" dirty="0"/>
          </a:p>
          <a:p>
            <a:pPr algn="just"/>
            <a:r>
              <a:rPr lang="en-US" sz="2800" b="1" dirty="0"/>
              <a:t>You </a:t>
            </a:r>
            <a:r>
              <a:rPr lang="en-US" sz="2800" b="1" dirty="0">
                <a:solidFill>
                  <a:srgbClr val="2C14DE"/>
                </a:solidFill>
              </a:rPr>
              <a:t>can use </a:t>
            </a:r>
            <a:r>
              <a:rPr lang="en-US" sz="2800" b="1" dirty="0">
                <a:solidFill>
                  <a:srgbClr val="D20000"/>
                </a:solidFill>
              </a:rPr>
              <a:t>*</a:t>
            </a:r>
            <a:r>
              <a:rPr lang="en-US" sz="2800" b="1" dirty="0"/>
              <a:t> and  </a:t>
            </a:r>
            <a:r>
              <a:rPr lang="en-US" b="1" dirty="0">
                <a:solidFill>
                  <a:srgbClr val="D20000"/>
                </a:solidFill>
              </a:rPr>
              <a:t>.</a:t>
            </a:r>
            <a:r>
              <a:rPr lang="en-US" sz="2800" b="1" dirty="0"/>
              <a:t>  </a:t>
            </a:r>
            <a:r>
              <a:rPr lang="en-US" sz="2800" b="1" dirty="0">
                <a:solidFill>
                  <a:srgbClr val="2C14DE"/>
                </a:solidFill>
              </a:rPr>
              <a:t>operators</a:t>
            </a:r>
            <a:r>
              <a:rPr lang="en-US" sz="2800" b="1" dirty="0"/>
              <a:t> OR </a:t>
            </a:r>
            <a:r>
              <a:rPr lang="en-US" sz="2800" b="1" dirty="0">
                <a:solidFill>
                  <a:srgbClr val="D20000"/>
                </a:solidFill>
              </a:rPr>
              <a:t>-&gt;</a:t>
            </a:r>
            <a:r>
              <a:rPr lang="en-US" sz="2800" b="1" dirty="0"/>
              <a:t> to </a:t>
            </a:r>
            <a:r>
              <a:rPr lang="en-US" sz="2800" b="1" dirty="0">
                <a:solidFill>
                  <a:srgbClr val="2C14DE"/>
                </a:solidFill>
              </a:rPr>
              <a:t>access members</a:t>
            </a:r>
            <a:r>
              <a:rPr lang="en-US" sz="2800" b="1" dirty="0"/>
              <a:t>:</a:t>
            </a:r>
          </a:p>
          <a:p>
            <a:endParaRPr lang="en-US" sz="2800" b="1" dirty="0">
              <a:solidFill>
                <a:srgbClr val="00B050"/>
              </a:solidFill>
            </a:endParaRPr>
          </a:p>
          <a:p>
            <a:endParaRPr lang="en-US" sz="2800" b="1" dirty="0">
              <a:solidFill>
                <a:srgbClr val="00B050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9756" y="94488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977" y="1646276"/>
            <a:ext cx="8608223" cy="87754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3733800"/>
            <a:ext cx="4038600" cy="749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17456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35"/>
          <p:cNvSpPr>
            <a:spLocks noGrp="1" noChangeArrowheads="1"/>
          </p:cNvSpPr>
          <p:nvPr>
            <p:ph type="title"/>
          </p:nvPr>
        </p:nvSpPr>
        <p:spPr>
          <a:xfrm>
            <a:off x="990600" y="0"/>
            <a:ext cx="8153400" cy="944881"/>
          </a:xfrm>
        </p:spPr>
        <p:txBody>
          <a:bodyPr/>
          <a:lstStyle/>
          <a:p>
            <a:r>
              <a:rPr lang="en-US" b="1" dirty="0">
                <a:solidFill>
                  <a:srgbClr val="D20000"/>
                </a:solidFill>
              </a:rPr>
              <a:t>Pointers to Objects</a:t>
            </a:r>
          </a:p>
        </p:txBody>
      </p:sp>
      <p:sp>
        <p:nvSpPr>
          <p:cNvPr id="8195" name="Rectangle 36"/>
          <p:cNvSpPr>
            <a:spLocks noGrp="1" noChangeArrowheads="1"/>
          </p:cNvSpPr>
          <p:nvPr>
            <p:ph type="body" idx="1"/>
          </p:nvPr>
        </p:nvSpPr>
        <p:spPr>
          <a:xfrm>
            <a:off x="39756" y="995680"/>
            <a:ext cx="9028044" cy="5862320"/>
          </a:xfrm>
        </p:spPr>
        <p:txBody>
          <a:bodyPr/>
          <a:lstStyle/>
          <a:p>
            <a:r>
              <a:rPr lang="en-US" sz="2800" b="1" u="sng" dirty="0">
                <a:solidFill>
                  <a:srgbClr val="2C14DE"/>
                </a:solidFill>
              </a:rPr>
              <a:t>Dynamic Object Creation</a:t>
            </a:r>
          </a:p>
          <a:p>
            <a:endParaRPr lang="en-US" sz="2800" b="1" dirty="0">
              <a:solidFill>
                <a:srgbClr val="00B050"/>
              </a:solidFill>
            </a:endParaRPr>
          </a:p>
          <a:p>
            <a:endParaRPr lang="en-US" sz="2800" b="1" dirty="0">
              <a:solidFill>
                <a:srgbClr val="00B050"/>
              </a:solidFill>
            </a:endParaRPr>
          </a:p>
          <a:p>
            <a:pPr algn="just"/>
            <a:endParaRPr lang="en-US" sz="2800" b="1" dirty="0"/>
          </a:p>
          <a:p>
            <a:endParaRPr lang="en-US" sz="2800" b="1" dirty="0">
              <a:solidFill>
                <a:srgbClr val="00B050"/>
              </a:solidFill>
            </a:endParaRPr>
          </a:p>
          <a:p>
            <a:endParaRPr lang="en-US" sz="2800" b="1" dirty="0">
              <a:solidFill>
                <a:srgbClr val="00B050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9756" y="94488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111" y="1600200"/>
            <a:ext cx="8613090" cy="441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10382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35"/>
          <p:cNvSpPr>
            <a:spLocks noGrp="1" noChangeArrowheads="1"/>
          </p:cNvSpPr>
          <p:nvPr>
            <p:ph type="title"/>
          </p:nvPr>
        </p:nvSpPr>
        <p:spPr>
          <a:xfrm>
            <a:off x="990600" y="0"/>
            <a:ext cx="8153400" cy="944881"/>
          </a:xfrm>
        </p:spPr>
        <p:txBody>
          <a:bodyPr/>
          <a:lstStyle/>
          <a:p>
            <a:r>
              <a:rPr lang="en-US" b="1" dirty="0">
                <a:solidFill>
                  <a:srgbClr val="D20000"/>
                </a:solidFill>
              </a:rPr>
              <a:t>Reference to Objects</a:t>
            </a:r>
          </a:p>
        </p:txBody>
      </p:sp>
      <p:sp>
        <p:nvSpPr>
          <p:cNvPr id="8195" name="Rectangle 36"/>
          <p:cNvSpPr>
            <a:spLocks noGrp="1" noChangeArrowheads="1"/>
          </p:cNvSpPr>
          <p:nvPr>
            <p:ph type="body" idx="1"/>
          </p:nvPr>
        </p:nvSpPr>
        <p:spPr>
          <a:xfrm>
            <a:off x="39756" y="995680"/>
            <a:ext cx="9028044" cy="5862320"/>
          </a:xfrm>
        </p:spPr>
        <p:txBody>
          <a:bodyPr/>
          <a:lstStyle/>
          <a:p>
            <a:r>
              <a:rPr lang="en-US" sz="2800" b="1" u="sng" dirty="0">
                <a:solidFill>
                  <a:srgbClr val="D20000"/>
                </a:solidFill>
              </a:rPr>
              <a:t>Reference</a:t>
            </a:r>
            <a:r>
              <a:rPr lang="en-US" sz="2800" b="1" dirty="0">
                <a:solidFill>
                  <a:srgbClr val="D20000"/>
                </a:solidFill>
              </a:rPr>
              <a:t> </a:t>
            </a:r>
            <a:r>
              <a:rPr lang="en-US" sz="2800" b="1" dirty="0"/>
              <a:t>is an </a:t>
            </a:r>
            <a:r>
              <a:rPr lang="en-US" sz="2800" b="1" dirty="0">
                <a:solidFill>
                  <a:srgbClr val="008000"/>
                </a:solidFill>
              </a:rPr>
              <a:t>alias </a:t>
            </a:r>
            <a:r>
              <a:rPr lang="en-US" sz="2800" b="1" dirty="0"/>
              <a:t>to an </a:t>
            </a:r>
            <a:r>
              <a:rPr lang="en-US" sz="2800" b="1" dirty="0">
                <a:solidFill>
                  <a:srgbClr val="2C14DE"/>
                </a:solidFill>
              </a:rPr>
              <a:t>existing object</a:t>
            </a:r>
          </a:p>
          <a:p>
            <a:endParaRPr lang="en-US" sz="2800" b="1" dirty="0">
              <a:solidFill>
                <a:srgbClr val="2C14DE"/>
              </a:solidFill>
            </a:endParaRPr>
          </a:p>
          <a:p>
            <a:endParaRPr lang="en-US" sz="2800" b="1" dirty="0">
              <a:solidFill>
                <a:srgbClr val="2C14DE"/>
              </a:solidFill>
            </a:endParaRPr>
          </a:p>
          <a:p>
            <a:endParaRPr lang="en-US" sz="2800" b="1" dirty="0">
              <a:solidFill>
                <a:srgbClr val="00B050"/>
              </a:solidFill>
            </a:endParaRPr>
          </a:p>
          <a:p>
            <a:endParaRPr lang="en-US" sz="2800" b="1" dirty="0">
              <a:solidFill>
                <a:srgbClr val="00B050"/>
              </a:solidFill>
            </a:endParaRPr>
          </a:p>
          <a:p>
            <a:pPr algn="just"/>
            <a:endParaRPr lang="en-US" sz="2800" b="1" dirty="0"/>
          </a:p>
          <a:p>
            <a:endParaRPr lang="en-US" sz="2800" b="1" dirty="0">
              <a:solidFill>
                <a:srgbClr val="00B050"/>
              </a:solidFill>
            </a:endParaRPr>
          </a:p>
          <a:p>
            <a:endParaRPr lang="en-US" sz="2800" b="1" dirty="0">
              <a:solidFill>
                <a:srgbClr val="00B050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9756" y="94488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447800"/>
            <a:ext cx="6934200" cy="5280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29473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35"/>
          <p:cNvSpPr>
            <a:spLocks noGrp="1" noChangeArrowheads="1"/>
          </p:cNvSpPr>
          <p:nvPr>
            <p:ph type="title"/>
          </p:nvPr>
        </p:nvSpPr>
        <p:spPr>
          <a:xfrm>
            <a:off x="990600" y="1"/>
            <a:ext cx="8153400" cy="60960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D20000"/>
                </a:solidFill>
              </a:rPr>
              <a:t>Reference to Objects</a:t>
            </a:r>
          </a:p>
        </p:txBody>
      </p:sp>
      <p:sp>
        <p:nvSpPr>
          <p:cNvPr id="4" name="Rectangle 3"/>
          <p:cNvSpPr/>
          <p:nvPr/>
        </p:nvSpPr>
        <p:spPr>
          <a:xfrm>
            <a:off x="39756" y="94488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135" y="609601"/>
            <a:ext cx="8913042" cy="48006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5562600"/>
            <a:ext cx="8292163" cy="102870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1789373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35"/>
          <p:cNvSpPr>
            <a:spLocks noGrp="1" noChangeArrowheads="1"/>
          </p:cNvSpPr>
          <p:nvPr>
            <p:ph type="title"/>
          </p:nvPr>
        </p:nvSpPr>
        <p:spPr>
          <a:xfrm>
            <a:off x="990600" y="0"/>
            <a:ext cx="8153400" cy="914399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D20000"/>
                </a:solidFill>
              </a:rPr>
              <a:t>Reference and Pointers to Objects</a:t>
            </a:r>
          </a:p>
        </p:txBody>
      </p:sp>
      <p:sp>
        <p:nvSpPr>
          <p:cNvPr id="4" name="Rectangle 3"/>
          <p:cNvSpPr/>
          <p:nvPr/>
        </p:nvSpPr>
        <p:spPr>
          <a:xfrm>
            <a:off x="38100" y="914400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977437"/>
            <a:ext cx="6858000" cy="589387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9318" y="1987997"/>
            <a:ext cx="4114800" cy="193637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975545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990600" y="30797"/>
            <a:ext cx="8116956" cy="877253"/>
          </a:xfrm>
        </p:spPr>
        <p:txBody>
          <a:bodyPr>
            <a:normAutofit/>
          </a:bodyPr>
          <a:lstStyle/>
          <a:p>
            <a:r>
              <a:rPr lang="en-US" b="1" dirty="0">
                <a:latin typeface="Calibri" pitchFamily="34" charset="0"/>
              </a:rPr>
              <a:t>The </a:t>
            </a:r>
            <a:r>
              <a:rPr lang="en-US" b="1" i="1" dirty="0">
                <a:solidFill>
                  <a:srgbClr val="FF0000"/>
                </a:solidFill>
                <a:latin typeface="Calibri" pitchFamily="34" charset="0"/>
              </a:rPr>
              <a:t>this</a:t>
            </a:r>
            <a:r>
              <a:rPr lang="en-US" b="1" dirty="0">
                <a:latin typeface="Calibri" pitchFamily="34" charset="0"/>
              </a:rPr>
              <a:t> Pointer</a:t>
            </a:r>
          </a:p>
        </p:txBody>
      </p:sp>
      <p:sp>
        <p:nvSpPr>
          <p:cNvPr id="30723" name="Rectangle 3"/>
          <p:cNvSpPr>
            <a:spLocks noChangeArrowheads="1"/>
          </p:cNvSpPr>
          <p:nvPr/>
        </p:nvSpPr>
        <p:spPr bwMode="auto">
          <a:xfrm>
            <a:off x="76200" y="1143000"/>
            <a:ext cx="8955156" cy="563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/>
          <a:p>
            <a:pPr marL="342900" indent="-342900" algn="just" eaLnBrk="0" hangingPunct="0"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Char char="n"/>
            </a:pPr>
            <a:r>
              <a:rPr lang="en-US" sz="3000" b="1" i="1" dirty="0">
                <a:solidFill>
                  <a:srgbClr val="B80000"/>
                </a:solidFill>
                <a:latin typeface="Calibri" pitchFamily="34" charset="0"/>
              </a:rPr>
              <a:t>this</a:t>
            </a:r>
            <a:r>
              <a:rPr lang="en-US" sz="3000" b="1" dirty="0">
                <a:solidFill>
                  <a:srgbClr val="B80000"/>
                </a:solidFill>
                <a:latin typeface="Calibri" pitchFamily="34" charset="0"/>
              </a:rPr>
              <a:t> </a:t>
            </a:r>
            <a:r>
              <a:rPr lang="en-US" sz="3000" b="1" dirty="0">
                <a:latin typeface="Calibri" pitchFamily="34" charset="0"/>
              </a:rPr>
              <a:t>keyword is a </a:t>
            </a:r>
            <a:r>
              <a:rPr lang="en-US" sz="3000" b="1" u="sng" dirty="0">
                <a:solidFill>
                  <a:srgbClr val="2F1BC7"/>
                </a:solidFill>
                <a:latin typeface="Calibri" pitchFamily="34" charset="0"/>
              </a:rPr>
              <a:t>special built-in pointer (</a:t>
            </a:r>
            <a:r>
              <a:rPr lang="en-US" sz="3000" b="1" u="sng" dirty="0">
                <a:solidFill>
                  <a:srgbClr val="FF0000"/>
                </a:solidFill>
                <a:latin typeface="Calibri" pitchFamily="34" charset="0"/>
              </a:rPr>
              <a:t>constant pointer</a:t>
            </a:r>
            <a:r>
              <a:rPr lang="en-US" sz="3000" b="1" u="sng" dirty="0">
                <a:solidFill>
                  <a:srgbClr val="2F1BC7"/>
                </a:solidFill>
                <a:latin typeface="Calibri" pitchFamily="34" charset="0"/>
              </a:rPr>
              <a:t>)</a:t>
            </a:r>
            <a:r>
              <a:rPr lang="en-US" sz="3000" b="1" u="sng" dirty="0">
                <a:latin typeface="Calibri" pitchFamily="34" charset="0"/>
              </a:rPr>
              <a:t> </a:t>
            </a:r>
            <a:r>
              <a:rPr lang="en-US" sz="3000" b="1" dirty="0">
                <a:latin typeface="Calibri" pitchFamily="34" charset="0"/>
              </a:rPr>
              <a:t>that </a:t>
            </a:r>
            <a:r>
              <a:rPr lang="en-US" sz="3000" b="1" dirty="0">
                <a:solidFill>
                  <a:srgbClr val="2F1BC7"/>
                </a:solidFill>
                <a:latin typeface="Calibri" pitchFamily="34" charset="0"/>
              </a:rPr>
              <a:t>references</a:t>
            </a:r>
            <a:r>
              <a:rPr lang="en-US" sz="3000" b="1" dirty="0">
                <a:latin typeface="Calibri" pitchFamily="34" charset="0"/>
              </a:rPr>
              <a:t> to the </a:t>
            </a:r>
            <a:r>
              <a:rPr lang="en-US" sz="3000" b="1" dirty="0">
                <a:solidFill>
                  <a:srgbClr val="2C14DE"/>
                </a:solidFill>
                <a:latin typeface="Calibri" pitchFamily="34" charset="0"/>
              </a:rPr>
              <a:t>calling object</a:t>
            </a:r>
            <a:r>
              <a:rPr lang="en-US" sz="3000" b="1" dirty="0">
                <a:latin typeface="Calibri" pitchFamily="34" charset="0"/>
              </a:rPr>
              <a:t>.</a:t>
            </a:r>
            <a:r>
              <a:rPr lang="en-US" sz="3000" dirty="0">
                <a:solidFill>
                  <a:srgbClr val="FF0000"/>
                </a:solidFill>
                <a:latin typeface="Calibri" pitchFamily="34" charset="0"/>
              </a:rPr>
              <a:t> </a:t>
            </a:r>
          </a:p>
          <a:p>
            <a:pPr marL="342900" indent="-342900" eaLnBrk="0" hangingPunct="0"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Char char="n"/>
            </a:pPr>
            <a:endParaRPr lang="en-US" sz="2800" dirty="0">
              <a:latin typeface="Calibri" pitchFamily="34" charset="0"/>
            </a:endParaRPr>
          </a:p>
          <a:p>
            <a:pPr marL="342900" indent="-342900" algn="just" eaLnBrk="0" hangingPunct="0"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Char char="n"/>
            </a:pPr>
            <a:r>
              <a:rPr lang="en-US" sz="3000" b="1" dirty="0">
                <a:solidFill>
                  <a:srgbClr val="B80000"/>
                </a:solidFill>
                <a:latin typeface="+mj-lt"/>
              </a:rPr>
              <a:t>this</a:t>
            </a:r>
            <a:r>
              <a:rPr lang="en-US" sz="3000" dirty="0">
                <a:solidFill>
                  <a:srgbClr val="B80000"/>
                </a:solidFill>
                <a:latin typeface="+mj-lt"/>
              </a:rPr>
              <a:t> </a:t>
            </a:r>
            <a:r>
              <a:rPr lang="en-US" sz="3000" dirty="0">
                <a:latin typeface="+mj-lt"/>
              </a:rPr>
              <a:t>pointer is passed as a </a:t>
            </a:r>
            <a:r>
              <a:rPr lang="en-US" sz="3000" b="1" u="sng" dirty="0">
                <a:solidFill>
                  <a:srgbClr val="2C14DE"/>
                </a:solidFill>
                <a:latin typeface="+mj-lt"/>
              </a:rPr>
              <a:t>hidden argument </a:t>
            </a:r>
            <a:r>
              <a:rPr lang="en-US" sz="3000" dirty="0">
                <a:latin typeface="+mj-lt"/>
              </a:rPr>
              <a:t>to all </a:t>
            </a:r>
            <a:r>
              <a:rPr lang="en-US" sz="3000" b="1" u="sng" dirty="0">
                <a:solidFill>
                  <a:srgbClr val="2C14DE"/>
                </a:solidFill>
                <a:latin typeface="+mj-lt"/>
              </a:rPr>
              <a:t>non-static member function</a:t>
            </a:r>
            <a:r>
              <a:rPr lang="en-US" sz="3000" b="1" dirty="0">
                <a:solidFill>
                  <a:srgbClr val="2C14DE"/>
                </a:solidFill>
                <a:latin typeface="+mj-lt"/>
              </a:rPr>
              <a:t> </a:t>
            </a:r>
            <a:r>
              <a:rPr lang="en-US" sz="3000" dirty="0">
                <a:latin typeface="+mj-lt"/>
              </a:rPr>
              <a:t>and is </a:t>
            </a:r>
            <a:r>
              <a:rPr lang="en-US" sz="3000" b="1" dirty="0">
                <a:latin typeface="+mj-lt"/>
              </a:rPr>
              <a:t>available</a:t>
            </a:r>
            <a:r>
              <a:rPr lang="en-US" sz="3000" dirty="0">
                <a:latin typeface="+mj-lt"/>
              </a:rPr>
              <a:t> as a </a:t>
            </a:r>
            <a:r>
              <a:rPr lang="en-US" sz="3000" b="1" dirty="0">
                <a:latin typeface="+mj-lt"/>
              </a:rPr>
              <a:t>local variable </a:t>
            </a:r>
            <a:r>
              <a:rPr lang="en-US" sz="3000" dirty="0">
                <a:latin typeface="+mj-lt"/>
              </a:rPr>
              <a:t>within the body of all </a:t>
            </a:r>
            <a:r>
              <a:rPr lang="en-US" sz="3000" b="1" u="sng" dirty="0">
                <a:latin typeface="+mj-lt"/>
              </a:rPr>
              <a:t>non-static functions</a:t>
            </a:r>
            <a:r>
              <a:rPr lang="en-US" sz="3000" dirty="0">
                <a:latin typeface="+mj-lt"/>
              </a:rPr>
              <a:t>.</a:t>
            </a:r>
          </a:p>
          <a:p>
            <a:pPr marL="800100" lvl="2" indent="-342900" algn="just" eaLnBrk="0" hangingPunct="0"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Char char="n"/>
            </a:pPr>
            <a:r>
              <a:rPr lang="en-US" sz="3000" b="1" u="sng" dirty="0">
                <a:latin typeface="+mj-lt"/>
              </a:rPr>
              <a:t>Not part of the object itself (</a:t>
            </a:r>
            <a:r>
              <a:rPr lang="en-US" sz="3000" b="1" u="sng" dirty="0">
                <a:solidFill>
                  <a:srgbClr val="FF0000"/>
                </a:solidFill>
                <a:latin typeface="+mj-lt"/>
              </a:rPr>
              <a:t>this</a:t>
            </a:r>
            <a:r>
              <a:rPr lang="en-US" sz="3000" b="1" u="sng" dirty="0">
                <a:latin typeface="+mj-lt"/>
              </a:rPr>
              <a:t> </a:t>
            </a:r>
            <a:r>
              <a:rPr lang="en-US" sz="3000" b="1" u="sng" dirty="0">
                <a:solidFill>
                  <a:srgbClr val="2C14DE"/>
                </a:solidFill>
                <a:latin typeface="+mj-lt"/>
              </a:rPr>
              <a:t>pointer is not reflected with </a:t>
            </a:r>
            <a:r>
              <a:rPr lang="en-US" sz="3000" b="1" u="sng" dirty="0" err="1">
                <a:solidFill>
                  <a:srgbClr val="2C14DE"/>
                </a:solidFill>
                <a:latin typeface="+mj-lt"/>
              </a:rPr>
              <a:t>sizeof</a:t>
            </a:r>
            <a:r>
              <a:rPr lang="en-US" sz="3000" b="1" u="sng" dirty="0">
                <a:solidFill>
                  <a:srgbClr val="2C14DE"/>
                </a:solidFill>
                <a:latin typeface="+mj-lt"/>
              </a:rPr>
              <a:t>(object)</a:t>
            </a:r>
            <a:r>
              <a:rPr lang="en-US" sz="3000" b="1" u="sng" dirty="0">
                <a:latin typeface="+mj-lt"/>
              </a:rPr>
              <a:t>)</a:t>
            </a:r>
          </a:p>
          <a:p>
            <a:pPr eaLnBrk="0" hangingPunct="0">
              <a:spcBef>
                <a:spcPct val="20000"/>
              </a:spcBef>
              <a:buClr>
                <a:srgbClr val="00007D"/>
              </a:buClr>
              <a:buSzPct val="75000"/>
            </a:pPr>
            <a:endParaRPr lang="en-US" sz="2800" dirty="0">
              <a:solidFill>
                <a:srgbClr val="FF0000"/>
              </a:solidFill>
              <a:latin typeface="Calibri" pitchFamily="34" charset="0"/>
            </a:endParaRPr>
          </a:p>
          <a:p>
            <a:pPr marL="342900" indent="-342900" algn="just" eaLnBrk="0" hangingPunct="0"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Char char="n"/>
            </a:pPr>
            <a:r>
              <a:rPr lang="en-US" sz="3000" b="1" dirty="0">
                <a:latin typeface="Calibri" pitchFamily="34" charset="0"/>
              </a:rPr>
              <a:t>Can be used</a:t>
            </a:r>
            <a:r>
              <a:rPr lang="en-US" sz="3000" dirty="0">
                <a:latin typeface="Calibri" pitchFamily="34" charset="0"/>
              </a:rPr>
              <a:t> to </a:t>
            </a:r>
            <a:r>
              <a:rPr lang="en-US" sz="3000" b="1" dirty="0">
                <a:solidFill>
                  <a:srgbClr val="2C14DE"/>
                </a:solidFill>
                <a:latin typeface="Calibri" pitchFamily="34" charset="0"/>
              </a:rPr>
              <a:t>access</a:t>
            </a:r>
            <a:r>
              <a:rPr lang="en-US" sz="3000" dirty="0">
                <a:solidFill>
                  <a:srgbClr val="2C14DE"/>
                </a:solidFill>
                <a:latin typeface="Calibri" pitchFamily="34" charset="0"/>
              </a:rPr>
              <a:t> </a:t>
            </a:r>
            <a:r>
              <a:rPr lang="en-US" sz="3000" b="1" dirty="0">
                <a:solidFill>
                  <a:srgbClr val="2C14DE"/>
                </a:solidFill>
                <a:latin typeface="Calibri" pitchFamily="34" charset="0"/>
              </a:rPr>
              <a:t>instance variables </a:t>
            </a:r>
            <a:r>
              <a:rPr lang="en-US" sz="3000" dirty="0">
                <a:latin typeface="Calibri" pitchFamily="34" charset="0"/>
              </a:rPr>
              <a:t>within </a:t>
            </a:r>
            <a:r>
              <a:rPr lang="en-US" sz="3000" b="1" dirty="0">
                <a:solidFill>
                  <a:srgbClr val="2C14DE"/>
                </a:solidFill>
                <a:latin typeface="Calibri" pitchFamily="34" charset="0"/>
              </a:rPr>
              <a:t>constructors</a:t>
            </a:r>
            <a:r>
              <a:rPr lang="en-US" sz="3000" dirty="0">
                <a:solidFill>
                  <a:srgbClr val="2C14DE"/>
                </a:solidFill>
                <a:latin typeface="Calibri" pitchFamily="34" charset="0"/>
              </a:rPr>
              <a:t> </a:t>
            </a:r>
            <a:r>
              <a:rPr lang="en-US" sz="3000" dirty="0">
                <a:latin typeface="Calibri" pitchFamily="34" charset="0"/>
              </a:rPr>
              <a:t>and </a:t>
            </a:r>
            <a:r>
              <a:rPr lang="en-US" sz="3000" b="1" dirty="0">
                <a:solidFill>
                  <a:srgbClr val="2C14DE"/>
                </a:solidFill>
                <a:latin typeface="Calibri" pitchFamily="34" charset="0"/>
              </a:rPr>
              <a:t>member functions</a:t>
            </a:r>
          </a:p>
        </p:txBody>
      </p:sp>
      <p:sp>
        <p:nvSpPr>
          <p:cNvPr id="30724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39756" y="94488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79451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Rectangle 4"/>
          <p:cNvSpPr>
            <a:spLocks noGrp="1" noChangeArrowheads="1"/>
          </p:cNvSpPr>
          <p:nvPr>
            <p:ph type="title"/>
          </p:nvPr>
        </p:nvSpPr>
        <p:spPr>
          <a:xfrm>
            <a:off x="982731" y="38948"/>
            <a:ext cx="8153400" cy="829733"/>
          </a:xfrm>
          <a:extLst>
            <a:ext uri="{909E8E84-426E-40dd-AFC4-6F175D3DCCD1}"/>
            <a:ext uri="{91240B29-F687-4f45-9708-019B960494DF}"/>
            <a:ext uri="{AF507438-7753-43e0-B8FC-AC1667EBCBE1}"/>
            <a:ext uri="{FAA26D3D-D897-4be2-8F04-BA451C77F1D7}"/>
          </a:extLst>
        </p:spPr>
        <p:txBody>
          <a:bodyPr/>
          <a:lstStyle/>
          <a:p>
            <a:pPr>
              <a:defRPr/>
            </a:pPr>
            <a:r>
              <a:rPr lang="en-US" b="1" dirty="0">
                <a:solidFill>
                  <a:srgbClr val="B80000"/>
                </a:solidFill>
                <a:cs typeface="+mj-cs"/>
              </a:rPr>
              <a:t>Using the </a:t>
            </a:r>
            <a:r>
              <a:rPr lang="en-US" b="1" dirty="0">
                <a:solidFill>
                  <a:srgbClr val="FF0000"/>
                </a:solidFill>
                <a:cs typeface="+mj-cs"/>
              </a:rPr>
              <a:t>this</a:t>
            </a:r>
            <a:r>
              <a:rPr lang="en-US" b="1" dirty="0">
                <a:solidFill>
                  <a:srgbClr val="B80000"/>
                </a:solidFill>
                <a:cs typeface="+mj-cs"/>
              </a:rPr>
              <a:t> Pointer</a:t>
            </a:r>
          </a:p>
        </p:txBody>
      </p:sp>
      <p:sp>
        <p:nvSpPr>
          <p:cNvPr id="19460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39756" y="1095374"/>
            <a:ext cx="8951844" cy="5762625"/>
          </a:xfrm>
          <a:extLst>
            <a:ext uri="{909E8E84-426E-40dd-AFC4-6F175D3DCCD1}"/>
            <a:ext uri="{91240B29-F687-4f45-9708-019B960494DF}"/>
            <a:ext uri="{AF507438-7753-43e0-B8FC-AC1667EBCBE1}"/>
            <a:ext uri="{FAA26D3D-D897-4be2-8F04-BA451C77F1D7}"/>
          </a:extLst>
        </p:spPr>
        <p:txBody>
          <a:bodyPr>
            <a:normAutofit/>
          </a:bodyPr>
          <a:lstStyle/>
          <a:p>
            <a:pPr>
              <a:defRPr/>
            </a:pPr>
            <a:r>
              <a:rPr lang="en-US" b="1" dirty="0">
                <a:solidFill>
                  <a:srgbClr val="B80000"/>
                </a:solidFill>
                <a:cs typeface="+mn-cs"/>
              </a:rPr>
              <a:t>Examples using </a:t>
            </a:r>
            <a:r>
              <a:rPr lang="en-US" b="1" dirty="0">
                <a:solidFill>
                  <a:srgbClr val="FF0000"/>
                </a:solidFill>
                <a:latin typeface="Courier New" charset="0"/>
                <a:cs typeface="+mn-cs"/>
              </a:rPr>
              <a:t>this</a:t>
            </a:r>
          </a:p>
          <a:p>
            <a:pPr lvl="1">
              <a:defRPr/>
            </a:pPr>
            <a:r>
              <a:rPr lang="en-US" dirty="0"/>
              <a:t>For a </a:t>
            </a:r>
            <a:r>
              <a:rPr lang="en-US" b="1" dirty="0">
                <a:solidFill>
                  <a:srgbClr val="2C14DE"/>
                </a:solidFill>
              </a:rPr>
              <a:t>member function </a:t>
            </a:r>
            <a:r>
              <a:rPr lang="en-US" b="1" dirty="0"/>
              <a:t>print data member </a:t>
            </a:r>
            <a:r>
              <a:rPr lang="en-US" b="1" dirty="0">
                <a:latin typeface="Courier New" charset="0"/>
              </a:rPr>
              <a:t>x</a:t>
            </a:r>
            <a:r>
              <a:rPr lang="en-US" dirty="0"/>
              <a:t>, either</a:t>
            </a:r>
          </a:p>
          <a:p>
            <a:pPr lvl="4">
              <a:buFontTx/>
              <a:buNone/>
              <a:defRPr/>
            </a:pPr>
            <a:r>
              <a:rPr lang="en-US" sz="2400" b="1" dirty="0">
                <a:solidFill>
                  <a:srgbClr val="008000"/>
                </a:solidFill>
                <a:latin typeface="Courier New" charset="0"/>
              </a:rPr>
              <a:t>      this-&gt;x;</a:t>
            </a:r>
          </a:p>
          <a:p>
            <a:pPr lvl="4">
              <a:buFontTx/>
              <a:buNone/>
              <a:defRPr/>
            </a:pPr>
            <a:r>
              <a:rPr lang="en-US" sz="2400" dirty="0"/>
              <a:t>                   or</a:t>
            </a:r>
          </a:p>
          <a:p>
            <a:pPr lvl="4">
              <a:buFontTx/>
              <a:buNone/>
              <a:defRPr/>
            </a:pPr>
            <a:r>
              <a:rPr lang="en-US" sz="2400" b="1" dirty="0">
                <a:solidFill>
                  <a:srgbClr val="008000"/>
                </a:solidFill>
                <a:latin typeface="Courier New" charset="0"/>
              </a:rPr>
              <a:t>      (*this).x</a:t>
            </a:r>
          </a:p>
          <a:p>
            <a:pPr lvl="4">
              <a:buFontTx/>
              <a:buNone/>
              <a:defRPr/>
            </a:pPr>
            <a:endParaRPr lang="en-US" b="1" dirty="0">
              <a:solidFill>
                <a:srgbClr val="008000"/>
              </a:solidFill>
              <a:latin typeface="Courier New" charset="0"/>
            </a:endParaRPr>
          </a:p>
          <a:p>
            <a:pPr>
              <a:defRPr/>
            </a:pPr>
            <a:r>
              <a:rPr lang="en-US" b="1" u="sng" dirty="0">
                <a:solidFill>
                  <a:srgbClr val="B80000"/>
                </a:solidFill>
                <a:cs typeface="+mn-cs"/>
              </a:rPr>
              <a:t>Cascaded</a:t>
            </a:r>
            <a:r>
              <a:rPr lang="en-US" b="1" dirty="0">
                <a:solidFill>
                  <a:srgbClr val="B80000"/>
                </a:solidFill>
                <a:cs typeface="+mn-cs"/>
              </a:rPr>
              <a:t> member function calls:</a:t>
            </a:r>
          </a:p>
          <a:p>
            <a:pPr lvl="1">
              <a:defRPr/>
            </a:pPr>
            <a:r>
              <a:rPr lang="en-US" b="1" dirty="0">
                <a:solidFill>
                  <a:srgbClr val="2C14DE"/>
                </a:solidFill>
              </a:rPr>
              <a:t>Function</a:t>
            </a:r>
            <a:r>
              <a:rPr lang="en-US" dirty="0">
                <a:solidFill>
                  <a:srgbClr val="2C14DE"/>
                </a:solidFill>
              </a:rPr>
              <a:t> </a:t>
            </a:r>
            <a:r>
              <a:rPr lang="en-US" b="1" dirty="0"/>
              <a:t>returns</a:t>
            </a:r>
            <a:r>
              <a:rPr lang="en-US" dirty="0"/>
              <a:t> a </a:t>
            </a:r>
            <a:r>
              <a:rPr lang="en-US" b="1" dirty="0">
                <a:solidFill>
                  <a:srgbClr val="FF0000"/>
                </a:solidFill>
              </a:rPr>
              <a:t>reference pointer </a:t>
            </a:r>
            <a:r>
              <a:rPr lang="en-US" dirty="0"/>
              <a:t>to the </a:t>
            </a:r>
            <a:r>
              <a:rPr lang="en-US" b="1" dirty="0"/>
              <a:t>same object</a:t>
            </a:r>
            <a:r>
              <a:rPr lang="en-US" dirty="0"/>
              <a:t> </a:t>
            </a:r>
          </a:p>
          <a:p>
            <a:pPr lvl="4">
              <a:buFontTx/>
              <a:buNone/>
              <a:defRPr/>
            </a:pPr>
            <a:r>
              <a:rPr lang="en-US" b="1" dirty="0">
                <a:latin typeface="Courier New" charset="0"/>
              </a:rPr>
              <a:t>{ return *this; } </a:t>
            </a:r>
          </a:p>
          <a:p>
            <a:pPr lvl="1">
              <a:defRPr/>
            </a:pPr>
            <a:r>
              <a:rPr lang="en-US" dirty="0"/>
              <a:t>Other </a:t>
            </a:r>
            <a:r>
              <a:rPr lang="en-US" b="1" dirty="0">
                <a:solidFill>
                  <a:srgbClr val="2C14DE"/>
                </a:solidFill>
              </a:rPr>
              <a:t>functions</a:t>
            </a:r>
            <a:r>
              <a:rPr lang="en-US" dirty="0">
                <a:solidFill>
                  <a:srgbClr val="2C14DE"/>
                </a:solidFill>
              </a:rPr>
              <a:t> </a:t>
            </a:r>
            <a:r>
              <a:rPr lang="en-US" dirty="0"/>
              <a:t>can </a:t>
            </a:r>
            <a:r>
              <a:rPr lang="en-US" b="1" dirty="0">
                <a:solidFill>
                  <a:srgbClr val="2C14DE"/>
                </a:solidFill>
              </a:rPr>
              <a:t>operate</a:t>
            </a:r>
            <a:r>
              <a:rPr lang="en-US" dirty="0">
                <a:solidFill>
                  <a:srgbClr val="2C14DE"/>
                </a:solidFill>
              </a:rPr>
              <a:t> </a:t>
            </a:r>
            <a:r>
              <a:rPr lang="en-US" dirty="0"/>
              <a:t>on </a:t>
            </a:r>
            <a:r>
              <a:rPr lang="en-US" b="1" dirty="0"/>
              <a:t>that </a:t>
            </a:r>
            <a:r>
              <a:rPr lang="en-US" b="1" dirty="0">
                <a:solidFill>
                  <a:srgbClr val="2C14DE"/>
                </a:solidFill>
              </a:rPr>
              <a:t>pointer</a:t>
            </a:r>
          </a:p>
        </p:txBody>
      </p:sp>
      <p:sp>
        <p:nvSpPr>
          <p:cNvPr id="5" name="Rectangle 4"/>
          <p:cNvSpPr/>
          <p:nvPr/>
        </p:nvSpPr>
        <p:spPr>
          <a:xfrm>
            <a:off x="39756" y="94488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2504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Rectangle 4"/>
          <p:cNvSpPr>
            <a:spLocks noGrp="1" noChangeArrowheads="1"/>
          </p:cNvSpPr>
          <p:nvPr>
            <p:ph type="title"/>
          </p:nvPr>
        </p:nvSpPr>
        <p:spPr>
          <a:xfrm>
            <a:off x="0" y="1"/>
            <a:ext cx="9144000" cy="609600"/>
          </a:xfrm>
          <a:solidFill>
            <a:schemeClr val="bg1"/>
          </a:solidFill>
          <a:extLst>
            <a:ext uri="{909E8E84-426E-40dd-AFC4-6F175D3DCCD1}"/>
            <a:ext uri="{91240B29-F687-4f45-9708-019B960494DF}"/>
            <a:ext uri="{AF507438-7753-43e0-B8FC-AC1667EBCBE1}"/>
            <a:ext uri="{FAA26D3D-D897-4be2-8F04-BA451C77F1D7}"/>
          </a:extLst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b="1" dirty="0">
                <a:solidFill>
                  <a:srgbClr val="B80000"/>
                </a:solidFill>
                <a:cs typeface="+mj-cs"/>
              </a:rPr>
              <a:t>Using the this Pointer</a:t>
            </a:r>
          </a:p>
        </p:txBody>
      </p:sp>
      <p:sp>
        <p:nvSpPr>
          <p:cNvPr id="21508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94422" y="533400"/>
            <a:ext cx="9067800" cy="6705599"/>
          </a:xfrm>
          <a:solidFill>
            <a:schemeClr val="bg1"/>
          </a:solidFill>
          <a:extLst>
            <a:ext uri="{909E8E84-426E-40dd-AFC4-6F175D3DCCD1}"/>
            <a:ext uri="{91240B29-F687-4f45-9708-019B960494DF}"/>
            <a:ext uri="{AF507438-7753-43e0-B8FC-AC1667EBCBE1}"/>
            <a:ext uri="{FAA26D3D-D897-4be2-8F04-BA451C77F1D7}"/>
          </a:extLst>
        </p:spPr>
        <p:txBody>
          <a:bodyPr>
            <a:normAutofit fontScale="85000" lnSpcReduction="10000"/>
          </a:bodyPr>
          <a:lstStyle/>
          <a:p>
            <a:pPr>
              <a:defRPr/>
            </a:pPr>
            <a:r>
              <a:rPr lang="en-US" b="1" dirty="0">
                <a:solidFill>
                  <a:srgbClr val="B80000"/>
                </a:solidFill>
                <a:cs typeface="+mn-cs"/>
              </a:rPr>
              <a:t>Example</a:t>
            </a:r>
            <a:r>
              <a:rPr lang="en-US" dirty="0">
                <a:solidFill>
                  <a:srgbClr val="B80000"/>
                </a:solidFill>
                <a:cs typeface="+mn-cs"/>
              </a:rPr>
              <a:t> </a:t>
            </a:r>
            <a:r>
              <a:rPr lang="en-US" dirty="0">
                <a:cs typeface="+mn-cs"/>
              </a:rPr>
              <a:t>of</a:t>
            </a:r>
            <a:r>
              <a:rPr lang="en-US" dirty="0">
                <a:solidFill>
                  <a:srgbClr val="B80000"/>
                </a:solidFill>
                <a:cs typeface="+mn-cs"/>
              </a:rPr>
              <a:t> </a:t>
            </a:r>
            <a:r>
              <a:rPr lang="en-US" b="1" dirty="0">
                <a:solidFill>
                  <a:srgbClr val="B80000"/>
                </a:solidFill>
                <a:cs typeface="+mn-cs"/>
              </a:rPr>
              <a:t>cascaded member function calls:</a:t>
            </a:r>
          </a:p>
          <a:p>
            <a:pPr lvl="1">
              <a:defRPr/>
            </a:pPr>
            <a:r>
              <a:rPr lang="en-US" dirty="0"/>
              <a:t>Member functions </a:t>
            </a:r>
            <a:r>
              <a:rPr lang="en-US" b="1" dirty="0" err="1">
                <a:solidFill>
                  <a:srgbClr val="2C14DE"/>
                </a:solidFill>
                <a:latin typeface="Courier New" charset="0"/>
              </a:rPr>
              <a:t>setHour</a:t>
            </a:r>
            <a:r>
              <a:rPr lang="en-US" dirty="0"/>
              <a:t>, </a:t>
            </a:r>
            <a:r>
              <a:rPr lang="en-US" b="1" dirty="0" err="1">
                <a:solidFill>
                  <a:srgbClr val="2C14DE"/>
                </a:solidFill>
                <a:latin typeface="Courier New" charset="0"/>
              </a:rPr>
              <a:t>setMinute</a:t>
            </a:r>
            <a:r>
              <a:rPr lang="en-US" dirty="0"/>
              <a:t>, and </a:t>
            </a:r>
            <a:r>
              <a:rPr lang="en-US" b="1" dirty="0" err="1">
                <a:solidFill>
                  <a:srgbClr val="2C14DE"/>
                </a:solidFill>
                <a:latin typeface="Courier New" charset="0"/>
              </a:rPr>
              <a:t>setSecond</a:t>
            </a:r>
            <a:r>
              <a:rPr lang="en-US" dirty="0">
                <a:solidFill>
                  <a:srgbClr val="2C14DE"/>
                </a:solidFill>
              </a:rPr>
              <a:t> </a:t>
            </a:r>
            <a:r>
              <a:rPr lang="en-US" dirty="0"/>
              <a:t>all return </a:t>
            </a:r>
            <a:r>
              <a:rPr lang="en-US" b="1" dirty="0">
                <a:latin typeface="Courier New" charset="0"/>
              </a:rPr>
              <a:t>*</a:t>
            </a:r>
            <a:r>
              <a:rPr lang="en-US" b="1" dirty="0">
                <a:solidFill>
                  <a:srgbClr val="2C14DE"/>
                </a:solidFill>
                <a:latin typeface="Courier New" charset="0"/>
              </a:rPr>
              <a:t>this</a:t>
            </a:r>
            <a:r>
              <a:rPr lang="en-US" dirty="0">
                <a:solidFill>
                  <a:srgbClr val="2C14DE"/>
                </a:solidFill>
              </a:rPr>
              <a:t> </a:t>
            </a:r>
            <a:r>
              <a:rPr lang="en-US" dirty="0"/>
              <a:t>(</a:t>
            </a:r>
            <a:r>
              <a:rPr lang="en-US" b="1" i="1" dirty="0"/>
              <a:t>reference to an object</a:t>
            </a:r>
            <a:r>
              <a:rPr lang="en-US" dirty="0"/>
              <a:t>)</a:t>
            </a:r>
          </a:p>
          <a:p>
            <a:pPr lvl="1">
              <a:defRPr/>
            </a:pPr>
            <a:endParaRPr lang="en-US" dirty="0"/>
          </a:p>
          <a:p>
            <a:pPr lvl="1">
              <a:defRPr/>
            </a:pPr>
            <a:r>
              <a:rPr lang="en-US" dirty="0"/>
              <a:t>For </a:t>
            </a:r>
            <a:r>
              <a:rPr lang="en-US" b="1" dirty="0">
                <a:solidFill>
                  <a:srgbClr val="2C14DE"/>
                </a:solidFill>
              </a:rPr>
              <a:t>object</a:t>
            </a:r>
            <a:r>
              <a:rPr lang="en-US" dirty="0">
                <a:solidFill>
                  <a:srgbClr val="2C14DE"/>
                </a:solidFill>
              </a:rPr>
              <a:t> </a:t>
            </a:r>
            <a:r>
              <a:rPr lang="en-US" b="1" dirty="0">
                <a:latin typeface="Courier New" charset="0"/>
              </a:rPr>
              <a:t>t</a:t>
            </a:r>
            <a:r>
              <a:rPr lang="en-US" dirty="0"/>
              <a:t>, consider:</a:t>
            </a:r>
          </a:p>
          <a:p>
            <a:pPr lvl="3">
              <a:buFontTx/>
              <a:buNone/>
              <a:defRPr/>
            </a:pPr>
            <a:r>
              <a:rPr lang="en-US" sz="2800" b="1" dirty="0" err="1">
                <a:latin typeface="Courier New" charset="0"/>
              </a:rPr>
              <a:t>t.setHour</a:t>
            </a:r>
            <a:r>
              <a:rPr lang="en-US" sz="2800" b="1" dirty="0">
                <a:latin typeface="Courier New" charset="0"/>
              </a:rPr>
              <a:t>(1).</a:t>
            </a:r>
            <a:r>
              <a:rPr lang="en-US" sz="2800" b="1" dirty="0" err="1">
                <a:latin typeface="Courier New" charset="0"/>
              </a:rPr>
              <a:t>setMinute</a:t>
            </a:r>
            <a:r>
              <a:rPr lang="en-US" sz="2800" b="1" dirty="0">
                <a:latin typeface="Courier New" charset="0"/>
              </a:rPr>
              <a:t>(2).</a:t>
            </a:r>
            <a:r>
              <a:rPr lang="en-US" sz="2800" b="1" dirty="0" err="1">
                <a:latin typeface="Courier New" charset="0"/>
              </a:rPr>
              <a:t>setSecond</a:t>
            </a:r>
            <a:r>
              <a:rPr lang="en-US" sz="2800" b="1" dirty="0">
                <a:latin typeface="Courier New" charset="0"/>
              </a:rPr>
              <a:t>(3);</a:t>
            </a:r>
          </a:p>
          <a:p>
            <a:pPr lvl="3">
              <a:buFontTx/>
              <a:buNone/>
              <a:defRPr/>
            </a:pPr>
            <a:endParaRPr lang="en-US" sz="2200" b="1" dirty="0">
              <a:latin typeface="Courier New" charset="0"/>
            </a:endParaRPr>
          </a:p>
          <a:p>
            <a:pPr lvl="1">
              <a:defRPr/>
            </a:pPr>
            <a:r>
              <a:rPr lang="en-US" dirty="0"/>
              <a:t>Executes </a:t>
            </a:r>
            <a:r>
              <a:rPr lang="en-US" b="1" dirty="0" err="1">
                <a:solidFill>
                  <a:srgbClr val="2C14DE"/>
                </a:solidFill>
                <a:latin typeface="Courier New" charset="0"/>
              </a:rPr>
              <a:t>t.setHour</a:t>
            </a:r>
            <a:r>
              <a:rPr lang="en-US" b="1" dirty="0">
                <a:solidFill>
                  <a:srgbClr val="2C14DE"/>
                </a:solidFill>
                <a:latin typeface="Courier New" charset="0"/>
              </a:rPr>
              <a:t>(1)</a:t>
            </a:r>
            <a:r>
              <a:rPr lang="en-US" dirty="0">
                <a:solidFill>
                  <a:srgbClr val="2C14DE"/>
                </a:solidFill>
              </a:rPr>
              <a:t>, </a:t>
            </a:r>
            <a:r>
              <a:rPr lang="en-US" dirty="0"/>
              <a:t>returns </a:t>
            </a:r>
            <a:r>
              <a:rPr lang="en-US" b="1" dirty="0">
                <a:solidFill>
                  <a:srgbClr val="2C14DE"/>
                </a:solidFill>
                <a:latin typeface="Courier New" charset="0"/>
              </a:rPr>
              <a:t>*this</a:t>
            </a:r>
            <a:r>
              <a:rPr lang="en-US" dirty="0">
                <a:solidFill>
                  <a:srgbClr val="2C14DE"/>
                </a:solidFill>
              </a:rPr>
              <a:t> </a:t>
            </a:r>
            <a:r>
              <a:rPr lang="en-US" dirty="0"/>
              <a:t>(reference to object) and the </a:t>
            </a:r>
            <a:r>
              <a:rPr lang="en-US" b="1" dirty="0"/>
              <a:t>expression becomes</a:t>
            </a:r>
          </a:p>
          <a:p>
            <a:pPr lvl="3">
              <a:buFontTx/>
              <a:buNone/>
              <a:defRPr/>
            </a:pPr>
            <a:r>
              <a:rPr lang="en-US" sz="2800" b="1" dirty="0" err="1">
                <a:latin typeface="Courier New" charset="0"/>
              </a:rPr>
              <a:t>t.setMinute</a:t>
            </a:r>
            <a:r>
              <a:rPr lang="en-US" sz="2800" b="1" dirty="0">
                <a:latin typeface="Courier New" charset="0"/>
              </a:rPr>
              <a:t>(2).</a:t>
            </a:r>
            <a:r>
              <a:rPr lang="en-US" sz="2800" b="1" dirty="0" err="1">
                <a:latin typeface="Courier New" charset="0"/>
              </a:rPr>
              <a:t>setSecond</a:t>
            </a:r>
            <a:r>
              <a:rPr lang="en-US" sz="2800" b="1" dirty="0">
                <a:latin typeface="Courier New" charset="0"/>
              </a:rPr>
              <a:t>(3);</a:t>
            </a:r>
          </a:p>
          <a:p>
            <a:pPr lvl="3">
              <a:buFontTx/>
              <a:buNone/>
              <a:defRPr/>
            </a:pPr>
            <a:endParaRPr lang="en-US" sz="2200" b="1" dirty="0">
              <a:latin typeface="Courier New" charset="0"/>
            </a:endParaRPr>
          </a:p>
          <a:p>
            <a:pPr lvl="1">
              <a:defRPr/>
            </a:pPr>
            <a:r>
              <a:rPr lang="en-US" dirty="0"/>
              <a:t>Executes </a:t>
            </a:r>
            <a:r>
              <a:rPr lang="en-US" b="1" dirty="0" err="1">
                <a:solidFill>
                  <a:srgbClr val="2C14DE"/>
                </a:solidFill>
                <a:latin typeface="Courier New" charset="0"/>
              </a:rPr>
              <a:t>t.setMinute</a:t>
            </a:r>
            <a:r>
              <a:rPr lang="en-US" b="1" dirty="0">
                <a:solidFill>
                  <a:srgbClr val="2C14DE"/>
                </a:solidFill>
                <a:latin typeface="Courier New" charset="0"/>
              </a:rPr>
              <a:t>(2)</a:t>
            </a:r>
            <a:r>
              <a:rPr lang="en-US" dirty="0"/>
              <a:t>, </a:t>
            </a:r>
            <a:r>
              <a:rPr lang="en-US" b="1" dirty="0"/>
              <a:t>returns reference </a:t>
            </a:r>
            <a:r>
              <a:rPr lang="en-US" dirty="0"/>
              <a:t>and becomes</a:t>
            </a:r>
          </a:p>
          <a:p>
            <a:pPr lvl="3">
              <a:buFontTx/>
              <a:buNone/>
              <a:defRPr/>
            </a:pPr>
            <a:r>
              <a:rPr lang="en-US" sz="2800" b="1" dirty="0" err="1">
                <a:solidFill>
                  <a:srgbClr val="2C14DE"/>
                </a:solidFill>
                <a:latin typeface="Courier New" charset="0"/>
              </a:rPr>
              <a:t>t.setSecond</a:t>
            </a:r>
            <a:r>
              <a:rPr lang="en-US" sz="2800" b="1" dirty="0">
                <a:solidFill>
                  <a:srgbClr val="2C14DE"/>
                </a:solidFill>
                <a:latin typeface="Courier New" charset="0"/>
              </a:rPr>
              <a:t>(3);</a:t>
            </a:r>
          </a:p>
          <a:p>
            <a:pPr lvl="3">
              <a:buFontTx/>
              <a:buNone/>
              <a:defRPr/>
            </a:pPr>
            <a:endParaRPr lang="en-US" sz="2600" b="1" dirty="0">
              <a:solidFill>
                <a:srgbClr val="2C14DE"/>
              </a:solidFill>
              <a:latin typeface="Courier New" charset="0"/>
            </a:endParaRPr>
          </a:p>
          <a:p>
            <a:pPr lvl="1">
              <a:defRPr/>
            </a:pPr>
            <a:r>
              <a:rPr lang="en-US" dirty="0"/>
              <a:t>Executes </a:t>
            </a:r>
            <a:r>
              <a:rPr lang="en-US" b="1" dirty="0" err="1">
                <a:solidFill>
                  <a:srgbClr val="2C14DE"/>
                </a:solidFill>
                <a:latin typeface="Courier New" charset="0"/>
              </a:rPr>
              <a:t>t.setSecond</a:t>
            </a:r>
            <a:r>
              <a:rPr lang="en-US" b="1" dirty="0">
                <a:solidFill>
                  <a:srgbClr val="2C14DE"/>
                </a:solidFill>
                <a:latin typeface="Courier New" charset="0"/>
              </a:rPr>
              <a:t>(3)</a:t>
            </a:r>
            <a:r>
              <a:rPr lang="en-US" dirty="0"/>
              <a:t>, returns reference and becomes</a:t>
            </a:r>
          </a:p>
          <a:p>
            <a:pPr lvl="3">
              <a:buFontTx/>
              <a:buNone/>
              <a:defRPr/>
            </a:pPr>
            <a:r>
              <a:rPr lang="en-US" sz="2800" b="1" dirty="0">
                <a:latin typeface="Courier New" charset="0"/>
              </a:rPr>
              <a:t>t; </a:t>
            </a:r>
            <a:r>
              <a:rPr lang="en-US" sz="2800" b="1" dirty="0">
                <a:latin typeface="+mj-lt"/>
              </a:rPr>
              <a:t>(</a:t>
            </a:r>
            <a:r>
              <a:rPr lang="en-US" sz="2800" b="1" u="sng" dirty="0">
                <a:latin typeface="+mj-lt"/>
              </a:rPr>
              <a:t>Has no effect)</a:t>
            </a:r>
          </a:p>
        </p:txBody>
      </p:sp>
      <p:sp>
        <p:nvSpPr>
          <p:cNvPr id="5" name="Rectangle 4"/>
          <p:cNvSpPr/>
          <p:nvPr/>
        </p:nvSpPr>
        <p:spPr>
          <a:xfrm>
            <a:off x="39756" y="60960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42478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250" name="Group 4"/>
          <p:cNvGrpSpPr>
            <a:grpSpLocks/>
          </p:cNvGrpSpPr>
          <p:nvPr/>
        </p:nvGrpSpPr>
        <p:grpSpPr bwMode="auto">
          <a:xfrm>
            <a:off x="0" y="0"/>
            <a:ext cx="6705600" cy="214313"/>
            <a:chOff x="0" y="0"/>
            <a:chExt cx="3072" cy="374"/>
          </a:xfrm>
        </p:grpSpPr>
        <p:sp>
          <p:nvSpPr>
            <p:cNvPr id="53353" name="Rectangle 5"/>
            <p:cNvSpPr>
              <a:spLocks noChangeArrowheads="1"/>
            </p:cNvSpPr>
            <p:nvPr/>
          </p:nvSpPr>
          <p:spPr bwMode="auto">
            <a:xfrm>
              <a:off x="0" y="25"/>
              <a:ext cx="3072" cy="32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53354" name="Rectangle 6"/>
            <p:cNvSpPr>
              <a:spLocks noChangeArrowheads="1"/>
            </p:cNvSpPr>
            <p:nvPr/>
          </p:nvSpPr>
          <p:spPr bwMode="auto">
            <a:xfrm>
              <a:off x="0" y="0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 dirty="0">
                  <a:solidFill>
                    <a:srgbClr val="4D8DFF"/>
                  </a:solidFill>
                  <a:latin typeface="Courier New" panose="02070309020205020404" pitchFamily="49" charset="0"/>
                </a:rPr>
                <a:t>	1	</a:t>
              </a:r>
              <a:r>
                <a:rPr lang="en-US" sz="1200" b="1" dirty="0">
                  <a:solidFill>
                    <a:srgbClr val="33CC33"/>
                  </a:solidFill>
                  <a:latin typeface="Courier New" panose="02070309020205020404" pitchFamily="49" charset="0"/>
                </a:rPr>
                <a:t>// Fig. 7.7: fig07_07.cpp  </a:t>
              </a:r>
              <a:endParaRPr lang="en-US" sz="1200" b="1" dirty="0">
                <a:latin typeface="Courier New" panose="02070309020205020404" pitchFamily="49" charset="0"/>
              </a:endParaRPr>
            </a:p>
            <a:p>
              <a:pPr eaLnBrk="1" hangingPunct="1"/>
              <a:endParaRPr lang="en-US" sz="1200" b="1" dirty="0">
                <a:latin typeface="Courier New" panose="02070309020205020404" pitchFamily="49" charset="0"/>
              </a:endParaRPr>
            </a:p>
          </p:txBody>
        </p:sp>
      </p:grpSp>
      <p:grpSp>
        <p:nvGrpSpPr>
          <p:cNvPr id="53251" name="Group 7"/>
          <p:cNvGrpSpPr>
            <a:grpSpLocks/>
          </p:cNvGrpSpPr>
          <p:nvPr/>
        </p:nvGrpSpPr>
        <p:grpSpPr bwMode="auto">
          <a:xfrm>
            <a:off x="0" y="214313"/>
            <a:ext cx="6705600" cy="214312"/>
            <a:chOff x="0" y="374"/>
            <a:chExt cx="3072" cy="374"/>
          </a:xfrm>
        </p:grpSpPr>
        <p:sp>
          <p:nvSpPr>
            <p:cNvPr id="53351" name="Rectangle 8"/>
            <p:cNvSpPr>
              <a:spLocks noChangeArrowheads="1"/>
            </p:cNvSpPr>
            <p:nvPr/>
          </p:nvSpPr>
          <p:spPr bwMode="auto">
            <a:xfrm>
              <a:off x="0" y="399"/>
              <a:ext cx="3072" cy="32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53352" name="Rectangle 9"/>
            <p:cNvSpPr>
              <a:spLocks noChangeArrowheads="1"/>
            </p:cNvSpPr>
            <p:nvPr/>
          </p:nvSpPr>
          <p:spPr bwMode="auto">
            <a:xfrm>
              <a:off x="0" y="374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2	</a:t>
              </a:r>
              <a:r>
                <a:rPr lang="en-US" sz="1200" b="1">
                  <a:solidFill>
                    <a:srgbClr val="33CC33"/>
                  </a:solidFill>
                  <a:latin typeface="Courier New" panose="02070309020205020404" pitchFamily="49" charset="0"/>
                </a:rPr>
                <a:t>// Using the this pointer to refer to object members.</a:t>
              </a:r>
              <a:endParaRPr lang="en-US" sz="1200" b="1">
                <a:latin typeface="Courier New" panose="02070309020205020404" pitchFamily="49" charset="0"/>
              </a:endParaRP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53252" name="Group 10"/>
          <p:cNvGrpSpPr>
            <a:grpSpLocks/>
          </p:cNvGrpSpPr>
          <p:nvPr/>
        </p:nvGrpSpPr>
        <p:grpSpPr bwMode="auto">
          <a:xfrm>
            <a:off x="0" y="428625"/>
            <a:ext cx="6705600" cy="214313"/>
            <a:chOff x="0" y="748"/>
            <a:chExt cx="3072" cy="374"/>
          </a:xfrm>
        </p:grpSpPr>
        <p:sp>
          <p:nvSpPr>
            <p:cNvPr id="53349" name="Rectangle 11"/>
            <p:cNvSpPr>
              <a:spLocks noChangeArrowheads="1"/>
            </p:cNvSpPr>
            <p:nvPr/>
          </p:nvSpPr>
          <p:spPr bwMode="auto">
            <a:xfrm>
              <a:off x="0" y="773"/>
              <a:ext cx="3072" cy="32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53350" name="Rectangle 12"/>
            <p:cNvSpPr>
              <a:spLocks noChangeArrowheads="1"/>
            </p:cNvSpPr>
            <p:nvPr/>
          </p:nvSpPr>
          <p:spPr bwMode="auto">
            <a:xfrm>
              <a:off x="0" y="748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 dirty="0">
                  <a:solidFill>
                    <a:srgbClr val="4D8DFF"/>
                  </a:solidFill>
                  <a:latin typeface="Courier New" panose="02070309020205020404" pitchFamily="49" charset="0"/>
                </a:rPr>
                <a:t>	3	</a:t>
              </a:r>
              <a:r>
                <a:rPr lang="en-US" sz="1200" b="1" dirty="0">
                  <a:solidFill>
                    <a:srgbClr val="275AFF"/>
                  </a:solidFill>
                  <a:latin typeface="Courier New" panose="02070309020205020404" pitchFamily="49" charset="0"/>
                </a:rPr>
                <a:t>#include</a:t>
              </a:r>
              <a:r>
                <a:rPr lang="en-US" sz="1200" b="1" dirty="0">
                  <a:latin typeface="Courier New" panose="02070309020205020404" pitchFamily="49" charset="0"/>
                </a:rPr>
                <a:t> &lt;</a:t>
              </a:r>
              <a:r>
                <a:rPr lang="en-US" sz="1200" b="1" dirty="0" err="1">
                  <a:latin typeface="Courier New" panose="02070309020205020404" pitchFamily="49" charset="0"/>
                </a:rPr>
                <a:t>iostream</a:t>
              </a:r>
              <a:r>
                <a:rPr lang="en-US" sz="1200" b="1" dirty="0">
                  <a:latin typeface="Courier New" panose="02070309020205020404" pitchFamily="49" charset="0"/>
                </a:rPr>
                <a:t>&gt;</a:t>
              </a:r>
            </a:p>
            <a:p>
              <a:pPr eaLnBrk="1" hangingPunct="1"/>
              <a:endParaRPr lang="en-US" sz="1200" b="1" dirty="0">
                <a:latin typeface="Courier New" panose="02070309020205020404" pitchFamily="49" charset="0"/>
              </a:endParaRPr>
            </a:p>
          </p:txBody>
        </p:sp>
      </p:grpSp>
      <p:grpSp>
        <p:nvGrpSpPr>
          <p:cNvPr id="53253" name="Group 13"/>
          <p:cNvGrpSpPr>
            <a:grpSpLocks/>
          </p:cNvGrpSpPr>
          <p:nvPr/>
        </p:nvGrpSpPr>
        <p:grpSpPr bwMode="auto">
          <a:xfrm>
            <a:off x="0" y="642938"/>
            <a:ext cx="6705600" cy="214312"/>
            <a:chOff x="0" y="1122"/>
            <a:chExt cx="3072" cy="374"/>
          </a:xfrm>
        </p:grpSpPr>
        <p:sp>
          <p:nvSpPr>
            <p:cNvPr id="53347" name="Rectangle 14"/>
            <p:cNvSpPr>
              <a:spLocks noChangeArrowheads="1"/>
            </p:cNvSpPr>
            <p:nvPr/>
          </p:nvSpPr>
          <p:spPr bwMode="auto">
            <a:xfrm>
              <a:off x="0" y="1147"/>
              <a:ext cx="3072" cy="32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53348" name="Rectangle 15"/>
            <p:cNvSpPr>
              <a:spLocks noChangeArrowheads="1"/>
            </p:cNvSpPr>
            <p:nvPr/>
          </p:nvSpPr>
          <p:spPr bwMode="auto">
            <a:xfrm>
              <a:off x="0" y="1122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4	</a:t>
              </a:r>
              <a:endParaRPr lang="en-US" sz="1200" b="1">
                <a:latin typeface="Courier New" panose="02070309020205020404" pitchFamily="49" charset="0"/>
              </a:endParaRP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53254" name="Group 16"/>
          <p:cNvGrpSpPr>
            <a:grpSpLocks/>
          </p:cNvGrpSpPr>
          <p:nvPr/>
        </p:nvGrpSpPr>
        <p:grpSpPr bwMode="auto">
          <a:xfrm>
            <a:off x="0" y="857250"/>
            <a:ext cx="6705600" cy="214313"/>
            <a:chOff x="0" y="1496"/>
            <a:chExt cx="3072" cy="374"/>
          </a:xfrm>
        </p:grpSpPr>
        <p:sp>
          <p:nvSpPr>
            <p:cNvPr id="53345" name="Rectangle 17"/>
            <p:cNvSpPr>
              <a:spLocks noChangeArrowheads="1"/>
            </p:cNvSpPr>
            <p:nvPr/>
          </p:nvSpPr>
          <p:spPr bwMode="auto">
            <a:xfrm>
              <a:off x="0" y="1521"/>
              <a:ext cx="3072" cy="32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53346" name="Rectangle 18"/>
            <p:cNvSpPr>
              <a:spLocks noChangeArrowheads="1"/>
            </p:cNvSpPr>
            <p:nvPr/>
          </p:nvSpPr>
          <p:spPr bwMode="auto">
            <a:xfrm>
              <a:off x="0" y="1496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5	</a:t>
              </a:r>
              <a:r>
                <a:rPr lang="en-US" sz="1200" b="1">
                  <a:solidFill>
                    <a:srgbClr val="275AFF"/>
                  </a:solidFill>
                  <a:latin typeface="Courier New" panose="02070309020205020404" pitchFamily="49" charset="0"/>
                </a:rPr>
                <a:t>using</a:t>
              </a:r>
              <a:r>
                <a:rPr lang="en-US" sz="1200" b="1">
                  <a:latin typeface="Courier New" panose="02070309020205020404" pitchFamily="49" charset="0"/>
                </a:rPr>
                <a:t> std::cout;</a:t>
              </a: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53255" name="Group 19"/>
          <p:cNvGrpSpPr>
            <a:grpSpLocks/>
          </p:cNvGrpSpPr>
          <p:nvPr/>
        </p:nvGrpSpPr>
        <p:grpSpPr bwMode="auto">
          <a:xfrm>
            <a:off x="0" y="1071563"/>
            <a:ext cx="6705600" cy="214312"/>
            <a:chOff x="0" y="1870"/>
            <a:chExt cx="3072" cy="374"/>
          </a:xfrm>
        </p:grpSpPr>
        <p:sp>
          <p:nvSpPr>
            <p:cNvPr id="53343" name="Rectangle 20"/>
            <p:cNvSpPr>
              <a:spLocks noChangeArrowheads="1"/>
            </p:cNvSpPr>
            <p:nvPr/>
          </p:nvSpPr>
          <p:spPr bwMode="auto">
            <a:xfrm>
              <a:off x="0" y="1895"/>
              <a:ext cx="3072" cy="32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53344" name="Rectangle 21"/>
            <p:cNvSpPr>
              <a:spLocks noChangeArrowheads="1"/>
            </p:cNvSpPr>
            <p:nvPr/>
          </p:nvSpPr>
          <p:spPr bwMode="auto">
            <a:xfrm>
              <a:off x="0" y="1870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6	</a:t>
              </a:r>
              <a:r>
                <a:rPr lang="en-US" sz="1200" b="1">
                  <a:solidFill>
                    <a:srgbClr val="275AFF"/>
                  </a:solidFill>
                  <a:latin typeface="Courier New" panose="02070309020205020404" pitchFamily="49" charset="0"/>
                </a:rPr>
                <a:t>using</a:t>
              </a:r>
              <a:r>
                <a:rPr lang="en-US" sz="1200" b="1">
                  <a:latin typeface="Courier New" panose="02070309020205020404" pitchFamily="49" charset="0"/>
                </a:rPr>
                <a:t> std::endl;</a:t>
              </a: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53256" name="Group 22"/>
          <p:cNvGrpSpPr>
            <a:grpSpLocks/>
          </p:cNvGrpSpPr>
          <p:nvPr/>
        </p:nvGrpSpPr>
        <p:grpSpPr bwMode="auto">
          <a:xfrm>
            <a:off x="0" y="1285875"/>
            <a:ext cx="6705600" cy="214313"/>
            <a:chOff x="0" y="2244"/>
            <a:chExt cx="3072" cy="374"/>
          </a:xfrm>
        </p:grpSpPr>
        <p:sp>
          <p:nvSpPr>
            <p:cNvPr id="53341" name="Rectangle 23"/>
            <p:cNvSpPr>
              <a:spLocks noChangeArrowheads="1"/>
            </p:cNvSpPr>
            <p:nvPr/>
          </p:nvSpPr>
          <p:spPr bwMode="auto">
            <a:xfrm>
              <a:off x="0" y="2269"/>
              <a:ext cx="3072" cy="32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53342" name="Rectangle 24"/>
            <p:cNvSpPr>
              <a:spLocks noChangeArrowheads="1"/>
            </p:cNvSpPr>
            <p:nvPr/>
          </p:nvSpPr>
          <p:spPr bwMode="auto">
            <a:xfrm>
              <a:off x="0" y="2244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7	</a:t>
              </a:r>
              <a:endParaRPr lang="en-US" sz="1200" b="1">
                <a:latin typeface="Courier New" panose="02070309020205020404" pitchFamily="49" charset="0"/>
              </a:endParaRP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53257" name="Group 25"/>
          <p:cNvGrpSpPr>
            <a:grpSpLocks/>
          </p:cNvGrpSpPr>
          <p:nvPr/>
        </p:nvGrpSpPr>
        <p:grpSpPr bwMode="auto">
          <a:xfrm>
            <a:off x="0" y="1500188"/>
            <a:ext cx="6705600" cy="214312"/>
            <a:chOff x="0" y="2618"/>
            <a:chExt cx="3072" cy="374"/>
          </a:xfrm>
        </p:grpSpPr>
        <p:sp>
          <p:nvSpPr>
            <p:cNvPr id="53339" name="Rectangle 26"/>
            <p:cNvSpPr>
              <a:spLocks noChangeArrowheads="1"/>
            </p:cNvSpPr>
            <p:nvPr/>
          </p:nvSpPr>
          <p:spPr bwMode="auto">
            <a:xfrm>
              <a:off x="0" y="2643"/>
              <a:ext cx="3072" cy="32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53340" name="Rectangle 27"/>
            <p:cNvSpPr>
              <a:spLocks noChangeArrowheads="1"/>
            </p:cNvSpPr>
            <p:nvPr/>
          </p:nvSpPr>
          <p:spPr bwMode="auto">
            <a:xfrm>
              <a:off x="0" y="2618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 dirty="0">
                  <a:solidFill>
                    <a:srgbClr val="4D8DFF"/>
                  </a:solidFill>
                  <a:latin typeface="Courier New" panose="02070309020205020404" pitchFamily="49" charset="0"/>
                </a:rPr>
                <a:t>	8	</a:t>
              </a:r>
              <a:r>
                <a:rPr lang="en-US" sz="1200" b="1" dirty="0">
                  <a:solidFill>
                    <a:srgbClr val="275AFF"/>
                  </a:solidFill>
                  <a:latin typeface="Courier New" panose="02070309020205020404" pitchFamily="49" charset="0"/>
                </a:rPr>
                <a:t>class</a:t>
              </a:r>
              <a:r>
                <a:rPr lang="en-US" sz="1200" b="1" dirty="0">
                  <a:latin typeface="Courier New" panose="02070309020205020404" pitchFamily="49" charset="0"/>
                </a:rPr>
                <a:t> Test {</a:t>
              </a:r>
            </a:p>
            <a:p>
              <a:pPr eaLnBrk="1" hangingPunct="1"/>
              <a:endParaRPr lang="en-US" sz="1200" b="1" dirty="0">
                <a:latin typeface="Courier New" panose="02070309020205020404" pitchFamily="49" charset="0"/>
              </a:endParaRPr>
            </a:p>
          </p:txBody>
        </p:sp>
      </p:grpSp>
      <p:grpSp>
        <p:nvGrpSpPr>
          <p:cNvPr id="53258" name="Group 28"/>
          <p:cNvGrpSpPr>
            <a:grpSpLocks/>
          </p:cNvGrpSpPr>
          <p:nvPr/>
        </p:nvGrpSpPr>
        <p:grpSpPr bwMode="auto">
          <a:xfrm>
            <a:off x="0" y="1714500"/>
            <a:ext cx="6705600" cy="214313"/>
            <a:chOff x="0" y="2992"/>
            <a:chExt cx="3072" cy="374"/>
          </a:xfrm>
        </p:grpSpPr>
        <p:sp>
          <p:nvSpPr>
            <p:cNvPr id="53337" name="Rectangle 29"/>
            <p:cNvSpPr>
              <a:spLocks noChangeArrowheads="1"/>
            </p:cNvSpPr>
            <p:nvPr/>
          </p:nvSpPr>
          <p:spPr bwMode="auto">
            <a:xfrm>
              <a:off x="0" y="3017"/>
              <a:ext cx="3072" cy="32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53338" name="Rectangle 30"/>
            <p:cNvSpPr>
              <a:spLocks noChangeArrowheads="1"/>
            </p:cNvSpPr>
            <p:nvPr/>
          </p:nvSpPr>
          <p:spPr bwMode="auto">
            <a:xfrm>
              <a:off x="0" y="2992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9	</a:t>
              </a:r>
              <a:r>
                <a:rPr lang="en-US" sz="1200" b="1">
                  <a:solidFill>
                    <a:srgbClr val="275AFF"/>
                  </a:solidFill>
                  <a:latin typeface="Courier New" panose="02070309020205020404" pitchFamily="49" charset="0"/>
                </a:rPr>
                <a:t>public:</a:t>
              </a:r>
              <a:endParaRPr lang="en-US" sz="1200" b="1">
                <a:latin typeface="Courier New" panose="02070309020205020404" pitchFamily="49" charset="0"/>
              </a:endParaRP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53259" name="Group 31"/>
          <p:cNvGrpSpPr>
            <a:grpSpLocks/>
          </p:cNvGrpSpPr>
          <p:nvPr/>
        </p:nvGrpSpPr>
        <p:grpSpPr bwMode="auto">
          <a:xfrm>
            <a:off x="0" y="1928813"/>
            <a:ext cx="6705600" cy="214312"/>
            <a:chOff x="0" y="3366"/>
            <a:chExt cx="3072" cy="374"/>
          </a:xfrm>
        </p:grpSpPr>
        <p:sp>
          <p:nvSpPr>
            <p:cNvPr id="53335" name="Rectangle 32"/>
            <p:cNvSpPr>
              <a:spLocks noChangeArrowheads="1"/>
            </p:cNvSpPr>
            <p:nvPr/>
          </p:nvSpPr>
          <p:spPr bwMode="auto">
            <a:xfrm>
              <a:off x="0" y="3391"/>
              <a:ext cx="3072" cy="32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53336" name="Rectangle 33"/>
            <p:cNvSpPr>
              <a:spLocks noChangeArrowheads="1"/>
            </p:cNvSpPr>
            <p:nvPr/>
          </p:nvSpPr>
          <p:spPr bwMode="auto">
            <a:xfrm>
              <a:off x="0" y="3366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 dirty="0">
                  <a:solidFill>
                    <a:srgbClr val="4D8DFF"/>
                  </a:solidFill>
                  <a:latin typeface="Courier New" panose="02070309020205020404" pitchFamily="49" charset="0"/>
                </a:rPr>
                <a:t>	10	</a:t>
              </a:r>
              <a:r>
                <a:rPr lang="en-US" sz="1200" b="1" dirty="0">
                  <a:latin typeface="Courier New" panose="02070309020205020404" pitchFamily="49" charset="0"/>
                </a:rPr>
                <a:t>   Test( </a:t>
              </a:r>
              <a:r>
                <a:rPr lang="en-US" sz="1200" b="1" dirty="0" err="1">
                  <a:solidFill>
                    <a:srgbClr val="275AFF"/>
                  </a:solidFill>
                  <a:latin typeface="Courier New" panose="02070309020205020404" pitchFamily="49" charset="0"/>
                </a:rPr>
                <a:t>int</a:t>
              </a:r>
              <a:r>
                <a:rPr lang="en-US" sz="1200" b="1" dirty="0">
                  <a:latin typeface="Courier New" panose="02070309020205020404" pitchFamily="49" charset="0"/>
                </a:rPr>
                <a:t> = 0 );           </a:t>
              </a:r>
              <a:r>
                <a:rPr lang="en-US" sz="1200" b="1" dirty="0">
                  <a:solidFill>
                    <a:srgbClr val="33CC33"/>
                  </a:solidFill>
                  <a:latin typeface="Courier New" panose="02070309020205020404" pitchFamily="49" charset="0"/>
                </a:rPr>
                <a:t>  // default constructor</a:t>
              </a:r>
              <a:endParaRPr lang="en-US" sz="1200" b="1" dirty="0">
                <a:latin typeface="Courier New" panose="02070309020205020404" pitchFamily="49" charset="0"/>
              </a:endParaRPr>
            </a:p>
            <a:p>
              <a:pPr eaLnBrk="1" hangingPunct="1"/>
              <a:endParaRPr lang="en-US" sz="1200" b="1" dirty="0">
                <a:latin typeface="Courier New" panose="02070309020205020404" pitchFamily="49" charset="0"/>
              </a:endParaRPr>
            </a:p>
          </p:txBody>
        </p:sp>
      </p:grpSp>
      <p:grpSp>
        <p:nvGrpSpPr>
          <p:cNvPr id="53260" name="Group 34"/>
          <p:cNvGrpSpPr>
            <a:grpSpLocks/>
          </p:cNvGrpSpPr>
          <p:nvPr/>
        </p:nvGrpSpPr>
        <p:grpSpPr bwMode="auto">
          <a:xfrm>
            <a:off x="0" y="2143125"/>
            <a:ext cx="6705600" cy="214313"/>
            <a:chOff x="0" y="3740"/>
            <a:chExt cx="3072" cy="374"/>
          </a:xfrm>
        </p:grpSpPr>
        <p:sp>
          <p:nvSpPr>
            <p:cNvPr id="53333" name="Rectangle 35"/>
            <p:cNvSpPr>
              <a:spLocks noChangeArrowheads="1"/>
            </p:cNvSpPr>
            <p:nvPr/>
          </p:nvSpPr>
          <p:spPr bwMode="auto">
            <a:xfrm>
              <a:off x="0" y="3765"/>
              <a:ext cx="3072" cy="32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53334" name="Rectangle 36"/>
            <p:cNvSpPr>
              <a:spLocks noChangeArrowheads="1"/>
            </p:cNvSpPr>
            <p:nvPr/>
          </p:nvSpPr>
          <p:spPr bwMode="auto">
            <a:xfrm>
              <a:off x="0" y="3740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 dirty="0">
                  <a:solidFill>
                    <a:srgbClr val="4D8DFF"/>
                  </a:solidFill>
                  <a:latin typeface="Courier New" panose="02070309020205020404" pitchFamily="49" charset="0"/>
                </a:rPr>
                <a:t>	11	</a:t>
              </a:r>
              <a:r>
                <a:rPr lang="en-US" sz="1200" b="1" dirty="0">
                  <a:latin typeface="Courier New" panose="02070309020205020404" pitchFamily="49" charset="0"/>
                </a:rPr>
                <a:t>   </a:t>
              </a:r>
              <a:r>
                <a:rPr lang="en-US" sz="1200" b="1" dirty="0">
                  <a:solidFill>
                    <a:srgbClr val="275AFF"/>
                  </a:solidFill>
                  <a:latin typeface="Courier New" panose="02070309020205020404" pitchFamily="49" charset="0"/>
                </a:rPr>
                <a:t>void</a:t>
              </a:r>
              <a:r>
                <a:rPr lang="en-US" sz="1200" b="1" dirty="0">
                  <a:latin typeface="Courier New" panose="02070309020205020404" pitchFamily="49" charset="0"/>
                </a:rPr>
                <a:t> print() </a:t>
              </a:r>
              <a:r>
                <a:rPr lang="en-US" sz="1200" b="1" dirty="0" err="1">
                  <a:solidFill>
                    <a:srgbClr val="275AFF"/>
                  </a:solidFill>
                  <a:latin typeface="Courier New" panose="02070309020205020404" pitchFamily="49" charset="0"/>
                </a:rPr>
                <a:t>const</a:t>
              </a:r>
              <a:r>
                <a:rPr lang="en-US" sz="1200" b="1" dirty="0">
                  <a:latin typeface="Courier New" panose="02070309020205020404" pitchFamily="49" charset="0"/>
                </a:rPr>
                <a:t>;</a:t>
              </a:r>
            </a:p>
            <a:p>
              <a:pPr eaLnBrk="1" hangingPunct="1"/>
              <a:endParaRPr lang="en-US" sz="1200" b="1" dirty="0">
                <a:latin typeface="Courier New" panose="02070309020205020404" pitchFamily="49" charset="0"/>
              </a:endParaRPr>
            </a:p>
          </p:txBody>
        </p:sp>
      </p:grpSp>
      <p:grpSp>
        <p:nvGrpSpPr>
          <p:cNvPr id="53261" name="Group 37"/>
          <p:cNvGrpSpPr>
            <a:grpSpLocks/>
          </p:cNvGrpSpPr>
          <p:nvPr/>
        </p:nvGrpSpPr>
        <p:grpSpPr bwMode="auto">
          <a:xfrm>
            <a:off x="0" y="2357438"/>
            <a:ext cx="6705600" cy="214312"/>
            <a:chOff x="0" y="4114"/>
            <a:chExt cx="3072" cy="374"/>
          </a:xfrm>
        </p:grpSpPr>
        <p:sp>
          <p:nvSpPr>
            <p:cNvPr id="53331" name="Rectangle 38"/>
            <p:cNvSpPr>
              <a:spLocks noChangeArrowheads="1"/>
            </p:cNvSpPr>
            <p:nvPr/>
          </p:nvSpPr>
          <p:spPr bwMode="auto">
            <a:xfrm>
              <a:off x="0" y="4139"/>
              <a:ext cx="3072" cy="32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53332" name="Rectangle 39"/>
            <p:cNvSpPr>
              <a:spLocks noChangeArrowheads="1"/>
            </p:cNvSpPr>
            <p:nvPr/>
          </p:nvSpPr>
          <p:spPr bwMode="auto">
            <a:xfrm>
              <a:off x="0" y="4114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 dirty="0">
                  <a:solidFill>
                    <a:srgbClr val="4D8DFF"/>
                  </a:solidFill>
                  <a:latin typeface="Courier New" panose="02070309020205020404" pitchFamily="49" charset="0"/>
                </a:rPr>
                <a:t>	12	</a:t>
              </a:r>
              <a:r>
                <a:rPr lang="en-US" sz="1200" b="1" dirty="0">
                  <a:solidFill>
                    <a:srgbClr val="275AFF"/>
                  </a:solidFill>
                  <a:latin typeface="Courier New" panose="02070309020205020404" pitchFamily="49" charset="0"/>
                </a:rPr>
                <a:t>private:</a:t>
              </a:r>
              <a:endParaRPr lang="en-US" sz="1200" b="1" dirty="0">
                <a:latin typeface="Courier New" panose="02070309020205020404" pitchFamily="49" charset="0"/>
              </a:endParaRPr>
            </a:p>
            <a:p>
              <a:pPr eaLnBrk="1" hangingPunct="1"/>
              <a:endParaRPr lang="en-US" sz="1200" b="1" dirty="0">
                <a:latin typeface="Courier New" panose="02070309020205020404" pitchFamily="49" charset="0"/>
              </a:endParaRPr>
            </a:p>
          </p:txBody>
        </p:sp>
      </p:grpSp>
      <p:grpSp>
        <p:nvGrpSpPr>
          <p:cNvPr id="53262" name="Group 40"/>
          <p:cNvGrpSpPr>
            <a:grpSpLocks/>
          </p:cNvGrpSpPr>
          <p:nvPr/>
        </p:nvGrpSpPr>
        <p:grpSpPr bwMode="auto">
          <a:xfrm>
            <a:off x="0" y="2571750"/>
            <a:ext cx="6705600" cy="214313"/>
            <a:chOff x="0" y="4488"/>
            <a:chExt cx="3072" cy="374"/>
          </a:xfrm>
        </p:grpSpPr>
        <p:sp>
          <p:nvSpPr>
            <p:cNvPr id="53329" name="Rectangle 41"/>
            <p:cNvSpPr>
              <a:spLocks noChangeArrowheads="1"/>
            </p:cNvSpPr>
            <p:nvPr/>
          </p:nvSpPr>
          <p:spPr bwMode="auto">
            <a:xfrm>
              <a:off x="0" y="4513"/>
              <a:ext cx="3072" cy="32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53330" name="Rectangle 42"/>
            <p:cNvSpPr>
              <a:spLocks noChangeArrowheads="1"/>
            </p:cNvSpPr>
            <p:nvPr/>
          </p:nvSpPr>
          <p:spPr bwMode="auto">
            <a:xfrm>
              <a:off x="0" y="4488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13	</a:t>
              </a:r>
              <a:r>
                <a:rPr lang="en-US" sz="1200" b="1">
                  <a:latin typeface="Courier New" panose="02070309020205020404" pitchFamily="49" charset="0"/>
                </a:rPr>
                <a:t>   </a:t>
              </a:r>
              <a:r>
                <a:rPr lang="en-US" sz="1200" b="1">
                  <a:solidFill>
                    <a:srgbClr val="275AFF"/>
                  </a:solidFill>
                  <a:latin typeface="Courier New" panose="02070309020205020404" pitchFamily="49" charset="0"/>
                </a:rPr>
                <a:t>int</a:t>
              </a:r>
              <a:r>
                <a:rPr lang="en-US" sz="1200" b="1">
                  <a:latin typeface="Courier New" panose="02070309020205020404" pitchFamily="49" charset="0"/>
                </a:rPr>
                <a:t> x;</a:t>
              </a: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53263" name="Group 43"/>
          <p:cNvGrpSpPr>
            <a:grpSpLocks/>
          </p:cNvGrpSpPr>
          <p:nvPr/>
        </p:nvGrpSpPr>
        <p:grpSpPr bwMode="auto">
          <a:xfrm>
            <a:off x="0" y="2786063"/>
            <a:ext cx="6705600" cy="214312"/>
            <a:chOff x="0" y="4862"/>
            <a:chExt cx="3072" cy="374"/>
          </a:xfrm>
        </p:grpSpPr>
        <p:sp>
          <p:nvSpPr>
            <p:cNvPr id="53327" name="Rectangle 44"/>
            <p:cNvSpPr>
              <a:spLocks noChangeArrowheads="1"/>
            </p:cNvSpPr>
            <p:nvPr/>
          </p:nvSpPr>
          <p:spPr bwMode="auto">
            <a:xfrm>
              <a:off x="0" y="4887"/>
              <a:ext cx="3072" cy="32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53328" name="Rectangle 45"/>
            <p:cNvSpPr>
              <a:spLocks noChangeArrowheads="1"/>
            </p:cNvSpPr>
            <p:nvPr/>
          </p:nvSpPr>
          <p:spPr bwMode="auto">
            <a:xfrm>
              <a:off x="0" y="4862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14	</a:t>
              </a:r>
              <a:r>
                <a:rPr lang="en-US" sz="1200" b="1">
                  <a:latin typeface="Courier New" panose="02070309020205020404" pitchFamily="49" charset="0"/>
                </a:rPr>
                <a:t>};</a:t>
              </a: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53264" name="Group 46"/>
          <p:cNvGrpSpPr>
            <a:grpSpLocks/>
          </p:cNvGrpSpPr>
          <p:nvPr/>
        </p:nvGrpSpPr>
        <p:grpSpPr bwMode="auto">
          <a:xfrm>
            <a:off x="0" y="3000375"/>
            <a:ext cx="6705600" cy="214313"/>
            <a:chOff x="0" y="5236"/>
            <a:chExt cx="3072" cy="374"/>
          </a:xfrm>
        </p:grpSpPr>
        <p:sp>
          <p:nvSpPr>
            <p:cNvPr id="53325" name="Rectangle 47"/>
            <p:cNvSpPr>
              <a:spLocks noChangeArrowheads="1"/>
            </p:cNvSpPr>
            <p:nvPr/>
          </p:nvSpPr>
          <p:spPr bwMode="auto">
            <a:xfrm>
              <a:off x="0" y="5261"/>
              <a:ext cx="3072" cy="32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53326" name="Rectangle 48"/>
            <p:cNvSpPr>
              <a:spLocks noChangeArrowheads="1"/>
            </p:cNvSpPr>
            <p:nvPr/>
          </p:nvSpPr>
          <p:spPr bwMode="auto">
            <a:xfrm>
              <a:off x="0" y="5236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15	</a:t>
              </a:r>
              <a:endParaRPr lang="en-US" sz="1200" b="1">
                <a:latin typeface="Courier New" panose="02070309020205020404" pitchFamily="49" charset="0"/>
              </a:endParaRP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53265" name="Group 49"/>
          <p:cNvGrpSpPr>
            <a:grpSpLocks/>
          </p:cNvGrpSpPr>
          <p:nvPr/>
        </p:nvGrpSpPr>
        <p:grpSpPr bwMode="auto">
          <a:xfrm>
            <a:off x="0" y="3214688"/>
            <a:ext cx="6705600" cy="214312"/>
            <a:chOff x="0" y="5610"/>
            <a:chExt cx="3072" cy="374"/>
          </a:xfrm>
        </p:grpSpPr>
        <p:sp>
          <p:nvSpPr>
            <p:cNvPr id="53323" name="Rectangle 50"/>
            <p:cNvSpPr>
              <a:spLocks noChangeArrowheads="1"/>
            </p:cNvSpPr>
            <p:nvPr/>
          </p:nvSpPr>
          <p:spPr bwMode="auto">
            <a:xfrm>
              <a:off x="0" y="5635"/>
              <a:ext cx="3072" cy="32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53324" name="Rectangle 51"/>
            <p:cNvSpPr>
              <a:spLocks noChangeArrowheads="1"/>
            </p:cNvSpPr>
            <p:nvPr/>
          </p:nvSpPr>
          <p:spPr bwMode="auto">
            <a:xfrm>
              <a:off x="0" y="5610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 dirty="0">
                  <a:solidFill>
                    <a:srgbClr val="4D8DFF"/>
                  </a:solidFill>
                  <a:latin typeface="Courier New" panose="02070309020205020404" pitchFamily="49" charset="0"/>
                </a:rPr>
                <a:t>	16	</a:t>
              </a:r>
              <a:r>
                <a:rPr lang="en-US" sz="1200" b="1" dirty="0">
                  <a:latin typeface="Courier New" panose="02070309020205020404" pitchFamily="49" charset="0"/>
                </a:rPr>
                <a:t>Test::Test( </a:t>
              </a:r>
              <a:r>
                <a:rPr lang="en-US" sz="1200" b="1" dirty="0" err="1">
                  <a:solidFill>
                    <a:srgbClr val="275AFF"/>
                  </a:solidFill>
                  <a:latin typeface="Courier New" panose="02070309020205020404" pitchFamily="49" charset="0"/>
                </a:rPr>
                <a:t>int</a:t>
              </a:r>
              <a:r>
                <a:rPr lang="en-US" sz="1200" b="1" dirty="0">
                  <a:latin typeface="Courier New" panose="02070309020205020404" pitchFamily="49" charset="0"/>
                </a:rPr>
                <a:t> a ) { x = a; }  </a:t>
              </a:r>
              <a:r>
                <a:rPr lang="en-US" sz="1200" b="1" dirty="0">
                  <a:solidFill>
                    <a:srgbClr val="33CC33"/>
                  </a:solidFill>
                  <a:latin typeface="Courier New" panose="02070309020205020404" pitchFamily="49" charset="0"/>
                </a:rPr>
                <a:t>// constructor</a:t>
              </a:r>
              <a:endParaRPr lang="en-US" sz="1200" b="1" dirty="0">
                <a:latin typeface="Courier New" panose="02070309020205020404" pitchFamily="49" charset="0"/>
              </a:endParaRPr>
            </a:p>
            <a:p>
              <a:pPr eaLnBrk="1" hangingPunct="1"/>
              <a:endParaRPr lang="en-US" sz="1200" b="1" dirty="0">
                <a:latin typeface="Courier New" panose="02070309020205020404" pitchFamily="49" charset="0"/>
              </a:endParaRPr>
            </a:p>
          </p:txBody>
        </p:sp>
      </p:grpSp>
      <p:grpSp>
        <p:nvGrpSpPr>
          <p:cNvPr id="53266" name="Group 52"/>
          <p:cNvGrpSpPr>
            <a:grpSpLocks/>
          </p:cNvGrpSpPr>
          <p:nvPr/>
        </p:nvGrpSpPr>
        <p:grpSpPr bwMode="auto">
          <a:xfrm>
            <a:off x="0" y="3429000"/>
            <a:ext cx="6705600" cy="214313"/>
            <a:chOff x="0" y="5984"/>
            <a:chExt cx="3072" cy="374"/>
          </a:xfrm>
        </p:grpSpPr>
        <p:sp>
          <p:nvSpPr>
            <p:cNvPr id="53321" name="Rectangle 53"/>
            <p:cNvSpPr>
              <a:spLocks noChangeArrowheads="1"/>
            </p:cNvSpPr>
            <p:nvPr/>
          </p:nvSpPr>
          <p:spPr bwMode="auto">
            <a:xfrm>
              <a:off x="0" y="6009"/>
              <a:ext cx="3072" cy="32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53322" name="Rectangle 54"/>
            <p:cNvSpPr>
              <a:spLocks noChangeArrowheads="1"/>
            </p:cNvSpPr>
            <p:nvPr/>
          </p:nvSpPr>
          <p:spPr bwMode="auto">
            <a:xfrm>
              <a:off x="0" y="5984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17	</a:t>
              </a:r>
              <a:endParaRPr lang="en-US" sz="1200" b="1">
                <a:latin typeface="Courier New" panose="02070309020205020404" pitchFamily="49" charset="0"/>
              </a:endParaRP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53267" name="Group 55"/>
          <p:cNvGrpSpPr>
            <a:grpSpLocks/>
          </p:cNvGrpSpPr>
          <p:nvPr/>
        </p:nvGrpSpPr>
        <p:grpSpPr bwMode="auto">
          <a:xfrm>
            <a:off x="0" y="3643313"/>
            <a:ext cx="6705600" cy="214312"/>
            <a:chOff x="0" y="6358"/>
            <a:chExt cx="3072" cy="374"/>
          </a:xfrm>
        </p:grpSpPr>
        <p:sp>
          <p:nvSpPr>
            <p:cNvPr id="53319" name="Rectangle 56"/>
            <p:cNvSpPr>
              <a:spLocks noChangeArrowheads="1"/>
            </p:cNvSpPr>
            <p:nvPr/>
          </p:nvSpPr>
          <p:spPr bwMode="auto">
            <a:xfrm>
              <a:off x="0" y="6383"/>
              <a:ext cx="3072" cy="32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53320" name="Rectangle 57"/>
            <p:cNvSpPr>
              <a:spLocks noChangeArrowheads="1"/>
            </p:cNvSpPr>
            <p:nvPr/>
          </p:nvSpPr>
          <p:spPr bwMode="auto">
            <a:xfrm>
              <a:off x="0" y="6358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 dirty="0">
                  <a:solidFill>
                    <a:srgbClr val="4D8DFF"/>
                  </a:solidFill>
                  <a:latin typeface="Courier New" panose="02070309020205020404" pitchFamily="49" charset="0"/>
                </a:rPr>
                <a:t>	18	</a:t>
              </a:r>
              <a:r>
                <a:rPr lang="en-US" sz="1200" b="1" dirty="0">
                  <a:solidFill>
                    <a:srgbClr val="275AFF"/>
                  </a:solidFill>
                  <a:latin typeface="Courier New" panose="02070309020205020404" pitchFamily="49" charset="0"/>
                </a:rPr>
                <a:t>void</a:t>
              </a:r>
              <a:r>
                <a:rPr lang="en-US" sz="1200" b="1" dirty="0">
                  <a:latin typeface="Courier New" panose="02070309020205020404" pitchFamily="49" charset="0"/>
                </a:rPr>
                <a:t> Test::print() </a:t>
              </a:r>
              <a:r>
                <a:rPr lang="en-US" sz="1200" b="1" dirty="0" err="1">
                  <a:solidFill>
                    <a:srgbClr val="275AFF"/>
                  </a:solidFill>
                  <a:latin typeface="Courier New" panose="02070309020205020404" pitchFamily="49" charset="0"/>
                </a:rPr>
                <a:t>const</a:t>
              </a:r>
              <a:r>
                <a:rPr lang="en-US" sz="1200" b="1" dirty="0">
                  <a:latin typeface="Courier New" panose="02070309020205020404" pitchFamily="49" charset="0"/>
                </a:rPr>
                <a:t>   </a:t>
              </a:r>
              <a:r>
                <a:rPr lang="en-US" sz="1200" b="1" dirty="0">
                  <a:solidFill>
                    <a:srgbClr val="33CC33"/>
                  </a:solidFill>
                  <a:latin typeface="Courier New" panose="02070309020205020404" pitchFamily="49" charset="0"/>
                </a:rPr>
                <a:t>// ( ) around *this required</a:t>
              </a:r>
              <a:endParaRPr lang="en-US" sz="1200" b="1" dirty="0">
                <a:latin typeface="Courier New" panose="02070309020205020404" pitchFamily="49" charset="0"/>
              </a:endParaRPr>
            </a:p>
            <a:p>
              <a:pPr eaLnBrk="1" hangingPunct="1"/>
              <a:endParaRPr lang="en-US" sz="1200" b="1" dirty="0">
                <a:latin typeface="Courier New" panose="02070309020205020404" pitchFamily="49" charset="0"/>
              </a:endParaRPr>
            </a:p>
          </p:txBody>
        </p:sp>
      </p:grpSp>
      <p:grpSp>
        <p:nvGrpSpPr>
          <p:cNvPr id="53268" name="Group 58"/>
          <p:cNvGrpSpPr>
            <a:grpSpLocks/>
          </p:cNvGrpSpPr>
          <p:nvPr/>
        </p:nvGrpSpPr>
        <p:grpSpPr bwMode="auto">
          <a:xfrm>
            <a:off x="0" y="3857625"/>
            <a:ext cx="6705600" cy="214313"/>
            <a:chOff x="0" y="6732"/>
            <a:chExt cx="3072" cy="374"/>
          </a:xfrm>
        </p:grpSpPr>
        <p:sp>
          <p:nvSpPr>
            <p:cNvPr id="53317" name="Rectangle 59"/>
            <p:cNvSpPr>
              <a:spLocks noChangeArrowheads="1"/>
            </p:cNvSpPr>
            <p:nvPr/>
          </p:nvSpPr>
          <p:spPr bwMode="auto">
            <a:xfrm>
              <a:off x="0" y="6757"/>
              <a:ext cx="3072" cy="32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53318" name="Rectangle 60"/>
            <p:cNvSpPr>
              <a:spLocks noChangeArrowheads="1"/>
            </p:cNvSpPr>
            <p:nvPr/>
          </p:nvSpPr>
          <p:spPr bwMode="auto">
            <a:xfrm>
              <a:off x="0" y="6732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19	</a:t>
              </a:r>
              <a:r>
                <a:rPr lang="en-US" sz="1200" b="1">
                  <a:latin typeface="Courier New" panose="02070309020205020404" pitchFamily="49" charset="0"/>
                </a:rPr>
                <a:t>{</a:t>
              </a: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53269" name="Group 61"/>
          <p:cNvGrpSpPr>
            <a:grpSpLocks/>
          </p:cNvGrpSpPr>
          <p:nvPr/>
        </p:nvGrpSpPr>
        <p:grpSpPr bwMode="auto">
          <a:xfrm>
            <a:off x="0" y="4071938"/>
            <a:ext cx="6705600" cy="214312"/>
            <a:chOff x="0" y="7106"/>
            <a:chExt cx="3072" cy="374"/>
          </a:xfrm>
        </p:grpSpPr>
        <p:sp>
          <p:nvSpPr>
            <p:cNvPr id="53315" name="Rectangle 62"/>
            <p:cNvSpPr>
              <a:spLocks noChangeArrowheads="1"/>
            </p:cNvSpPr>
            <p:nvPr/>
          </p:nvSpPr>
          <p:spPr bwMode="auto">
            <a:xfrm>
              <a:off x="0" y="7131"/>
              <a:ext cx="3072" cy="32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53316" name="Rectangle 63"/>
            <p:cNvSpPr>
              <a:spLocks noChangeArrowheads="1"/>
            </p:cNvSpPr>
            <p:nvPr/>
          </p:nvSpPr>
          <p:spPr bwMode="auto">
            <a:xfrm>
              <a:off x="0" y="7106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 dirty="0">
                  <a:solidFill>
                    <a:srgbClr val="4D8DFF"/>
                  </a:solidFill>
                  <a:latin typeface="Courier New" panose="02070309020205020404" pitchFamily="49" charset="0"/>
                </a:rPr>
                <a:t>	20	</a:t>
              </a:r>
              <a:r>
                <a:rPr lang="en-US" sz="1200" b="1" dirty="0">
                  <a:latin typeface="Courier New" panose="02070309020205020404" pitchFamily="49" charset="0"/>
                </a:rPr>
                <a:t>   </a:t>
              </a:r>
              <a:r>
                <a:rPr lang="en-US" sz="1200" b="1" dirty="0" err="1">
                  <a:latin typeface="Courier New" panose="02070309020205020404" pitchFamily="49" charset="0"/>
                </a:rPr>
                <a:t>cout</a:t>
              </a:r>
              <a:r>
                <a:rPr lang="en-US" sz="1200" b="1" dirty="0">
                  <a:latin typeface="Courier New" panose="02070309020205020404" pitchFamily="49" charset="0"/>
                </a:rPr>
                <a:t> &lt;&lt; "        x = " &lt;&lt; x</a:t>
              </a:r>
            </a:p>
            <a:p>
              <a:pPr eaLnBrk="1" hangingPunct="1"/>
              <a:endParaRPr lang="en-US" sz="1200" b="1" dirty="0">
                <a:latin typeface="Courier New" panose="02070309020205020404" pitchFamily="49" charset="0"/>
              </a:endParaRPr>
            </a:p>
          </p:txBody>
        </p:sp>
      </p:grpSp>
      <p:grpSp>
        <p:nvGrpSpPr>
          <p:cNvPr id="53270" name="Group 64"/>
          <p:cNvGrpSpPr>
            <a:grpSpLocks/>
          </p:cNvGrpSpPr>
          <p:nvPr/>
        </p:nvGrpSpPr>
        <p:grpSpPr bwMode="auto">
          <a:xfrm>
            <a:off x="0" y="4286250"/>
            <a:ext cx="6705600" cy="214313"/>
            <a:chOff x="0" y="7480"/>
            <a:chExt cx="3072" cy="374"/>
          </a:xfrm>
        </p:grpSpPr>
        <p:sp>
          <p:nvSpPr>
            <p:cNvPr id="53313" name="Rectangle 65"/>
            <p:cNvSpPr>
              <a:spLocks noChangeArrowheads="1"/>
            </p:cNvSpPr>
            <p:nvPr/>
          </p:nvSpPr>
          <p:spPr bwMode="auto">
            <a:xfrm>
              <a:off x="0" y="7505"/>
              <a:ext cx="3072" cy="32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53314" name="Rectangle 66"/>
            <p:cNvSpPr>
              <a:spLocks noChangeArrowheads="1"/>
            </p:cNvSpPr>
            <p:nvPr/>
          </p:nvSpPr>
          <p:spPr bwMode="auto">
            <a:xfrm>
              <a:off x="0" y="7480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21	</a:t>
              </a:r>
              <a:r>
                <a:rPr lang="en-US" sz="1200" b="1">
                  <a:latin typeface="Courier New" panose="02070309020205020404" pitchFamily="49" charset="0"/>
                </a:rPr>
                <a:t>        &lt;&lt; "\n  this-&gt;x = " &lt;&lt; this-&gt;x</a:t>
              </a: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53271" name="Group 67"/>
          <p:cNvGrpSpPr>
            <a:grpSpLocks/>
          </p:cNvGrpSpPr>
          <p:nvPr/>
        </p:nvGrpSpPr>
        <p:grpSpPr bwMode="auto">
          <a:xfrm>
            <a:off x="0" y="4500563"/>
            <a:ext cx="6705600" cy="214312"/>
            <a:chOff x="0" y="7854"/>
            <a:chExt cx="3072" cy="374"/>
          </a:xfrm>
        </p:grpSpPr>
        <p:sp>
          <p:nvSpPr>
            <p:cNvPr id="53311" name="Rectangle 68"/>
            <p:cNvSpPr>
              <a:spLocks noChangeArrowheads="1"/>
            </p:cNvSpPr>
            <p:nvPr/>
          </p:nvSpPr>
          <p:spPr bwMode="auto">
            <a:xfrm>
              <a:off x="0" y="7879"/>
              <a:ext cx="3072" cy="32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53312" name="Rectangle 69"/>
            <p:cNvSpPr>
              <a:spLocks noChangeArrowheads="1"/>
            </p:cNvSpPr>
            <p:nvPr/>
          </p:nvSpPr>
          <p:spPr bwMode="auto">
            <a:xfrm>
              <a:off x="0" y="7854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 dirty="0">
                  <a:solidFill>
                    <a:srgbClr val="4D8DFF"/>
                  </a:solidFill>
                  <a:latin typeface="Courier New" panose="02070309020205020404" pitchFamily="49" charset="0"/>
                </a:rPr>
                <a:t>	22	</a:t>
              </a:r>
              <a:r>
                <a:rPr lang="en-US" sz="1200" b="1" dirty="0">
                  <a:latin typeface="Courier New" panose="02070309020205020404" pitchFamily="49" charset="0"/>
                </a:rPr>
                <a:t>        &lt;&lt; "\n(*this).x = " &lt;&lt; ( *this ).x &lt;&lt; </a:t>
              </a:r>
              <a:r>
                <a:rPr lang="en-US" sz="1200" b="1" dirty="0" err="1">
                  <a:latin typeface="Courier New" panose="02070309020205020404" pitchFamily="49" charset="0"/>
                </a:rPr>
                <a:t>endl</a:t>
              </a:r>
              <a:r>
                <a:rPr lang="en-US" sz="1200" b="1" dirty="0">
                  <a:latin typeface="Courier New" panose="02070309020205020404" pitchFamily="49" charset="0"/>
                </a:rPr>
                <a:t>;</a:t>
              </a:r>
            </a:p>
            <a:p>
              <a:pPr eaLnBrk="1" hangingPunct="1"/>
              <a:endParaRPr lang="en-US" sz="1200" b="1" dirty="0">
                <a:latin typeface="Courier New" panose="02070309020205020404" pitchFamily="49" charset="0"/>
              </a:endParaRPr>
            </a:p>
          </p:txBody>
        </p:sp>
      </p:grpSp>
      <p:grpSp>
        <p:nvGrpSpPr>
          <p:cNvPr id="53272" name="Group 70"/>
          <p:cNvGrpSpPr>
            <a:grpSpLocks/>
          </p:cNvGrpSpPr>
          <p:nvPr/>
        </p:nvGrpSpPr>
        <p:grpSpPr bwMode="auto">
          <a:xfrm>
            <a:off x="0" y="4714875"/>
            <a:ext cx="6705600" cy="214313"/>
            <a:chOff x="0" y="8228"/>
            <a:chExt cx="3072" cy="374"/>
          </a:xfrm>
        </p:grpSpPr>
        <p:sp>
          <p:nvSpPr>
            <p:cNvPr id="53309" name="Rectangle 71"/>
            <p:cNvSpPr>
              <a:spLocks noChangeArrowheads="1"/>
            </p:cNvSpPr>
            <p:nvPr/>
          </p:nvSpPr>
          <p:spPr bwMode="auto">
            <a:xfrm>
              <a:off x="0" y="8253"/>
              <a:ext cx="3072" cy="32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53310" name="Rectangle 72"/>
            <p:cNvSpPr>
              <a:spLocks noChangeArrowheads="1"/>
            </p:cNvSpPr>
            <p:nvPr/>
          </p:nvSpPr>
          <p:spPr bwMode="auto">
            <a:xfrm>
              <a:off x="0" y="8228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23	</a:t>
              </a:r>
              <a:r>
                <a:rPr lang="en-US" sz="1200" b="1">
                  <a:latin typeface="Courier New" panose="02070309020205020404" pitchFamily="49" charset="0"/>
                </a:rPr>
                <a:t>}</a:t>
              </a: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53273" name="Group 73"/>
          <p:cNvGrpSpPr>
            <a:grpSpLocks/>
          </p:cNvGrpSpPr>
          <p:nvPr/>
        </p:nvGrpSpPr>
        <p:grpSpPr bwMode="auto">
          <a:xfrm>
            <a:off x="0" y="4929188"/>
            <a:ext cx="6705600" cy="214312"/>
            <a:chOff x="0" y="8602"/>
            <a:chExt cx="3072" cy="374"/>
          </a:xfrm>
        </p:grpSpPr>
        <p:sp>
          <p:nvSpPr>
            <p:cNvPr id="53307" name="Rectangle 74"/>
            <p:cNvSpPr>
              <a:spLocks noChangeArrowheads="1"/>
            </p:cNvSpPr>
            <p:nvPr/>
          </p:nvSpPr>
          <p:spPr bwMode="auto">
            <a:xfrm>
              <a:off x="0" y="8627"/>
              <a:ext cx="3072" cy="32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53308" name="Rectangle 75"/>
            <p:cNvSpPr>
              <a:spLocks noChangeArrowheads="1"/>
            </p:cNvSpPr>
            <p:nvPr/>
          </p:nvSpPr>
          <p:spPr bwMode="auto">
            <a:xfrm>
              <a:off x="0" y="8602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24	</a:t>
              </a:r>
              <a:endParaRPr lang="en-US" sz="1200" b="1">
                <a:latin typeface="Courier New" panose="02070309020205020404" pitchFamily="49" charset="0"/>
              </a:endParaRP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53274" name="Group 76"/>
          <p:cNvGrpSpPr>
            <a:grpSpLocks/>
          </p:cNvGrpSpPr>
          <p:nvPr/>
        </p:nvGrpSpPr>
        <p:grpSpPr bwMode="auto">
          <a:xfrm>
            <a:off x="0" y="5143500"/>
            <a:ext cx="6705600" cy="214313"/>
            <a:chOff x="0" y="8976"/>
            <a:chExt cx="3072" cy="374"/>
          </a:xfrm>
        </p:grpSpPr>
        <p:sp>
          <p:nvSpPr>
            <p:cNvPr id="53305" name="Rectangle 77"/>
            <p:cNvSpPr>
              <a:spLocks noChangeArrowheads="1"/>
            </p:cNvSpPr>
            <p:nvPr/>
          </p:nvSpPr>
          <p:spPr bwMode="auto">
            <a:xfrm>
              <a:off x="0" y="9001"/>
              <a:ext cx="3072" cy="32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53306" name="Rectangle 78"/>
            <p:cNvSpPr>
              <a:spLocks noChangeArrowheads="1"/>
            </p:cNvSpPr>
            <p:nvPr/>
          </p:nvSpPr>
          <p:spPr bwMode="auto">
            <a:xfrm>
              <a:off x="0" y="8976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25	</a:t>
              </a:r>
              <a:r>
                <a:rPr lang="en-US" sz="1200" b="1">
                  <a:solidFill>
                    <a:srgbClr val="275AFF"/>
                  </a:solidFill>
                  <a:latin typeface="Courier New" panose="02070309020205020404" pitchFamily="49" charset="0"/>
                </a:rPr>
                <a:t>int</a:t>
              </a:r>
              <a:r>
                <a:rPr lang="en-US" sz="1200" b="1">
                  <a:latin typeface="Courier New" panose="02070309020205020404" pitchFamily="49" charset="0"/>
                </a:rPr>
                <a:t> main()</a:t>
              </a: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53275" name="Group 79"/>
          <p:cNvGrpSpPr>
            <a:grpSpLocks/>
          </p:cNvGrpSpPr>
          <p:nvPr/>
        </p:nvGrpSpPr>
        <p:grpSpPr bwMode="auto">
          <a:xfrm>
            <a:off x="0" y="5357813"/>
            <a:ext cx="6705600" cy="214312"/>
            <a:chOff x="0" y="9350"/>
            <a:chExt cx="3072" cy="374"/>
          </a:xfrm>
        </p:grpSpPr>
        <p:sp>
          <p:nvSpPr>
            <p:cNvPr id="53303" name="Rectangle 80"/>
            <p:cNvSpPr>
              <a:spLocks noChangeArrowheads="1"/>
            </p:cNvSpPr>
            <p:nvPr/>
          </p:nvSpPr>
          <p:spPr bwMode="auto">
            <a:xfrm>
              <a:off x="0" y="9375"/>
              <a:ext cx="3072" cy="32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53304" name="Rectangle 81"/>
            <p:cNvSpPr>
              <a:spLocks noChangeArrowheads="1"/>
            </p:cNvSpPr>
            <p:nvPr/>
          </p:nvSpPr>
          <p:spPr bwMode="auto">
            <a:xfrm>
              <a:off x="0" y="9350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26	</a:t>
              </a:r>
              <a:r>
                <a:rPr lang="en-US" sz="1200" b="1">
                  <a:latin typeface="Courier New" panose="02070309020205020404" pitchFamily="49" charset="0"/>
                </a:rPr>
                <a:t>{</a:t>
              </a: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53276" name="Group 82"/>
          <p:cNvGrpSpPr>
            <a:grpSpLocks/>
          </p:cNvGrpSpPr>
          <p:nvPr/>
        </p:nvGrpSpPr>
        <p:grpSpPr bwMode="auto">
          <a:xfrm>
            <a:off x="0" y="5572125"/>
            <a:ext cx="6705600" cy="214313"/>
            <a:chOff x="0" y="9724"/>
            <a:chExt cx="3072" cy="374"/>
          </a:xfrm>
        </p:grpSpPr>
        <p:sp>
          <p:nvSpPr>
            <p:cNvPr id="53301" name="Rectangle 83"/>
            <p:cNvSpPr>
              <a:spLocks noChangeArrowheads="1"/>
            </p:cNvSpPr>
            <p:nvPr/>
          </p:nvSpPr>
          <p:spPr bwMode="auto">
            <a:xfrm>
              <a:off x="0" y="9749"/>
              <a:ext cx="3072" cy="32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53302" name="Rectangle 84"/>
            <p:cNvSpPr>
              <a:spLocks noChangeArrowheads="1"/>
            </p:cNvSpPr>
            <p:nvPr/>
          </p:nvSpPr>
          <p:spPr bwMode="auto">
            <a:xfrm>
              <a:off x="0" y="9724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27	</a:t>
              </a:r>
              <a:r>
                <a:rPr lang="en-US" sz="1200" b="1">
                  <a:latin typeface="Courier New" panose="02070309020205020404" pitchFamily="49" charset="0"/>
                </a:rPr>
                <a:t>   Test testObject( 12 );</a:t>
              </a: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53277" name="Group 85"/>
          <p:cNvGrpSpPr>
            <a:grpSpLocks/>
          </p:cNvGrpSpPr>
          <p:nvPr/>
        </p:nvGrpSpPr>
        <p:grpSpPr bwMode="auto">
          <a:xfrm>
            <a:off x="0" y="5786438"/>
            <a:ext cx="6705600" cy="214312"/>
            <a:chOff x="0" y="10098"/>
            <a:chExt cx="3072" cy="374"/>
          </a:xfrm>
        </p:grpSpPr>
        <p:sp>
          <p:nvSpPr>
            <p:cNvPr id="53299" name="Rectangle 86"/>
            <p:cNvSpPr>
              <a:spLocks noChangeArrowheads="1"/>
            </p:cNvSpPr>
            <p:nvPr/>
          </p:nvSpPr>
          <p:spPr bwMode="auto">
            <a:xfrm>
              <a:off x="0" y="10123"/>
              <a:ext cx="3072" cy="32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53300" name="Rectangle 87"/>
            <p:cNvSpPr>
              <a:spLocks noChangeArrowheads="1"/>
            </p:cNvSpPr>
            <p:nvPr/>
          </p:nvSpPr>
          <p:spPr bwMode="auto">
            <a:xfrm>
              <a:off x="0" y="10098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28	</a:t>
              </a:r>
              <a:endParaRPr lang="en-US" sz="1200" b="1">
                <a:latin typeface="Courier New" panose="02070309020205020404" pitchFamily="49" charset="0"/>
              </a:endParaRP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53278" name="Group 88"/>
          <p:cNvGrpSpPr>
            <a:grpSpLocks/>
          </p:cNvGrpSpPr>
          <p:nvPr/>
        </p:nvGrpSpPr>
        <p:grpSpPr bwMode="auto">
          <a:xfrm>
            <a:off x="0" y="6000750"/>
            <a:ext cx="6705600" cy="214313"/>
            <a:chOff x="0" y="10472"/>
            <a:chExt cx="3072" cy="374"/>
          </a:xfrm>
        </p:grpSpPr>
        <p:sp>
          <p:nvSpPr>
            <p:cNvPr id="53297" name="Rectangle 89"/>
            <p:cNvSpPr>
              <a:spLocks noChangeArrowheads="1"/>
            </p:cNvSpPr>
            <p:nvPr/>
          </p:nvSpPr>
          <p:spPr bwMode="auto">
            <a:xfrm>
              <a:off x="0" y="10497"/>
              <a:ext cx="3072" cy="32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53298" name="Rectangle 90"/>
            <p:cNvSpPr>
              <a:spLocks noChangeArrowheads="1"/>
            </p:cNvSpPr>
            <p:nvPr/>
          </p:nvSpPr>
          <p:spPr bwMode="auto">
            <a:xfrm>
              <a:off x="0" y="10472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29	</a:t>
              </a:r>
              <a:r>
                <a:rPr lang="en-US" sz="1200" b="1">
                  <a:latin typeface="Courier New" panose="02070309020205020404" pitchFamily="49" charset="0"/>
                </a:rPr>
                <a:t>   testObject.print();</a:t>
              </a: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53279" name="Group 91"/>
          <p:cNvGrpSpPr>
            <a:grpSpLocks/>
          </p:cNvGrpSpPr>
          <p:nvPr/>
        </p:nvGrpSpPr>
        <p:grpSpPr bwMode="auto">
          <a:xfrm>
            <a:off x="0" y="6215063"/>
            <a:ext cx="6705600" cy="214312"/>
            <a:chOff x="0" y="10846"/>
            <a:chExt cx="3072" cy="374"/>
          </a:xfrm>
        </p:grpSpPr>
        <p:sp>
          <p:nvSpPr>
            <p:cNvPr id="53295" name="Rectangle 92"/>
            <p:cNvSpPr>
              <a:spLocks noChangeArrowheads="1"/>
            </p:cNvSpPr>
            <p:nvPr/>
          </p:nvSpPr>
          <p:spPr bwMode="auto">
            <a:xfrm>
              <a:off x="0" y="10871"/>
              <a:ext cx="3072" cy="32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53296" name="Rectangle 93"/>
            <p:cNvSpPr>
              <a:spLocks noChangeArrowheads="1"/>
            </p:cNvSpPr>
            <p:nvPr/>
          </p:nvSpPr>
          <p:spPr bwMode="auto">
            <a:xfrm>
              <a:off x="0" y="10846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30	</a:t>
              </a:r>
              <a:endParaRPr lang="en-US" sz="1200" b="1">
                <a:latin typeface="Courier New" panose="02070309020205020404" pitchFamily="49" charset="0"/>
              </a:endParaRP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53280" name="Group 94"/>
          <p:cNvGrpSpPr>
            <a:grpSpLocks/>
          </p:cNvGrpSpPr>
          <p:nvPr/>
        </p:nvGrpSpPr>
        <p:grpSpPr bwMode="auto">
          <a:xfrm>
            <a:off x="0" y="6429375"/>
            <a:ext cx="6705600" cy="214313"/>
            <a:chOff x="0" y="11220"/>
            <a:chExt cx="3072" cy="374"/>
          </a:xfrm>
        </p:grpSpPr>
        <p:sp>
          <p:nvSpPr>
            <p:cNvPr id="53293" name="Rectangle 95"/>
            <p:cNvSpPr>
              <a:spLocks noChangeArrowheads="1"/>
            </p:cNvSpPr>
            <p:nvPr/>
          </p:nvSpPr>
          <p:spPr bwMode="auto">
            <a:xfrm>
              <a:off x="0" y="11245"/>
              <a:ext cx="3072" cy="32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53294" name="Rectangle 96"/>
            <p:cNvSpPr>
              <a:spLocks noChangeArrowheads="1"/>
            </p:cNvSpPr>
            <p:nvPr/>
          </p:nvSpPr>
          <p:spPr bwMode="auto">
            <a:xfrm>
              <a:off x="0" y="11220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31	</a:t>
              </a:r>
              <a:r>
                <a:rPr lang="en-US" sz="1200" b="1">
                  <a:latin typeface="Courier New" panose="02070309020205020404" pitchFamily="49" charset="0"/>
                </a:rPr>
                <a:t>   </a:t>
              </a:r>
              <a:r>
                <a:rPr lang="en-US" sz="1200" b="1">
                  <a:solidFill>
                    <a:srgbClr val="275AFF"/>
                  </a:solidFill>
                  <a:latin typeface="Courier New" panose="02070309020205020404" pitchFamily="49" charset="0"/>
                </a:rPr>
                <a:t>return</a:t>
              </a:r>
              <a:r>
                <a:rPr lang="en-US" sz="1200" b="1">
                  <a:latin typeface="Courier New" panose="02070309020205020404" pitchFamily="49" charset="0"/>
                </a:rPr>
                <a:t> 0;</a:t>
              </a: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53281" name="Group 97"/>
          <p:cNvGrpSpPr>
            <a:grpSpLocks/>
          </p:cNvGrpSpPr>
          <p:nvPr/>
        </p:nvGrpSpPr>
        <p:grpSpPr bwMode="auto">
          <a:xfrm>
            <a:off x="0" y="6643688"/>
            <a:ext cx="6705600" cy="214312"/>
            <a:chOff x="0" y="11594"/>
            <a:chExt cx="3072" cy="374"/>
          </a:xfrm>
        </p:grpSpPr>
        <p:sp>
          <p:nvSpPr>
            <p:cNvPr id="53291" name="Rectangle 98"/>
            <p:cNvSpPr>
              <a:spLocks noChangeArrowheads="1"/>
            </p:cNvSpPr>
            <p:nvPr/>
          </p:nvSpPr>
          <p:spPr bwMode="auto">
            <a:xfrm>
              <a:off x="0" y="11619"/>
              <a:ext cx="3072" cy="32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53292" name="Rectangle 99"/>
            <p:cNvSpPr>
              <a:spLocks noChangeArrowheads="1"/>
            </p:cNvSpPr>
            <p:nvPr/>
          </p:nvSpPr>
          <p:spPr bwMode="auto">
            <a:xfrm>
              <a:off x="0" y="11594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32	</a:t>
              </a:r>
              <a:r>
                <a:rPr lang="en-US" sz="1200" b="1">
                  <a:latin typeface="Courier New" panose="02070309020205020404" pitchFamily="49" charset="0"/>
                </a:rPr>
                <a:t>}</a:t>
              </a: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53357" name="Group 113"/>
          <p:cNvGrpSpPr>
            <a:grpSpLocks/>
          </p:cNvGrpSpPr>
          <p:nvPr/>
        </p:nvGrpSpPr>
        <p:grpSpPr bwMode="auto">
          <a:xfrm>
            <a:off x="2590800" y="2438400"/>
            <a:ext cx="2971800" cy="1676400"/>
            <a:chOff x="1632" y="1536"/>
            <a:chExt cx="1872" cy="1056"/>
          </a:xfrm>
        </p:grpSpPr>
        <p:sp>
          <p:nvSpPr>
            <p:cNvPr id="53289" name="Text Box 102"/>
            <p:cNvSpPr txBox="1">
              <a:spLocks noChangeArrowheads="1"/>
            </p:cNvSpPr>
            <p:nvPr/>
          </p:nvSpPr>
          <p:spPr bwMode="auto">
            <a:xfrm>
              <a:off x="2256" y="1536"/>
              <a:ext cx="1248" cy="155"/>
            </a:xfrm>
            <a:prstGeom prst="rect">
              <a:avLst/>
            </a:prstGeom>
            <a:solidFill>
              <a:srgbClr val="99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t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600"/>
                <a:t>Printing </a:t>
              </a:r>
              <a:r>
                <a:rPr lang="en-US" sz="1600" b="1"/>
                <a:t>x</a:t>
              </a:r>
              <a:r>
                <a:rPr lang="en-US" sz="1600"/>
                <a:t> directly.</a:t>
              </a:r>
            </a:p>
          </p:txBody>
        </p:sp>
        <p:sp>
          <p:nvSpPr>
            <p:cNvPr id="53290" name="Line 103"/>
            <p:cNvSpPr>
              <a:spLocks noChangeShapeType="1"/>
            </p:cNvSpPr>
            <p:nvPr/>
          </p:nvSpPr>
          <p:spPr bwMode="auto">
            <a:xfrm flipH="1">
              <a:off x="1632" y="1680"/>
              <a:ext cx="624" cy="9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tIns="0" bIns="0" anchor="ctr">
              <a:spAutoFit/>
            </a:bodyPr>
            <a:lstStyle/>
            <a:p>
              <a:endParaRPr lang="en-US"/>
            </a:p>
          </p:txBody>
        </p:sp>
      </p:grpSp>
      <p:grpSp>
        <p:nvGrpSpPr>
          <p:cNvPr id="53358" name="Group 111"/>
          <p:cNvGrpSpPr>
            <a:grpSpLocks/>
          </p:cNvGrpSpPr>
          <p:nvPr/>
        </p:nvGrpSpPr>
        <p:grpSpPr bwMode="auto">
          <a:xfrm>
            <a:off x="3505200" y="3632203"/>
            <a:ext cx="5257800" cy="668338"/>
            <a:chOff x="1344" y="2672"/>
            <a:chExt cx="3312" cy="421"/>
          </a:xfrm>
        </p:grpSpPr>
        <p:sp>
          <p:nvSpPr>
            <p:cNvPr id="53287" name="Line 105"/>
            <p:cNvSpPr>
              <a:spLocks noChangeShapeType="1"/>
            </p:cNvSpPr>
            <p:nvPr/>
          </p:nvSpPr>
          <p:spPr bwMode="auto">
            <a:xfrm flipH="1">
              <a:off x="1344" y="2812"/>
              <a:ext cx="1296" cy="2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 t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53288" name="Text Box 104"/>
            <p:cNvSpPr txBox="1">
              <a:spLocks noChangeArrowheads="1"/>
            </p:cNvSpPr>
            <p:nvPr/>
          </p:nvSpPr>
          <p:spPr bwMode="auto">
            <a:xfrm>
              <a:off x="2640" y="2672"/>
              <a:ext cx="2016" cy="310"/>
            </a:xfrm>
            <a:prstGeom prst="rect">
              <a:avLst/>
            </a:prstGeom>
            <a:solidFill>
              <a:srgbClr val="99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t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600" dirty="0"/>
                <a:t>Print </a:t>
              </a:r>
              <a:r>
                <a:rPr lang="en-US" sz="1600" b="1" dirty="0">
                  <a:latin typeface="Courier New" panose="02070309020205020404" pitchFamily="49" charset="0"/>
                </a:rPr>
                <a:t>x</a:t>
              </a:r>
              <a:r>
                <a:rPr lang="en-US" sz="1600" b="1" dirty="0"/>
                <a:t> </a:t>
              </a:r>
              <a:r>
                <a:rPr lang="en-US" sz="1600" dirty="0"/>
                <a:t>using the arrow </a:t>
              </a:r>
              <a:r>
                <a:rPr lang="en-US" sz="1600" b="1" dirty="0">
                  <a:latin typeface="Courier" charset="0"/>
                </a:rPr>
                <a:t>-&gt;</a:t>
              </a:r>
              <a:r>
                <a:rPr lang="en-US" sz="1600" dirty="0"/>
                <a:t> operator off the </a:t>
              </a:r>
              <a:r>
                <a:rPr lang="en-US" sz="1600" b="1" dirty="0">
                  <a:latin typeface="Courier New" panose="02070309020205020404" pitchFamily="49" charset="0"/>
                </a:rPr>
                <a:t>this</a:t>
              </a:r>
              <a:r>
                <a:rPr lang="en-US" sz="1600" b="1" dirty="0"/>
                <a:t> </a:t>
              </a:r>
              <a:r>
                <a:rPr lang="en-US" sz="1600" dirty="0"/>
                <a:t>pointer.</a:t>
              </a:r>
            </a:p>
          </p:txBody>
        </p:sp>
      </p:grpSp>
      <p:grpSp>
        <p:nvGrpSpPr>
          <p:cNvPr id="53359" name="Group 112"/>
          <p:cNvGrpSpPr>
            <a:grpSpLocks/>
          </p:cNvGrpSpPr>
          <p:nvPr/>
        </p:nvGrpSpPr>
        <p:grpSpPr bwMode="auto">
          <a:xfrm>
            <a:off x="2514600" y="4653353"/>
            <a:ext cx="6400800" cy="2039939"/>
            <a:chOff x="1056" y="2505"/>
            <a:chExt cx="4032" cy="1285"/>
          </a:xfrm>
        </p:grpSpPr>
        <p:sp>
          <p:nvSpPr>
            <p:cNvPr id="53285" name="Line 107"/>
            <p:cNvSpPr>
              <a:spLocks noChangeShapeType="1"/>
            </p:cNvSpPr>
            <p:nvPr/>
          </p:nvSpPr>
          <p:spPr bwMode="auto">
            <a:xfrm flipH="1" flipV="1">
              <a:off x="1056" y="2505"/>
              <a:ext cx="1344" cy="8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 tIns="0" bIns="0" anchor="ctr">
              <a:spAutoFit/>
            </a:bodyPr>
            <a:lstStyle/>
            <a:p>
              <a:endParaRPr lang="en-US" sz="2000"/>
            </a:p>
          </p:txBody>
        </p:sp>
        <p:sp>
          <p:nvSpPr>
            <p:cNvPr id="53286" name="Text Box 106"/>
            <p:cNvSpPr txBox="1">
              <a:spLocks noChangeArrowheads="1"/>
            </p:cNvSpPr>
            <p:nvPr/>
          </p:nvSpPr>
          <p:spPr bwMode="auto">
            <a:xfrm>
              <a:off x="2208" y="3170"/>
              <a:ext cx="2880" cy="620"/>
            </a:xfrm>
            <a:prstGeom prst="rect">
              <a:avLst/>
            </a:prstGeom>
            <a:solidFill>
              <a:srgbClr val="99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t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600" dirty="0"/>
                <a:t>Printing </a:t>
              </a:r>
              <a:r>
                <a:rPr lang="en-US" sz="1600" b="1" dirty="0">
                  <a:latin typeface="Courier New" panose="02070309020205020404" pitchFamily="49" charset="0"/>
                </a:rPr>
                <a:t>x</a:t>
              </a:r>
              <a:r>
                <a:rPr lang="en-US" sz="1600" dirty="0"/>
                <a:t> using the dot (</a:t>
              </a:r>
              <a:r>
                <a:rPr lang="en-US" sz="1600" b="1" dirty="0"/>
                <a:t>.</a:t>
              </a:r>
              <a:r>
                <a:rPr lang="en-US" sz="1600" dirty="0"/>
                <a:t>) operator. Parenthesis required because dot operator has higher precedence than </a:t>
              </a:r>
              <a:r>
                <a:rPr lang="en-US" sz="1600" b="1" dirty="0">
                  <a:latin typeface="Courier New" panose="02070309020205020404" pitchFamily="49" charset="0"/>
                </a:rPr>
                <a:t>*</a:t>
              </a:r>
              <a:r>
                <a:rPr lang="en-US" sz="1600" dirty="0"/>
                <a:t>. Without, interpreted incorrectly as </a:t>
              </a:r>
              <a:r>
                <a:rPr lang="en-US" sz="1600" b="1" dirty="0">
                  <a:latin typeface="Courier New" panose="02070309020205020404" pitchFamily="49" charset="0"/>
                </a:rPr>
                <a:t>*(</a:t>
              </a:r>
              <a:r>
                <a:rPr lang="en-US" sz="1600" b="1" dirty="0" err="1">
                  <a:latin typeface="Courier New" panose="02070309020205020404" pitchFamily="49" charset="0"/>
                </a:rPr>
                <a:t>this.x</a:t>
              </a:r>
              <a:r>
                <a:rPr lang="en-US" sz="1600" b="1" dirty="0">
                  <a:latin typeface="Courier New" panose="02070309020205020404" pitchFamily="49" charset="0"/>
                </a:rPr>
                <a:t>)</a:t>
              </a:r>
              <a:r>
                <a:rPr lang="en-US" sz="1600" dirty="0"/>
                <a:t>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20618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3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3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3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3"/>
          <p:cNvSpPr>
            <a:spLocks noChangeArrowheads="1"/>
          </p:cNvSpPr>
          <p:nvPr/>
        </p:nvSpPr>
        <p:spPr bwMode="auto">
          <a:xfrm>
            <a:off x="304800" y="914400"/>
            <a:ext cx="6629400" cy="138499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>
            <a:spAutoFit/>
          </a:bodyPr>
          <a:lstStyle>
            <a:lvl1pPr eaLnBrk="0" hangingPunct="0">
              <a:tabLst>
                <a:tab pos="609600" algn="l"/>
                <a:tab pos="914400" algn="l"/>
                <a:tab pos="1219200" algn="l"/>
                <a:tab pos="1524000" algn="l"/>
                <a:tab pos="1828800" algn="l"/>
                <a:tab pos="2133600" algn="l"/>
                <a:tab pos="2438400" algn="l"/>
                <a:tab pos="2743200" algn="l"/>
                <a:tab pos="3048000" algn="l"/>
                <a:tab pos="3352800" algn="l"/>
                <a:tab pos="3657600" algn="l"/>
                <a:tab pos="3962400" algn="l"/>
                <a:tab pos="4267200" algn="l"/>
                <a:tab pos="4572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tabLst>
                <a:tab pos="609600" algn="l"/>
                <a:tab pos="914400" algn="l"/>
                <a:tab pos="1219200" algn="l"/>
                <a:tab pos="1524000" algn="l"/>
                <a:tab pos="1828800" algn="l"/>
                <a:tab pos="2133600" algn="l"/>
                <a:tab pos="2438400" algn="l"/>
                <a:tab pos="2743200" algn="l"/>
                <a:tab pos="3048000" algn="l"/>
                <a:tab pos="3352800" algn="l"/>
                <a:tab pos="3657600" algn="l"/>
                <a:tab pos="3962400" algn="l"/>
                <a:tab pos="4267200" algn="l"/>
                <a:tab pos="4572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tabLst>
                <a:tab pos="609600" algn="l"/>
                <a:tab pos="914400" algn="l"/>
                <a:tab pos="1219200" algn="l"/>
                <a:tab pos="1524000" algn="l"/>
                <a:tab pos="1828800" algn="l"/>
                <a:tab pos="2133600" algn="l"/>
                <a:tab pos="2438400" algn="l"/>
                <a:tab pos="2743200" algn="l"/>
                <a:tab pos="3048000" algn="l"/>
                <a:tab pos="3352800" algn="l"/>
                <a:tab pos="3657600" algn="l"/>
                <a:tab pos="3962400" algn="l"/>
                <a:tab pos="4267200" algn="l"/>
                <a:tab pos="4572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tabLst>
                <a:tab pos="609600" algn="l"/>
                <a:tab pos="914400" algn="l"/>
                <a:tab pos="1219200" algn="l"/>
                <a:tab pos="1524000" algn="l"/>
                <a:tab pos="1828800" algn="l"/>
                <a:tab pos="2133600" algn="l"/>
                <a:tab pos="2438400" algn="l"/>
                <a:tab pos="2743200" algn="l"/>
                <a:tab pos="3048000" algn="l"/>
                <a:tab pos="3352800" algn="l"/>
                <a:tab pos="3657600" algn="l"/>
                <a:tab pos="3962400" algn="l"/>
                <a:tab pos="4267200" algn="l"/>
                <a:tab pos="4572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tabLst>
                <a:tab pos="609600" algn="l"/>
                <a:tab pos="914400" algn="l"/>
                <a:tab pos="1219200" algn="l"/>
                <a:tab pos="1524000" algn="l"/>
                <a:tab pos="1828800" algn="l"/>
                <a:tab pos="2133600" algn="l"/>
                <a:tab pos="2438400" algn="l"/>
                <a:tab pos="2743200" algn="l"/>
                <a:tab pos="3048000" algn="l"/>
                <a:tab pos="3352800" algn="l"/>
                <a:tab pos="3657600" algn="l"/>
                <a:tab pos="3962400" algn="l"/>
                <a:tab pos="4267200" algn="l"/>
                <a:tab pos="4572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09600" algn="l"/>
                <a:tab pos="914400" algn="l"/>
                <a:tab pos="1219200" algn="l"/>
                <a:tab pos="1524000" algn="l"/>
                <a:tab pos="1828800" algn="l"/>
                <a:tab pos="2133600" algn="l"/>
                <a:tab pos="2438400" algn="l"/>
                <a:tab pos="2743200" algn="l"/>
                <a:tab pos="3048000" algn="l"/>
                <a:tab pos="3352800" algn="l"/>
                <a:tab pos="3657600" algn="l"/>
                <a:tab pos="3962400" algn="l"/>
                <a:tab pos="4267200" algn="l"/>
                <a:tab pos="4572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09600" algn="l"/>
                <a:tab pos="914400" algn="l"/>
                <a:tab pos="1219200" algn="l"/>
                <a:tab pos="1524000" algn="l"/>
                <a:tab pos="1828800" algn="l"/>
                <a:tab pos="2133600" algn="l"/>
                <a:tab pos="2438400" algn="l"/>
                <a:tab pos="2743200" algn="l"/>
                <a:tab pos="3048000" algn="l"/>
                <a:tab pos="3352800" algn="l"/>
                <a:tab pos="3657600" algn="l"/>
                <a:tab pos="3962400" algn="l"/>
                <a:tab pos="4267200" algn="l"/>
                <a:tab pos="4572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09600" algn="l"/>
                <a:tab pos="914400" algn="l"/>
                <a:tab pos="1219200" algn="l"/>
                <a:tab pos="1524000" algn="l"/>
                <a:tab pos="1828800" algn="l"/>
                <a:tab pos="2133600" algn="l"/>
                <a:tab pos="2438400" algn="l"/>
                <a:tab pos="2743200" algn="l"/>
                <a:tab pos="3048000" algn="l"/>
                <a:tab pos="3352800" algn="l"/>
                <a:tab pos="3657600" algn="l"/>
                <a:tab pos="3962400" algn="l"/>
                <a:tab pos="4267200" algn="l"/>
                <a:tab pos="4572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09600" algn="l"/>
                <a:tab pos="914400" algn="l"/>
                <a:tab pos="1219200" algn="l"/>
                <a:tab pos="1524000" algn="l"/>
                <a:tab pos="1828800" algn="l"/>
                <a:tab pos="2133600" algn="l"/>
                <a:tab pos="2438400" algn="l"/>
                <a:tab pos="2743200" algn="l"/>
                <a:tab pos="3048000" algn="l"/>
                <a:tab pos="3352800" algn="l"/>
                <a:tab pos="3657600" algn="l"/>
                <a:tab pos="3962400" algn="l"/>
                <a:tab pos="4267200" algn="l"/>
                <a:tab pos="4572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sz="1400" b="1" dirty="0">
                <a:latin typeface="Courier New" panose="02070309020205020404" pitchFamily="49" charset="0"/>
              </a:rPr>
              <a:t> </a:t>
            </a:r>
          </a:p>
          <a:p>
            <a:pPr eaLnBrk="1" hangingPunct="1"/>
            <a:endParaRPr lang="en-US" sz="1400" b="1" dirty="0">
              <a:latin typeface="Courier New" panose="02070309020205020404" pitchFamily="49" charset="0"/>
            </a:endParaRPr>
          </a:p>
          <a:p>
            <a:pPr eaLnBrk="1" hangingPunct="1"/>
            <a:r>
              <a:rPr lang="en-US" sz="1400" b="1" dirty="0">
                <a:latin typeface="Courier New" panose="02070309020205020404" pitchFamily="49" charset="0"/>
              </a:rPr>
              <a:t>        x = 12</a:t>
            </a:r>
          </a:p>
          <a:p>
            <a:pPr eaLnBrk="1" hangingPunct="1"/>
            <a:r>
              <a:rPr lang="en-US" sz="1400" b="1" dirty="0">
                <a:latin typeface="Courier New" panose="02070309020205020404" pitchFamily="49" charset="0"/>
              </a:rPr>
              <a:t>  this-&gt;x = 12</a:t>
            </a:r>
          </a:p>
          <a:p>
            <a:pPr eaLnBrk="1" hangingPunct="1"/>
            <a:r>
              <a:rPr lang="en-US" sz="1400" b="1" dirty="0">
                <a:latin typeface="Courier New" panose="02070309020205020404" pitchFamily="49" charset="0"/>
              </a:rPr>
              <a:t>(*this).x = 12</a:t>
            </a:r>
          </a:p>
          <a:p>
            <a:pPr eaLnBrk="1" hangingPunct="1"/>
            <a:endParaRPr lang="en-US" sz="1400" b="1" dirty="0">
              <a:latin typeface="Courier New" panose="02070309020205020404" pitchFamily="49" charset="0"/>
            </a:endParaRPr>
          </a:p>
        </p:txBody>
      </p:sp>
      <p:grpSp>
        <p:nvGrpSpPr>
          <p:cNvPr id="2" name="Group 7"/>
          <p:cNvGrpSpPr>
            <a:grpSpLocks/>
          </p:cNvGrpSpPr>
          <p:nvPr/>
        </p:nvGrpSpPr>
        <p:grpSpPr bwMode="auto">
          <a:xfrm>
            <a:off x="1905000" y="1752600"/>
            <a:ext cx="4114800" cy="1727201"/>
            <a:chOff x="960" y="384"/>
            <a:chExt cx="2592" cy="1088"/>
          </a:xfrm>
        </p:grpSpPr>
        <p:sp>
          <p:nvSpPr>
            <p:cNvPr id="54276" name="Text Box 4"/>
            <p:cNvSpPr txBox="1">
              <a:spLocks noChangeArrowheads="1"/>
            </p:cNvSpPr>
            <p:nvPr/>
          </p:nvSpPr>
          <p:spPr bwMode="auto">
            <a:xfrm>
              <a:off x="2160" y="1104"/>
              <a:ext cx="1392" cy="368"/>
            </a:xfrm>
            <a:prstGeom prst="rect">
              <a:avLst/>
            </a:prstGeom>
            <a:solidFill>
              <a:srgbClr val="99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600" dirty="0"/>
                <a:t>All three methods have the same result.</a:t>
              </a:r>
            </a:p>
          </p:txBody>
        </p:sp>
        <p:sp>
          <p:nvSpPr>
            <p:cNvPr id="54277" name="Line 6"/>
            <p:cNvSpPr>
              <a:spLocks noChangeShapeType="1"/>
            </p:cNvSpPr>
            <p:nvPr/>
          </p:nvSpPr>
          <p:spPr bwMode="auto">
            <a:xfrm flipH="1" flipV="1">
              <a:off x="960" y="384"/>
              <a:ext cx="1200" cy="8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 sz="2000"/>
            </a:p>
          </p:txBody>
        </p:sp>
      </p:grpSp>
    </p:spTree>
    <p:extLst>
      <p:ext uri="{BB962C8B-B14F-4D97-AF65-F5344CB8AC3E}">
        <p14:creationId xmlns:p14="http://schemas.microsoft.com/office/powerpoint/2010/main" val="33344454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298" name="Group 4"/>
          <p:cNvGrpSpPr>
            <a:grpSpLocks/>
          </p:cNvGrpSpPr>
          <p:nvPr/>
        </p:nvGrpSpPr>
        <p:grpSpPr bwMode="auto">
          <a:xfrm>
            <a:off x="0" y="0"/>
            <a:ext cx="6781800" cy="207963"/>
            <a:chOff x="0" y="0"/>
            <a:chExt cx="3072" cy="374"/>
          </a:xfrm>
        </p:grpSpPr>
        <p:sp>
          <p:nvSpPr>
            <p:cNvPr id="55400" name="Rectangle 5"/>
            <p:cNvSpPr>
              <a:spLocks noChangeArrowheads="1"/>
            </p:cNvSpPr>
            <p:nvPr/>
          </p:nvSpPr>
          <p:spPr bwMode="auto">
            <a:xfrm>
              <a:off x="0" y="21"/>
              <a:ext cx="3072" cy="33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55401" name="Rectangle 6"/>
            <p:cNvSpPr>
              <a:spLocks noChangeArrowheads="1"/>
            </p:cNvSpPr>
            <p:nvPr/>
          </p:nvSpPr>
          <p:spPr bwMode="auto">
            <a:xfrm>
              <a:off x="0" y="0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1	</a:t>
              </a:r>
              <a:r>
                <a:rPr lang="en-US" sz="1200" b="1">
                  <a:solidFill>
                    <a:srgbClr val="33CC33"/>
                  </a:solidFill>
                  <a:latin typeface="Courier New" panose="02070309020205020404" pitchFamily="49" charset="0"/>
                </a:rPr>
                <a:t>// Fig. 7.8: time6.h</a:t>
              </a:r>
              <a:endParaRPr lang="en-US" sz="1200" b="1">
                <a:latin typeface="Courier New" panose="02070309020205020404" pitchFamily="49" charset="0"/>
              </a:endParaRP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55299" name="Group 7"/>
          <p:cNvGrpSpPr>
            <a:grpSpLocks/>
          </p:cNvGrpSpPr>
          <p:nvPr/>
        </p:nvGrpSpPr>
        <p:grpSpPr bwMode="auto">
          <a:xfrm>
            <a:off x="0" y="206605"/>
            <a:ext cx="6781800" cy="207962"/>
            <a:chOff x="0" y="374"/>
            <a:chExt cx="3072" cy="374"/>
          </a:xfrm>
        </p:grpSpPr>
        <p:sp>
          <p:nvSpPr>
            <p:cNvPr id="55398" name="Rectangle 8"/>
            <p:cNvSpPr>
              <a:spLocks noChangeArrowheads="1"/>
            </p:cNvSpPr>
            <p:nvPr/>
          </p:nvSpPr>
          <p:spPr bwMode="auto">
            <a:xfrm>
              <a:off x="0" y="395"/>
              <a:ext cx="3072" cy="33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55399" name="Rectangle 9"/>
            <p:cNvSpPr>
              <a:spLocks noChangeArrowheads="1"/>
            </p:cNvSpPr>
            <p:nvPr/>
          </p:nvSpPr>
          <p:spPr bwMode="auto">
            <a:xfrm>
              <a:off x="0" y="374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2	</a:t>
              </a:r>
              <a:r>
                <a:rPr lang="en-US" sz="1200" b="1">
                  <a:solidFill>
                    <a:srgbClr val="33CC33"/>
                  </a:solidFill>
                  <a:latin typeface="Courier New" panose="02070309020205020404" pitchFamily="49" charset="0"/>
                </a:rPr>
                <a:t>// Cascading member function calls.</a:t>
              </a:r>
              <a:endParaRPr lang="en-US" sz="1200" b="1">
                <a:latin typeface="Courier New" panose="02070309020205020404" pitchFamily="49" charset="0"/>
              </a:endParaRP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55300" name="Group 10"/>
          <p:cNvGrpSpPr>
            <a:grpSpLocks/>
          </p:cNvGrpSpPr>
          <p:nvPr/>
        </p:nvGrpSpPr>
        <p:grpSpPr bwMode="auto">
          <a:xfrm>
            <a:off x="0" y="414567"/>
            <a:ext cx="6781800" cy="206375"/>
            <a:chOff x="0" y="748"/>
            <a:chExt cx="3072" cy="374"/>
          </a:xfrm>
        </p:grpSpPr>
        <p:sp>
          <p:nvSpPr>
            <p:cNvPr id="55396" name="Rectangle 11"/>
            <p:cNvSpPr>
              <a:spLocks noChangeArrowheads="1"/>
            </p:cNvSpPr>
            <p:nvPr/>
          </p:nvSpPr>
          <p:spPr bwMode="auto">
            <a:xfrm>
              <a:off x="0" y="769"/>
              <a:ext cx="3072" cy="33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55397" name="Rectangle 12"/>
            <p:cNvSpPr>
              <a:spLocks noChangeArrowheads="1"/>
            </p:cNvSpPr>
            <p:nvPr/>
          </p:nvSpPr>
          <p:spPr bwMode="auto">
            <a:xfrm>
              <a:off x="0" y="748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3	</a:t>
              </a:r>
              <a:endParaRPr lang="en-US" sz="1200" b="1">
                <a:latin typeface="Courier New" panose="02070309020205020404" pitchFamily="49" charset="0"/>
              </a:endParaRP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55301" name="Group 13"/>
          <p:cNvGrpSpPr>
            <a:grpSpLocks/>
          </p:cNvGrpSpPr>
          <p:nvPr/>
        </p:nvGrpSpPr>
        <p:grpSpPr bwMode="auto">
          <a:xfrm>
            <a:off x="0" y="620942"/>
            <a:ext cx="6781800" cy="207963"/>
            <a:chOff x="0" y="1122"/>
            <a:chExt cx="3072" cy="374"/>
          </a:xfrm>
        </p:grpSpPr>
        <p:sp>
          <p:nvSpPr>
            <p:cNvPr id="55394" name="Rectangle 14"/>
            <p:cNvSpPr>
              <a:spLocks noChangeArrowheads="1"/>
            </p:cNvSpPr>
            <p:nvPr/>
          </p:nvSpPr>
          <p:spPr bwMode="auto">
            <a:xfrm>
              <a:off x="0" y="1143"/>
              <a:ext cx="3072" cy="33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55395" name="Rectangle 15"/>
            <p:cNvSpPr>
              <a:spLocks noChangeArrowheads="1"/>
            </p:cNvSpPr>
            <p:nvPr/>
          </p:nvSpPr>
          <p:spPr bwMode="auto">
            <a:xfrm>
              <a:off x="0" y="1122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4	</a:t>
              </a:r>
              <a:r>
                <a:rPr lang="en-US" sz="1200" b="1">
                  <a:solidFill>
                    <a:srgbClr val="33CC33"/>
                  </a:solidFill>
                  <a:latin typeface="Courier New" panose="02070309020205020404" pitchFamily="49" charset="0"/>
                </a:rPr>
                <a:t>// Declaration of class Time.</a:t>
              </a:r>
              <a:endParaRPr lang="en-US" sz="1200" b="1">
                <a:latin typeface="Courier New" panose="02070309020205020404" pitchFamily="49" charset="0"/>
              </a:endParaRP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55302" name="Group 16"/>
          <p:cNvGrpSpPr>
            <a:grpSpLocks/>
          </p:cNvGrpSpPr>
          <p:nvPr/>
        </p:nvGrpSpPr>
        <p:grpSpPr bwMode="auto">
          <a:xfrm>
            <a:off x="0" y="828905"/>
            <a:ext cx="6781800" cy="207962"/>
            <a:chOff x="0" y="1496"/>
            <a:chExt cx="3072" cy="374"/>
          </a:xfrm>
        </p:grpSpPr>
        <p:sp>
          <p:nvSpPr>
            <p:cNvPr id="55392" name="Rectangle 17"/>
            <p:cNvSpPr>
              <a:spLocks noChangeArrowheads="1"/>
            </p:cNvSpPr>
            <p:nvPr/>
          </p:nvSpPr>
          <p:spPr bwMode="auto">
            <a:xfrm>
              <a:off x="0" y="1517"/>
              <a:ext cx="3072" cy="33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55393" name="Rectangle 18"/>
            <p:cNvSpPr>
              <a:spLocks noChangeArrowheads="1"/>
            </p:cNvSpPr>
            <p:nvPr/>
          </p:nvSpPr>
          <p:spPr bwMode="auto">
            <a:xfrm>
              <a:off x="0" y="1496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5	</a:t>
              </a:r>
              <a:r>
                <a:rPr lang="en-US" sz="1200" b="1">
                  <a:solidFill>
                    <a:srgbClr val="33CC33"/>
                  </a:solidFill>
                  <a:latin typeface="Courier New" panose="02070309020205020404" pitchFamily="49" charset="0"/>
                </a:rPr>
                <a:t>// Member functions defined in time6.cpp</a:t>
              </a:r>
              <a:endParaRPr lang="en-US" sz="1200" b="1">
                <a:latin typeface="Courier New" panose="02070309020205020404" pitchFamily="49" charset="0"/>
              </a:endParaRP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55303" name="Group 19"/>
          <p:cNvGrpSpPr>
            <a:grpSpLocks/>
          </p:cNvGrpSpPr>
          <p:nvPr/>
        </p:nvGrpSpPr>
        <p:grpSpPr bwMode="auto">
          <a:xfrm>
            <a:off x="0" y="1036867"/>
            <a:ext cx="6781800" cy="207963"/>
            <a:chOff x="0" y="1870"/>
            <a:chExt cx="3072" cy="374"/>
          </a:xfrm>
        </p:grpSpPr>
        <p:sp>
          <p:nvSpPr>
            <p:cNvPr id="55390" name="Rectangle 20"/>
            <p:cNvSpPr>
              <a:spLocks noChangeArrowheads="1"/>
            </p:cNvSpPr>
            <p:nvPr/>
          </p:nvSpPr>
          <p:spPr bwMode="auto">
            <a:xfrm>
              <a:off x="0" y="1891"/>
              <a:ext cx="3072" cy="33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55391" name="Rectangle 21"/>
            <p:cNvSpPr>
              <a:spLocks noChangeArrowheads="1"/>
            </p:cNvSpPr>
            <p:nvPr/>
          </p:nvSpPr>
          <p:spPr bwMode="auto">
            <a:xfrm>
              <a:off x="0" y="1870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 dirty="0">
                  <a:solidFill>
                    <a:srgbClr val="4D8DFF"/>
                  </a:solidFill>
                  <a:latin typeface="Courier New" panose="02070309020205020404" pitchFamily="49" charset="0"/>
                </a:rPr>
                <a:t>	6	</a:t>
              </a:r>
              <a:r>
                <a:rPr lang="en-US" sz="1200" b="1" dirty="0">
                  <a:solidFill>
                    <a:srgbClr val="275AFF"/>
                  </a:solidFill>
                  <a:latin typeface="Courier New" panose="02070309020205020404" pitchFamily="49" charset="0"/>
                </a:rPr>
                <a:t>#</a:t>
              </a:r>
              <a:r>
                <a:rPr lang="en-US" sz="1200" b="1" dirty="0" err="1">
                  <a:solidFill>
                    <a:srgbClr val="275AFF"/>
                  </a:solidFill>
                  <a:latin typeface="Courier New" panose="02070309020205020404" pitchFamily="49" charset="0"/>
                </a:rPr>
                <a:t>ifndef</a:t>
              </a:r>
              <a:r>
                <a:rPr lang="en-US" sz="1200" b="1" dirty="0">
                  <a:latin typeface="Courier New" panose="02070309020205020404" pitchFamily="49" charset="0"/>
                </a:rPr>
                <a:t> TIME6_H</a:t>
              </a:r>
            </a:p>
            <a:p>
              <a:pPr eaLnBrk="1" hangingPunct="1"/>
              <a:endParaRPr lang="en-US" sz="1200" b="1" dirty="0">
                <a:latin typeface="Courier New" panose="02070309020205020404" pitchFamily="49" charset="0"/>
              </a:endParaRPr>
            </a:p>
          </p:txBody>
        </p:sp>
      </p:grpSp>
      <p:grpSp>
        <p:nvGrpSpPr>
          <p:cNvPr id="55304" name="Group 22"/>
          <p:cNvGrpSpPr>
            <a:grpSpLocks/>
          </p:cNvGrpSpPr>
          <p:nvPr/>
        </p:nvGrpSpPr>
        <p:grpSpPr bwMode="auto">
          <a:xfrm>
            <a:off x="0" y="1244830"/>
            <a:ext cx="6781800" cy="207962"/>
            <a:chOff x="0" y="2244"/>
            <a:chExt cx="3072" cy="374"/>
          </a:xfrm>
        </p:grpSpPr>
        <p:sp>
          <p:nvSpPr>
            <p:cNvPr id="55388" name="Rectangle 23"/>
            <p:cNvSpPr>
              <a:spLocks noChangeArrowheads="1"/>
            </p:cNvSpPr>
            <p:nvPr/>
          </p:nvSpPr>
          <p:spPr bwMode="auto">
            <a:xfrm>
              <a:off x="0" y="2265"/>
              <a:ext cx="3072" cy="33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55389" name="Rectangle 24"/>
            <p:cNvSpPr>
              <a:spLocks noChangeArrowheads="1"/>
            </p:cNvSpPr>
            <p:nvPr/>
          </p:nvSpPr>
          <p:spPr bwMode="auto">
            <a:xfrm>
              <a:off x="0" y="2244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 dirty="0">
                  <a:solidFill>
                    <a:srgbClr val="4D8DFF"/>
                  </a:solidFill>
                  <a:latin typeface="Courier New" panose="02070309020205020404" pitchFamily="49" charset="0"/>
                </a:rPr>
                <a:t>	7	</a:t>
              </a:r>
              <a:r>
                <a:rPr lang="en-US" sz="1200" b="1" dirty="0">
                  <a:solidFill>
                    <a:srgbClr val="275AFF"/>
                  </a:solidFill>
                  <a:latin typeface="Courier New" panose="02070309020205020404" pitchFamily="49" charset="0"/>
                </a:rPr>
                <a:t>#define</a:t>
              </a:r>
              <a:r>
                <a:rPr lang="en-US" sz="1200" b="1" dirty="0">
                  <a:latin typeface="Courier New" panose="02070309020205020404" pitchFamily="49" charset="0"/>
                </a:rPr>
                <a:t> TIME6_H</a:t>
              </a:r>
            </a:p>
            <a:p>
              <a:pPr eaLnBrk="1" hangingPunct="1"/>
              <a:endParaRPr lang="en-US" sz="1200" b="1" dirty="0">
                <a:latin typeface="Courier New" panose="02070309020205020404" pitchFamily="49" charset="0"/>
              </a:endParaRPr>
            </a:p>
          </p:txBody>
        </p:sp>
      </p:grpSp>
      <p:grpSp>
        <p:nvGrpSpPr>
          <p:cNvPr id="55305" name="Group 25"/>
          <p:cNvGrpSpPr>
            <a:grpSpLocks/>
          </p:cNvGrpSpPr>
          <p:nvPr/>
        </p:nvGrpSpPr>
        <p:grpSpPr bwMode="auto">
          <a:xfrm>
            <a:off x="0" y="1452792"/>
            <a:ext cx="6781800" cy="207963"/>
            <a:chOff x="0" y="2618"/>
            <a:chExt cx="3072" cy="374"/>
          </a:xfrm>
        </p:grpSpPr>
        <p:sp>
          <p:nvSpPr>
            <p:cNvPr id="55386" name="Rectangle 26"/>
            <p:cNvSpPr>
              <a:spLocks noChangeArrowheads="1"/>
            </p:cNvSpPr>
            <p:nvPr/>
          </p:nvSpPr>
          <p:spPr bwMode="auto">
            <a:xfrm>
              <a:off x="0" y="2639"/>
              <a:ext cx="3072" cy="33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55387" name="Rectangle 27"/>
            <p:cNvSpPr>
              <a:spLocks noChangeArrowheads="1"/>
            </p:cNvSpPr>
            <p:nvPr/>
          </p:nvSpPr>
          <p:spPr bwMode="auto">
            <a:xfrm>
              <a:off x="0" y="2618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8	</a:t>
              </a:r>
              <a:endParaRPr lang="en-US" sz="1200" b="1">
                <a:latin typeface="Courier New" panose="02070309020205020404" pitchFamily="49" charset="0"/>
              </a:endParaRP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55306" name="Group 28"/>
          <p:cNvGrpSpPr>
            <a:grpSpLocks/>
          </p:cNvGrpSpPr>
          <p:nvPr/>
        </p:nvGrpSpPr>
        <p:grpSpPr bwMode="auto">
          <a:xfrm>
            <a:off x="0" y="1660755"/>
            <a:ext cx="6781800" cy="207962"/>
            <a:chOff x="0" y="2992"/>
            <a:chExt cx="3072" cy="374"/>
          </a:xfrm>
        </p:grpSpPr>
        <p:sp>
          <p:nvSpPr>
            <p:cNvPr id="55384" name="Rectangle 29"/>
            <p:cNvSpPr>
              <a:spLocks noChangeArrowheads="1"/>
            </p:cNvSpPr>
            <p:nvPr/>
          </p:nvSpPr>
          <p:spPr bwMode="auto">
            <a:xfrm>
              <a:off x="0" y="3013"/>
              <a:ext cx="3072" cy="33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55385" name="Rectangle 30"/>
            <p:cNvSpPr>
              <a:spLocks noChangeArrowheads="1"/>
            </p:cNvSpPr>
            <p:nvPr/>
          </p:nvSpPr>
          <p:spPr bwMode="auto">
            <a:xfrm>
              <a:off x="0" y="2992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9	</a:t>
              </a:r>
              <a:r>
                <a:rPr lang="en-US" sz="1200" b="1">
                  <a:solidFill>
                    <a:srgbClr val="275AFF"/>
                  </a:solidFill>
                  <a:latin typeface="Courier New" panose="02070309020205020404" pitchFamily="49" charset="0"/>
                </a:rPr>
                <a:t>class</a:t>
              </a:r>
              <a:r>
                <a:rPr lang="en-US" sz="1200" b="1">
                  <a:latin typeface="Courier New" panose="02070309020205020404" pitchFamily="49" charset="0"/>
                </a:rPr>
                <a:t> Time {</a:t>
              </a: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55307" name="Group 31"/>
          <p:cNvGrpSpPr>
            <a:grpSpLocks/>
          </p:cNvGrpSpPr>
          <p:nvPr/>
        </p:nvGrpSpPr>
        <p:grpSpPr bwMode="auto">
          <a:xfrm>
            <a:off x="0" y="1868717"/>
            <a:ext cx="6781800" cy="207963"/>
            <a:chOff x="0" y="3366"/>
            <a:chExt cx="3072" cy="374"/>
          </a:xfrm>
        </p:grpSpPr>
        <p:sp>
          <p:nvSpPr>
            <p:cNvPr id="55382" name="Rectangle 32"/>
            <p:cNvSpPr>
              <a:spLocks noChangeArrowheads="1"/>
            </p:cNvSpPr>
            <p:nvPr/>
          </p:nvSpPr>
          <p:spPr bwMode="auto">
            <a:xfrm>
              <a:off x="0" y="3387"/>
              <a:ext cx="3072" cy="33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55383" name="Rectangle 33"/>
            <p:cNvSpPr>
              <a:spLocks noChangeArrowheads="1"/>
            </p:cNvSpPr>
            <p:nvPr/>
          </p:nvSpPr>
          <p:spPr bwMode="auto">
            <a:xfrm>
              <a:off x="0" y="3366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10	</a:t>
              </a:r>
              <a:r>
                <a:rPr lang="en-US" sz="1200" b="1">
                  <a:solidFill>
                    <a:srgbClr val="275AFF"/>
                  </a:solidFill>
                  <a:latin typeface="Courier New" panose="02070309020205020404" pitchFamily="49" charset="0"/>
                </a:rPr>
                <a:t>public:</a:t>
              </a:r>
              <a:endParaRPr lang="en-US" sz="1200" b="1">
                <a:latin typeface="Courier New" panose="02070309020205020404" pitchFamily="49" charset="0"/>
              </a:endParaRP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55308" name="Group 34"/>
          <p:cNvGrpSpPr>
            <a:grpSpLocks/>
          </p:cNvGrpSpPr>
          <p:nvPr/>
        </p:nvGrpSpPr>
        <p:grpSpPr bwMode="auto">
          <a:xfrm>
            <a:off x="0" y="2076680"/>
            <a:ext cx="6781800" cy="207962"/>
            <a:chOff x="0" y="3740"/>
            <a:chExt cx="3072" cy="374"/>
          </a:xfrm>
        </p:grpSpPr>
        <p:sp>
          <p:nvSpPr>
            <p:cNvPr id="55380" name="Rectangle 35"/>
            <p:cNvSpPr>
              <a:spLocks noChangeArrowheads="1"/>
            </p:cNvSpPr>
            <p:nvPr/>
          </p:nvSpPr>
          <p:spPr bwMode="auto">
            <a:xfrm>
              <a:off x="0" y="3761"/>
              <a:ext cx="3072" cy="33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55381" name="Rectangle 36"/>
            <p:cNvSpPr>
              <a:spLocks noChangeArrowheads="1"/>
            </p:cNvSpPr>
            <p:nvPr/>
          </p:nvSpPr>
          <p:spPr bwMode="auto">
            <a:xfrm>
              <a:off x="0" y="3740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 dirty="0">
                  <a:solidFill>
                    <a:srgbClr val="4D8DFF"/>
                  </a:solidFill>
                  <a:latin typeface="Courier New" panose="02070309020205020404" pitchFamily="49" charset="0"/>
                </a:rPr>
                <a:t>	11	</a:t>
              </a:r>
              <a:r>
                <a:rPr lang="en-US" sz="1200" b="1" dirty="0">
                  <a:latin typeface="Courier New" panose="02070309020205020404" pitchFamily="49" charset="0"/>
                </a:rPr>
                <a:t>   Time( </a:t>
              </a:r>
              <a:r>
                <a:rPr lang="en-US" sz="1200" b="1" dirty="0" err="1">
                  <a:solidFill>
                    <a:srgbClr val="275AFF"/>
                  </a:solidFill>
                  <a:latin typeface="Courier New" panose="02070309020205020404" pitchFamily="49" charset="0"/>
                </a:rPr>
                <a:t>int</a:t>
              </a:r>
              <a:r>
                <a:rPr lang="en-US" sz="1200" b="1" dirty="0">
                  <a:latin typeface="Courier New" panose="02070309020205020404" pitchFamily="49" charset="0"/>
                </a:rPr>
                <a:t> = 0, </a:t>
              </a:r>
              <a:r>
                <a:rPr lang="en-US" sz="1200" b="1" dirty="0" err="1">
                  <a:solidFill>
                    <a:srgbClr val="275AFF"/>
                  </a:solidFill>
                  <a:latin typeface="Courier New" panose="02070309020205020404" pitchFamily="49" charset="0"/>
                </a:rPr>
                <a:t>int</a:t>
              </a:r>
              <a:r>
                <a:rPr lang="en-US" sz="1200" b="1" dirty="0">
                  <a:solidFill>
                    <a:srgbClr val="275AFF"/>
                  </a:solidFill>
                  <a:latin typeface="Courier New" panose="02070309020205020404" pitchFamily="49" charset="0"/>
                </a:rPr>
                <a:t> =</a:t>
              </a:r>
              <a:r>
                <a:rPr lang="en-US" sz="1200" b="1" dirty="0">
                  <a:latin typeface="Courier New" panose="02070309020205020404" pitchFamily="49" charset="0"/>
                </a:rPr>
                <a:t> 0, </a:t>
              </a:r>
              <a:r>
                <a:rPr lang="en-US" sz="1200" b="1" dirty="0" err="1">
                  <a:solidFill>
                    <a:srgbClr val="275AFF"/>
                  </a:solidFill>
                  <a:latin typeface="Courier New" panose="02070309020205020404" pitchFamily="49" charset="0"/>
                </a:rPr>
                <a:t>int</a:t>
              </a:r>
              <a:r>
                <a:rPr lang="en-US" sz="1200" b="1" dirty="0">
                  <a:latin typeface="Courier New" panose="02070309020205020404" pitchFamily="49" charset="0"/>
                </a:rPr>
                <a:t> = 0 ); </a:t>
              </a:r>
              <a:r>
                <a:rPr lang="en-US" sz="1200" b="1" dirty="0">
                  <a:solidFill>
                    <a:srgbClr val="33CC33"/>
                  </a:solidFill>
                  <a:latin typeface="Courier New" panose="02070309020205020404" pitchFamily="49" charset="0"/>
                </a:rPr>
                <a:t> // default constructor</a:t>
              </a:r>
              <a:endParaRPr lang="en-US" sz="1200" b="1" dirty="0">
                <a:latin typeface="Courier New" panose="02070309020205020404" pitchFamily="49" charset="0"/>
              </a:endParaRPr>
            </a:p>
            <a:p>
              <a:pPr eaLnBrk="1" hangingPunct="1"/>
              <a:endParaRPr lang="en-US" sz="1200" b="1" dirty="0">
                <a:latin typeface="Courier New" panose="02070309020205020404" pitchFamily="49" charset="0"/>
              </a:endParaRPr>
            </a:p>
          </p:txBody>
        </p:sp>
      </p:grpSp>
      <p:grpSp>
        <p:nvGrpSpPr>
          <p:cNvPr id="55309" name="Group 37"/>
          <p:cNvGrpSpPr>
            <a:grpSpLocks/>
          </p:cNvGrpSpPr>
          <p:nvPr/>
        </p:nvGrpSpPr>
        <p:grpSpPr bwMode="auto">
          <a:xfrm>
            <a:off x="0" y="2284642"/>
            <a:ext cx="6781800" cy="207963"/>
            <a:chOff x="0" y="4114"/>
            <a:chExt cx="3072" cy="374"/>
          </a:xfrm>
        </p:grpSpPr>
        <p:sp>
          <p:nvSpPr>
            <p:cNvPr id="55378" name="Rectangle 38"/>
            <p:cNvSpPr>
              <a:spLocks noChangeArrowheads="1"/>
            </p:cNvSpPr>
            <p:nvPr/>
          </p:nvSpPr>
          <p:spPr bwMode="auto">
            <a:xfrm>
              <a:off x="0" y="4135"/>
              <a:ext cx="3072" cy="33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55379" name="Rectangle 39"/>
            <p:cNvSpPr>
              <a:spLocks noChangeArrowheads="1"/>
            </p:cNvSpPr>
            <p:nvPr/>
          </p:nvSpPr>
          <p:spPr bwMode="auto">
            <a:xfrm>
              <a:off x="0" y="4114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12	</a:t>
              </a:r>
              <a:endParaRPr lang="en-US" sz="1200" b="1">
                <a:latin typeface="Courier New" panose="02070309020205020404" pitchFamily="49" charset="0"/>
              </a:endParaRP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55310" name="Group 40"/>
          <p:cNvGrpSpPr>
            <a:grpSpLocks/>
          </p:cNvGrpSpPr>
          <p:nvPr/>
        </p:nvGrpSpPr>
        <p:grpSpPr bwMode="auto">
          <a:xfrm>
            <a:off x="0" y="2492605"/>
            <a:ext cx="6781800" cy="207962"/>
            <a:chOff x="0" y="4488"/>
            <a:chExt cx="3072" cy="374"/>
          </a:xfrm>
        </p:grpSpPr>
        <p:sp>
          <p:nvSpPr>
            <p:cNvPr id="55376" name="Rectangle 41"/>
            <p:cNvSpPr>
              <a:spLocks noChangeArrowheads="1"/>
            </p:cNvSpPr>
            <p:nvPr/>
          </p:nvSpPr>
          <p:spPr bwMode="auto">
            <a:xfrm>
              <a:off x="0" y="4509"/>
              <a:ext cx="3072" cy="33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55377" name="Rectangle 42"/>
            <p:cNvSpPr>
              <a:spLocks noChangeArrowheads="1"/>
            </p:cNvSpPr>
            <p:nvPr/>
          </p:nvSpPr>
          <p:spPr bwMode="auto">
            <a:xfrm>
              <a:off x="0" y="4488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13	</a:t>
              </a:r>
              <a:r>
                <a:rPr lang="en-US" sz="1200" b="1">
                  <a:solidFill>
                    <a:srgbClr val="33CC33"/>
                  </a:solidFill>
                  <a:latin typeface="Courier New" panose="02070309020205020404" pitchFamily="49" charset="0"/>
                </a:rPr>
                <a:t>   // set functions</a:t>
              </a:r>
              <a:endParaRPr lang="en-US" sz="1200" b="1">
                <a:latin typeface="Courier New" panose="02070309020205020404" pitchFamily="49" charset="0"/>
              </a:endParaRP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55311" name="Group 43"/>
          <p:cNvGrpSpPr>
            <a:grpSpLocks/>
          </p:cNvGrpSpPr>
          <p:nvPr/>
        </p:nvGrpSpPr>
        <p:grpSpPr bwMode="auto">
          <a:xfrm>
            <a:off x="0" y="2700567"/>
            <a:ext cx="6781800" cy="207963"/>
            <a:chOff x="0" y="4862"/>
            <a:chExt cx="3072" cy="374"/>
          </a:xfrm>
        </p:grpSpPr>
        <p:sp>
          <p:nvSpPr>
            <p:cNvPr id="55374" name="Rectangle 44"/>
            <p:cNvSpPr>
              <a:spLocks noChangeArrowheads="1"/>
            </p:cNvSpPr>
            <p:nvPr/>
          </p:nvSpPr>
          <p:spPr bwMode="auto">
            <a:xfrm>
              <a:off x="0" y="4883"/>
              <a:ext cx="3072" cy="33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55375" name="Rectangle 45"/>
            <p:cNvSpPr>
              <a:spLocks noChangeArrowheads="1"/>
            </p:cNvSpPr>
            <p:nvPr/>
          </p:nvSpPr>
          <p:spPr bwMode="auto">
            <a:xfrm>
              <a:off x="0" y="4862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 dirty="0">
                  <a:solidFill>
                    <a:srgbClr val="4D8DFF"/>
                  </a:solidFill>
                  <a:latin typeface="Courier New" panose="02070309020205020404" pitchFamily="49" charset="0"/>
                </a:rPr>
                <a:t>	14	</a:t>
              </a:r>
              <a:r>
                <a:rPr lang="en-US" sz="1200" b="1" dirty="0">
                  <a:latin typeface="Courier New" panose="02070309020205020404" pitchFamily="49" charset="0"/>
                </a:rPr>
                <a:t>   Time &amp;</a:t>
              </a:r>
              <a:r>
                <a:rPr lang="en-US" sz="1200" b="1" dirty="0" err="1">
                  <a:latin typeface="Courier New" panose="02070309020205020404" pitchFamily="49" charset="0"/>
                </a:rPr>
                <a:t>setTime</a:t>
              </a:r>
              <a:r>
                <a:rPr lang="en-US" sz="1200" b="1" dirty="0">
                  <a:latin typeface="Courier New" panose="02070309020205020404" pitchFamily="49" charset="0"/>
                </a:rPr>
                <a:t>( </a:t>
              </a:r>
              <a:r>
                <a:rPr lang="en-US" sz="1200" b="1" dirty="0" err="1">
                  <a:solidFill>
                    <a:srgbClr val="275AFF"/>
                  </a:solidFill>
                  <a:latin typeface="Courier New" panose="02070309020205020404" pitchFamily="49" charset="0"/>
                </a:rPr>
                <a:t>int</a:t>
              </a:r>
              <a:r>
                <a:rPr lang="en-US" sz="1200" b="1" dirty="0">
                  <a:latin typeface="Courier New" panose="02070309020205020404" pitchFamily="49" charset="0"/>
                </a:rPr>
                <a:t>, </a:t>
              </a:r>
              <a:r>
                <a:rPr lang="en-US" sz="1200" b="1" dirty="0" err="1">
                  <a:solidFill>
                    <a:srgbClr val="275AFF"/>
                  </a:solidFill>
                  <a:latin typeface="Courier New" panose="02070309020205020404" pitchFamily="49" charset="0"/>
                </a:rPr>
                <a:t>int</a:t>
              </a:r>
              <a:r>
                <a:rPr lang="en-US" sz="1200" b="1" dirty="0">
                  <a:latin typeface="Courier New" panose="02070309020205020404" pitchFamily="49" charset="0"/>
                </a:rPr>
                <a:t>, </a:t>
              </a:r>
              <a:r>
                <a:rPr lang="en-US" sz="1200" b="1" dirty="0" err="1">
                  <a:solidFill>
                    <a:srgbClr val="275AFF"/>
                  </a:solidFill>
                  <a:latin typeface="Courier New" panose="02070309020205020404" pitchFamily="49" charset="0"/>
                </a:rPr>
                <a:t>int</a:t>
              </a:r>
              <a:r>
                <a:rPr lang="en-US" sz="1200" b="1" dirty="0">
                  <a:latin typeface="Courier New" panose="02070309020205020404" pitchFamily="49" charset="0"/>
                </a:rPr>
                <a:t> ); </a:t>
              </a:r>
              <a:r>
                <a:rPr lang="en-US" sz="1200" b="1" dirty="0">
                  <a:solidFill>
                    <a:srgbClr val="33CC33"/>
                  </a:solidFill>
                  <a:latin typeface="Courier New" panose="02070309020205020404" pitchFamily="49" charset="0"/>
                </a:rPr>
                <a:t>// set hour, minute, second</a:t>
              </a:r>
              <a:endParaRPr lang="en-US" sz="1200" b="1" dirty="0">
                <a:latin typeface="Courier New" panose="02070309020205020404" pitchFamily="49" charset="0"/>
              </a:endParaRPr>
            </a:p>
            <a:p>
              <a:pPr eaLnBrk="1" hangingPunct="1"/>
              <a:endParaRPr lang="en-US" sz="1200" b="1" dirty="0">
                <a:latin typeface="Courier New" panose="02070309020205020404" pitchFamily="49" charset="0"/>
              </a:endParaRPr>
            </a:p>
          </p:txBody>
        </p:sp>
      </p:grpSp>
      <p:grpSp>
        <p:nvGrpSpPr>
          <p:cNvPr id="55312" name="Group 46"/>
          <p:cNvGrpSpPr>
            <a:grpSpLocks/>
          </p:cNvGrpSpPr>
          <p:nvPr/>
        </p:nvGrpSpPr>
        <p:grpSpPr bwMode="auto">
          <a:xfrm>
            <a:off x="0" y="2908530"/>
            <a:ext cx="6781800" cy="206375"/>
            <a:chOff x="0" y="5236"/>
            <a:chExt cx="3072" cy="374"/>
          </a:xfrm>
        </p:grpSpPr>
        <p:sp>
          <p:nvSpPr>
            <p:cNvPr id="55372" name="Rectangle 47"/>
            <p:cNvSpPr>
              <a:spLocks noChangeArrowheads="1"/>
            </p:cNvSpPr>
            <p:nvPr/>
          </p:nvSpPr>
          <p:spPr bwMode="auto">
            <a:xfrm>
              <a:off x="0" y="5257"/>
              <a:ext cx="3072" cy="33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55373" name="Rectangle 48"/>
            <p:cNvSpPr>
              <a:spLocks noChangeArrowheads="1"/>
            </p:cNvSpPr>
            <p:nvPr/>
          </p:nvSpPr>
          <p:spPr bwMode="auto">
            <a:xfrm>
              <a:off x="0" y="5236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 dirty="0">
                  <a:solidFill>
                    <a:srgbClr val="4D8DFF"/>
                  </a:solidFill>
                  <a:latin typeface="Courier New" panose="02070309020205020404" pitchFamily="49" charset="0"/>
                </a:rPr>
                <a:t>	15	</a:t>
              </a:r>
              <a:r>
                <a:rPr lang="en-US" sz="1200" b="1" dirty="0">
                  <a:latin typeface="Courier New" panose="02070309020205020404" pitchFamily="49" charset="0"/>
                </a:rPr>
                <a:t>   Time &amp;</a:t>
              </a:r>
              <a:r>
                <a:rPr lang="en-US" sz="1200" b="1" dirty="0" err="1">
                  <a:latin typeface="Courier New" panose="02070309020205020404" pitchFamily="49" charset="0"/>
                </a:rPr>
                <a:t>setHour</a:t>
              </a:r>
              <a:r>
                <a:rPr lang="en-US" sz="1200" b="1" dirty="0">
                  <a:latin typeface="Courier New" panose="02070309020205020404" pitchFamily="49" charset="0"/>
                </a:rPr>
                <a:t>( </a:t>
              </a:r>
              <a:r>
                <a:rPr lang="en-US" sz="1200" b="1" dirty="0" err="1">
                  <a:solidFill>
                    <a:srgbClr val="275AFF"/>
                  </a:solidFill>
                  <a:latin typeface="Courier New" panose="02070309020205020404" pitchFamily="49" charset="0"/>
                </a:rPr>
                <a:t>int</a:t>
              </a:r>
              <a:r>
                <a:rPr lang="en-US" sz="1200" b="1" dirty="0">
                  <a:latin typeface="Courier New" panose="02070309020205020404" pitchFamily="49" charset="0"/>
                </a:rPr>
                <a:t> );   </a:t>
              </a:r>
              <a:r>
                <a:rPr lang="en-US" sz="1200" b="1" dirty="0">
                  <a:solidFill>
                    <a:srgbClr val="33CC33"/>
                  </a:solidFill>
                  <a:latin typeface="Courier New" panose="02070309020205020404" pitchFamily="49" charset="0"/>
                </a:rPr>
                <a:t> // set hour</a:t>
              </a:r>
              <a:endParaRPr lang="en-US" sz="1200" b="1" dirty="0">
                <a:latin typeface="Courier New" panose="02070309020205020404" pitchFamily="49" charset="0"/>
              </a:endParaRPr>
            </a:p>
            <a:p>
              <a:pPr eaLnBrk="1" hangingPunct="1"/>
              <a:endParaRPr lang="en-US" sz="1200" b="1" dirty="0">
                <a:latin typeface="Courier New" panose="02070309020205020404" pitchFamily="49" charset="0"/>
              </a:endParaRPr>
            </a:p>
          </p:txBody>
        </p:sp>
      </p:grpSp>
      <p:grpSp>
        <p:nvGrpSpPr>
          <p:cNvPr id="55313" name="Group 49"/>
          <p:cNvGrpSpPr>
            <a:grpSpLocks/>
          </p:cNvGrpSpPr>
          <p:nvPr/>
        </p:nvGrpSpPr>
        <p:grpSpPr bwMode="auto">
          <a:xfrm>
            <a:off x="0" y="3114905"/>
            <a:ext cx="6781800" cy="207962"/>
            <a:chOff x="0" y="5610"/>
            <a:chExt cx="3072" cy="374"/>
          </a:xfrm>
        </p:grpSpPr>
        <p:sp>
          <p:nvSpPr>
            <p:cNvPr id="55370" name="Rectangle 50"/>
            <p:cNvSpPr>
              <a:spLocks noChangeArrowheads="1"/>
            </p:cNvSpPr>
            <p:nvPr/>
          </p:nvSpPr>
          <p:spPr bwMode="auto">
            <a:xfrm>
              <a:off x="0" y="5631"/>
              <a:ext cx="3072" cy="33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55371" name="Rectangle 51"/>
            <p:cNvSpPr>
              <a:spLocks noChangeArrowheads="1"/>
            </p:cNvSpPr>
            <p:nvPr/>
          </p:nvSpPr>
          <p:spPr bwMode="auto">
            <a:xfrm>
              <a:off x="0" y="5610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 dirty="0">
                  <a:solidFill>
                    <a:srgbClr val="4D8DFF"/>
                  </a:solidFill>
                  <a:latin typeface="Courier New" panose="02070309020205020404" pitchFamily="49" charset="0"/>
                </a:rPr>
                <a:t>	16	</a:t>
              </a:r>
              <a:r>
                <a:rPr lang="en-US" sz="1200" b="1" dirty="0">
                  <a:latin typeface="Courier New" panose="02070309020205020404" pitchFamily="49" charset="0"/>
                </a:rPr>
                <a:t>   Time &amp;</a:t>
              </a:r>
              <a:r>
                <a:rPr lang="en-US" sz="1200" b="1" dirty="0" err="1">
                  <a:latin typeface="Courier New" panose="02070309020205020404" pitchFamily="49" charset="0"/>
                </a:rPr>
                <a:t>setMinute</a:t>
              </a:r>
              <a:r>
                <a:rPr lang="en-US" sz="1200" b="1" dirty="0">
                  <a:latin typeface="Courier New" panose="02070309020205020404" pitchFamily="49" charset="0"/>
                </a:rPr>
                <a:t>( </a:t>
              </a:r>
              <a:r>
                <a:rPr lang="en-US" sz="1200" b="1" dirty="0" err="1">
                  <a:solidFill>
                    <a:srgbClr val="275AFF"/>
                  </a:solidFill>
                  <a:latin typeface="Courier New" panose="02070309020205020404" pitchFamily="49" charset="0"/>
                </a:rPr>
                <a:t>int</a:t>
              </a:r>
              <a:r>
                <a:rPr lang="en-US" sz="1200" b="1" dirty="0">
                  <a:latin typeface="Courier New" panose="02070309020205020404" pitchFamily="49" charset="0"/>
                </a:rPr>
                <a:t> ); </a:t>
              </a:r>
              <a:r>
                <a:rPr lang="en-US" sz="1200" b="1" dirty="0">
                  <a:solidFill>
                    <a:srgbClr val="33CC33"/>
                  </a:solidFill>
                  <a:latin typeface="Courier New" panose="02070309020205020404" pitchFamily="49" charset="0"/>
                </a:rPr>
                <a:t> // set minute</a:t>
              </a:r>
              <a:endParaRPr lang="en-US" sz="1200" b="1" dirty="0">
                <a:latin typeface="Courier New" panose="02070309020205020404" pitchFamily="49" charset="0"/>
              </a:endParaRPr>
            </a:p>
            <a:p>
              <a:pPr eaLnBrk="1" hangingPunct="1"/>
              <a:endParaRPr lang="en-US" sz="1200" b="1" dirty="0">
                <a:latin typeface="Courier New" panose="02070309020205020404" pitchFamily="49" charset="0"/>
              </a:endParaRPr>
            </a:p>
          </p:txBody>
        </p:sp>
      </p:grpSp>
      <p:grpSp>
        <p:nvGrpSpPr>
          <p:cNvPr id="55314" name="Group 52"/>
          <p:cNvGrpSpPr>
            <a:grpSpLocks/>
          </p:cNvGrpSpPr>
          <p:nvPr/>
        </p:nvGrpSpPr>
        <p:grpSpPr bwMode="auto">
          <a:xfrm>
            <a:off x="0" y="3322867"/>
            <a:ext cx="6781800" cy="207963"/>
            <a:chOff x="0" y="5984"/>
            <a:chExt cx="3072" cy="374"/>
          </a:xfrm>
        </p:grpSpPr>
        <p:sp>
          <p:nvSpPr>
            <p:cNvPr id="55368" name="Rectangle 53"/>
            <p:cNvSpPr>
              <a:spLocks noChangeArrowheads="1"/>
            </p:cNvSpPr>
            <p:nvPr/>
          </p:nvSpPr>
          <p:spPr bwMode="auto">
            <a:xfrm>
              <a:off x="0" y="6005"/>
              <a:ext cx="3072" cy="33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55369" name="Rectangle 54"/>
            <p:cNvSpPr>
              <a:spLocks noChangeArrowheads="1"/>
            </p:cNvSpPr>
            <p:nvPr/>
          </p:nvSpPr>
          <p:spPr bwMode="auto">
            <a:xfrm>
              <a:off x="0" y="5984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17	</a:t>
              </a:r>
              <a:r>
                <a:rPr lang="en-US" sz="1200" b="1">
                  <a:latin typeface="Courier New" panose="02070309020205020404" pitchFamily="49" charset="0"/>
                </a:rPr>
                <a:t>   Time &amp;setSecond( </a:t>
              </a:r>
              <a:r>
                <a:rPr lang="en-US" sz="1200" b="1">
                  <a:solidFill>
                    <a:srgbClr val="275AFF"/>
                  </a:solidFill>
                  <a:latin typeface="Courier New" panose="02070309020205020404" pitchFamily="49" charset="0"/>
                </a:rPr>
                <a:t>int</a:t>
              </a:r>
              <a:r>
                <a:rPr lang="en-US" sz="1200" b="1">
                  <a:latin typeface="Courier New" panose="02070309020205020404" pitchFamily="49" charset="0"/>
                </a:rPr>
                <a:t> );  </a:t>
              </a:r>
              <a:r>
                <a:rPr lang="en-US" sz="1200" b="1">
                  <a:solidFill>
                    <a:srgbClr val="33CC33"/>
                  </a:solidFill>
                  <a:latin typeface="Courier New" panose="02070309020205020404" pitchFamily="49" charset="0"/>
                </a:rPr>
                <a:t>// set second</a:t>
              </a:r>
              <a:endParaRPr lang="en-US" sz="1200" b="1">
                <a:latin typeface="Courier New" panose="02070309020205020404" pitchFamily="49" charset="0"/>
              </a:endParaRP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55315" name="Group 55"/>
          <p:cNvGrpSpPr>
            <a:grpSpLocks/>
          </p:cNvGrpSpPr>
          <p:nvPr/>
        </p:nvGrpSpPr>
        <p:grpSpPr bwMode="auto">
          <a:xfrm>
            <a:off x="0" y="3530830"/>
            <a:ext cx="6781800" cy="207962"/>
            <a:chOff x="0" y="6358"/>
            <a:chExt cx="3072" cy="374"/>
          </a:xfrm>
        </p:grpSpPr>
        <p:sp>
          <p:nvSpPr>
            <p:cNvPr id="55366" name="Rectangle 56"/>
            <p:cNvSpPr>
              <a:spLocks noChangeArrowheads="1"/>
            </p:cNvSpPr>
            <p:nvPr/>
          </p:nvSpPr>
          <p:spPr bwMode="auto">
            <a:xfrm>
              <a:off x="0" y="6379"/>
              <a:ext cx="3072" cy="33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55367" name="Rectangle 57"/>
            <p:cNvSpPr>
              <a:spLocks noChangeArrowheads="1"/>
            </p:cNvSpPr>
            <p:nvPr/>
          </p:nvSpPr>
          <p:spPr bwMode="auto">
            <a:xfrm>
              <a:off x="0" y="6358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18	</a:t>
              </a:r>
              <a:endParaRPr lang="en-US" sz="1200" b="1">
                <a:latin typeface="Courier New" panose="02070309020205020404" pitchFamily="49" charset="0"/>
              </a:endParaRP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55316" name="Group 58"/>
          <p:cNvGrpSpPr>
            <a:grpSpLocks/>
          </p:cNvGrpSpPr>
          <p:nvPr/>
        </p:nvGrpSpPr>
        <p:grpSpPr bwMode="auto">
          <a:xfrm>
            <a:off x="0" y="3738792"/>
            <a:ext cx="6781800" cy="207963"/>
            <a:chOff x="0" y="6732"/>
            <a:chExt cx="3072" cy="374"/>
          </a:xfrm>
        </p:grpSpPr>
        <p:sp>
          <p:nvSpPr>
            <p:cNvPr id="55364" name="Rectangle 59"/>
            <p:cNvSpPr>
              <a:spLocks noChangeArrowheads="1"/>
            </p:cNvSpPr>
            <p:nvPr/>
          </p:nvSpPr>
          <p:spPr bwMode="auto">
            <a:xfrm>
              <a:off x="0" y="6753"/>
              <a:ext cx="3072" cy="33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55365" name="Rectangle 60"/>
            <p:cNvSpPr>
              <a:spLocks noChangeArrowheads="1"/>
            </p:cNvSpPr>
            <p:nvPr/>
          </p:nvSpPr>
          <p:spPr bwMode="auto">
            <a:xfrm>
              <a:off x="0" y="6732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19	</a:t>
              </a:r>
              <a:r>
                <a:rPr lang="en-US" sz="1200" b="1">
                  <a:solidFill>
                    <a:srgbClr val="33CC33"/>
                  </a:solidFill>
                  <a:latin typeface="Courier New" panose="02070309020205020404" pitchFamily="49" charset="0"/>
                </a:rPr>
                <a:t>   // get functions (normally declared const)</a:t>
              </a:r>
              <a:endParaRPr lang="en-US" sz="1200" b="1">
                <a:latin typeface="Courier New" panose="02070309020205020404" pitchFamily="49" charset="0"/>
              </a:endParaRP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55317" name="Group 61"/>
          <p:cNvGrpSpPr>
            <a:grpSpLocks/>
          </p:cNvGrpSpPr>
          <p:nvPr/>
        </p:nvGrpSpPr>
        <p:grpSpPr bwMode="auto">
          <a:xfrm>
            <a:off x="0" y="3946755"/>
            <a:ext cx="6781800" cy="207962"/>
            <a:chOff x="0" y="7106"/>
            <a:chExt cx="3072" cy="374"/>
          </a:xfrm>
        </p:grpSpPr>
        <p:sp>
          <p:nvSpPr>
            <p:cNvPr id="55362" name="Rectangle 62"/>
            <p:cNvSpPr>
              <a:spLocks noChangeArrowheads="1"/>
            </p:cNvSpPr>
            <p:nvPr/>
          </p:nvSpPr>
          <p:spPr bwMode="auto">
            <a:xfrm>
              <a:off x="0" y="7127"/>
              <a:ext cx="3072" cy="33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55363" name="Rectangle 63"/>
            <p:cNvSpPr>
              <a:spLocks noChangeArrowheads="1"/>
            </p:cNvSpPr>
            <p:nvPr/>
          </p:nvSpPr>
          <p:spPr bwMode="auto">
            <a:xfrm>
              <a:off x="0" y="7106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 dirty="0">
                  <a:solidFill>
                    <a:srgbClr val="4D8DFF"/>
                  </a:solidFill>
                  <a:latin typeface="Courier New" panose="02070309020205020404" pitchFamily="49" charset="0"/>
                </a:rPr>
                <a:t>	20	</a:t>
              </a:r>
              <a:r>
                <a:rPr lang="en-US" sz="1200" b="1" dirty="0">
                  <a:latin typeface="Courier New" panose="02070309020205020404" pitchFamily="49" charset="0"/>
                </a:rPr>
                <a:t>   </a:t>
              </a:r>
              <a:r>
                <a:rPr lang="en-US" sz="1200" b="1" dirty="0" err="1">
                  <a:solidFill>
                    <a:srgbClr val="275AFF"/>
                  </a:solidFill>
                  <a:latin typeface="Courier New" panose="02070309020205020404" pitchFamily="49" charset="0"/>
                </a:rPr>
                <a:t>int</a:t>
              </a:r>
              <a:r>
                <a:rPr lang="en-US" sz="1200" b="1" dirty="0">
                  <a:latin typeface="Courier New" panose="02070309020205020404" pitchFamily="49" charset="0"/>
                </a:rPr>
                <a:t> </a:t>
              </a:r>
              <a:r>
                <a:rPr lang="en-US" sz="1200" b="1" dirty="0" err="1">
                  <a:latin typeface="Courier New" panose="02070309020205020404" pitchFamily="49" charset="0"/>
                </a:rPr>
                <a:t>getHour</a:t>
              </a:r>
              <a:r>
                <a:rPr lang="en-US" sz="1200" b="1" dirty="0">
                  <a:latin typeface="Courier New" panose="02070309020205020404" pitchFamily="49" charset="0"/>
                </a:rPr>
                <a:t>() </a:t>
              </a:r>
              <a:r>
                <a:rPr lang="en-US" sz="1200" b="1" dirty="0" err="1">
                  <a:solidFill>
                    <a:srgbClr val="275AFF"/>
                  </a:solidFill>
                  <a:latin typeface="Courier New" panose="02070309020205020404" pitchFamily="49" charset="0"/>
                </a:rPr>
                <a:t>const</a:t>
              </a:r>
              <a:r>
                <a:rPr lang="en-US" sz="1200" b="1" dirty="0">
                  <a:latin typeface="Courier New" panose="02070309020205020404" pitchFamily="49" charset="0"/>
                </a:rPr>
                <a:t>;    </a:t>
              </a:r>
              <a:r>
                <a:rPr lang="en-US" sz="1200" b="1" dirty="0">
                  <a:solidFill>
                    <a:srgbClr val="33CC33"/>
                  </a:solidFill>
                  <a:latin typeface="Courier New" panose="02070309020205020404" pitchFamily="49" charset="0"/>
                </a:rPr>
                <a:t> // return hour</a:t>
              </a:r>
              <a:endParaRPr lang="en-US" sz="1200" b="1" dirty="0">
                <a:latin typeface="Courier New" panose="02070309020205020404" pitchFamily="49" charset="0"/>
              </a:endParaRPr>
            </a:p>
            <a:p>
              <a:pPr eaLnBrk="1" hangingPunct="1"/>
              <a:endParaRPr lang="en-US" sz="1200" b="1" dirty="0">
                <a:latin typeface="Courier New" panose="02070309020205020404" pitchFamily="49" charset="0"/>
              </a:endParaRPr>
            </a:p>
          </p:txBody>
        </p:sp>
      </p:grpSp>
      <p:grpSp>
        <p:nvGrpSpPr>
          <p:cNvPr id="55318" name="Group 64"/>
          <p:cNvGrpSpPr>
            <a:grpSpLocks/>
          </p:cNvGrpSpPr>
          <p:nvPr/>
        </p:nvGrpSpPr>
        <p:grpSpPr bwMode="auto">
          <a:xfrm>
            <a:off x="0" y="4154717"/>
            <a:ext cx="6781800" cy="207963"/>
            <a:chOff x="0" y="7480"/>
            <a:chExt cx="3072" cy="374"/>
          </a:xfrm>
        </p:grpSpPr>
        <p:sp>
          <p:nvSpPr>
            <p:cNvPr id="55360" name="Rectangle 65"/>
            <p:cNvSpPr>
              <a:spLocks noChangeArrowheads="1"/>
            </p:cNvSpPr>
            <p:nvPr/>
          </p:nvSpPr>
          <p:spPr bwMode="auto">
            <a:xfrm>
              <a:off x="0" y="7501"/>
              <a:ext cx="3072" cy="33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55361" name="Rectangle 66"/>
            <p:cNvSpPr>
              <a:spLocks noChangeArrowheads="1"/>
            </p:cNvSpPr>
            <p:nvPr/>
          </p:nvSpPr>
          <p:spPr bwMode="auto">
            <a:xfrm>
              <a:off x="0" y="7480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 dirty="0">
                  <a:solidFill>
                    <a:srgbClr val="4D8DFF"/>
                  </a:solidFill>
                  <a:latin typeface="Courier New" panose="02070309020205020404" pitchFamily="49" charset="0"/>
                </a:rPr>
                <a:t>	21	</a:t>
              </a:r>
              <a:r>
                <a:rPr lang="en-US" sz="1200" b="1" dirty="0">
                  <a:latin typeface="Courier New" panose="02070309020205020404" pitchFamily="49" charset="0"/>
                </a:rPr>
                <a:t>   </a:t>
              </a:r>
              <a:r>
                <a:rPr lang="en-US" sz="1200" b="1" dirty="0" err="1">
                  <a:solidFill>
                    <a:srgbClr val="275AFF"/>
                  </a:solidFill>
                  <a:latin typeface="Courier New" panose="02070309020205020404" pitchFamily="49" charset="0"/>
                </a:rPr>
                <a:t>int</a:t>
              </a:r>
              <a:r>
                <a:rPr lang="en-US" sz="1200" b="1" dirty="0">
                  <a:latin typeface="Courier New" panose="02070309020205020404" pitchFamily="49" charset="0"/>
                </a:rPr>
                <a:t> </a:t>
              </a:r>
              <a:r>
                <a:rPr lang="en-US" sz="1200" b="1" dirty="0" err="1">
                  <a:latin typeface="Courier New" panose="02070309020205020404" pitchFamily="49" charset="0"/>
                </a:rPr>
                <a:t>getMinute</a:t>
              </a:r>
              <a:r>
                <a:rPr lang="en-US" sz="1200" b="1" dirty="0">
                  <a:latin typeface="Courier New" panose="02070309020205020404" pitchFamily="49" charset="0"/>
                </a:rPr>
                <a:t>() </a:t>
              </a:r>
              <a:r>
                <a:rPr lang="en-US" sz="1200" b="1" dirty="0" err="1">
                  <a:solidFill>
                    <a:srgbClr val="275AFF"/>
                  </a:solidFill>
                  <a:latin typeface="Courier New" panose="02070309020205020404" pitchFamily="49" charset="0"/>
                </a:rPr>
                <a:t>const</a:t>
              </a:r>
              <a:r>
                <a:rPr lang="en-US" sz="1200" b="1" dirty="0">
                  <a:latin typeface="Courier New" panose="02070309020205020404" pitchFamily="49" charset="0"/>
                </a:rPr>
                <a:t>;  </a:t>
              </a:r>
              <a:r>
                <a:rPr lang="en-US" sz="1200" b="1" dirty="0">
                  <a:solidFill>
                    <a:srgbClr val="33CC33"/>
                  </a:solidFill>
                  <a:latin typeface="Courier New" panose="02070309020205020404" pitchFamily="49" charset="0"/>
                </a:rPr>
                <a:t> // return minute</a:t>
              </a:r>
              <a:endParaRPr lang="en-US" sz="1200" b="1" dirty="0">
                <a:latin typeface="Courier New" panose="02070309020205020404" pitchFamily="49" charset="0"/>
              </a:endParaRPr>
            </a:p>
            <a:p>
              <a:pPr eaLnBrk="1" hangingPunct="1"/>
              <a:endParaRPr lang="en-US" sz="1200" b="1" dirty="0">
                <a:latin typeface="Courier New" panose="02070309020205020404" pitchFamily="49" charset="0"/>
              </a:endParaRPr>
            </a:p>
          </p:txBody>
        </p:sp>
      </p:grpSp>
      <p:grpSp>
        <p:nvGrpSpPr>
          <p:cNvPr id="55319" name="Group 67"/>
          <p:cNvGrpSpPr>
            <a:grpSpLocks/>
          </p:cNvGrpSpPr>
          <p:nvPr/>
        </p:nvGrpSpPr>
        <p:grpSpPr bwMode="auto">
          <a:xfrm>
            <a:off x="0" y="4362680"/>
            <a:ext cx="6781800" cy="207962"/>
            <a:chOff x="0" y="7854"/>
            <a:chExt cx="3072" cy="374"/>
          </a:xfrm>
        </p:grpSpPr>
        <p:sp>
          <p:nvSpPr>
            <p:cNvPr id="55358" name="Rectangle 68"/>
            <p:cNvSpPr>
              <a:spLocks noChangeArrowheads="1"/>
            </p:cNvSpPr>
            <p:nvPr/>
          </p:nvSpPr>
          <p:spPr bwMode="auto">
            <a:xfrm>
              <a:off x="0" y="7875"/>
              <a:ext cx="3072" cy="33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55359" name="Rectangle 69"/>
            <p:cNvSpPr>
              <a:spLocks noChangeArrowheads="1"/>
            </p:cNvSpPr>
            <p:nvPr/>
          </p:nvSpPr>
          <p:spPr bwMode="auto">
            <a:xfrm>
              <a:off x="0" y="7854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22	</a:t>
              </a:r>
              <a:r>
                <a:rPr lang="en-US" sz="1200" b="1">
                  <a:latin typeface="Courier New" panose="02070309020205020404" pitchFamily="49" charset="0"/>
                </a:rPr>
                <a:t>   </a:t>
              </a:r>
              <a:r>
                <a:rPr lang="en-US" sz="1200" b="1">
                  <a:solidFill>
                    <a:srgbClr val="275AFF"/>
                  </a:solidFill>
                  <a:latin typeface="Courier New" panose="02070309020205020404" pitchFamily="49" charset="0"/>
                </a:rPr>
                <a:t>int</a:t>
              </a:r>
              <a:r>
                <a:rPr lang="en-US" sz="1200" b="1">
                  <a:latin typeface="Courier New" panose="02070309020205020404" pitchFamily="49" charset="0"/>
                </a:rPr>
                <a:t> getSecond() </a:t>
              </a:r>
              <a:r>
                <a:rPr lang="en-US" sz="1200" b="1">
                  <a:solidFill>
                    <a:srgbClr val="275AFF"/>
                  </a:solidFill>
                  <a:latin typeface="Courier New" panose="02070309020205020404" pitchFamily="49" charset="0"/>
                </a:rPr>
                <a:t>const</a:t>
              </a:r>
              <a:r>
                <a:rPr lang="en-US" sz="1200" b="1">
                  <a:latin typeface="Courier New" panose="02070309020205020404" pitchFamily="49" charset="0"/>
                </a:rPr>
                <a:t>;   </a:t>
              </a:r>
              <a:r>
                <a:rPr lang="en-US" sz="1200" b="1">
                  <a:solidFill>
                    <a:srgbClr val="33CC33"/>
                  </a:solidFill>
                  <a:latin typeface="Courier New" panose="02070309020205020404" pitchFamily="49" charset="0"/>
                </a:rPr>
                <a:t>// return second</a:t>
              </a:r>
              <a:endParaRPr lang="en-US" sz="1200" b="1">
                <a:latin typeface="Courier New" panose="02070309020205020404" pitchFamily="49" charset="0"/>
              </a:endParaRP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55320" name="Group 70"/>
          <p:cNvGrpSpPr>
            <a:grpSpLocks/>
          </p:cNvGrpSpPr>
          <p:nvPr/>
        </p:nvGrpSpPr>
        <p:grpSpPr bwMode="auto">
          <a:xfrm>
            <a:off x="0" y="4570642"/>
            <a:ext cx="6781800" cy="207963"/>
            <a:chOff x="0" y="8228"/>
            <a:chExt cx="3072" cy="374"/>
          </a:xfrm>
        </p:grpSpPr>
        <p:sp>
          <p:nvSpPr>
            <p:cNvPr id="55356" name="Rectangle 71"/>
            <p:cNvSpPr>
              <a:spLocks noChangeArrowheads="1"/>
            </p:cNvSpPr>
            <p:nvPr/>
          </p:nvSpPr>
          <p:spPr bwMode="auto">
            <a:xfrm>
              <a:off x="0" y="8249"/>
              <a:ext cx="3072" cy="33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55357" name="Rectangle 72"/>
            <p:cNvSpPr>
              <a:spLocks noChangeArrowheads="1"/>
            </p:cNvSpPr>
            <p:nvPr/>
          </p:nvSpPr>
          <p:spPr bwMode="auto">
            <a:xfrm>
              <a:off x="0" y="8228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23	</a:t>
              </a:r>
              <a:endParaRPr lang="en-US" sz="1200" b="1">
                <a:latin typeface="Courier New" panose="02070309020205020404" pitchFamily="49" charset="0"/>
              </a:endParaRP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55321" name="Group 73"/>
          <p:cNvGrpSpPr>
            <a:grpSpLocks/>
          </p:cNvGrpSpPr>
          <p:nvPr/>
        </p:nvGrpSpPr>
        <p:grpSpPr bwMode="auto">
          <a:xfrm>
            <a:off x="0" y="4778605"/>
            <a:ext cx="6781800" cy="207962"/>
            <a:chOff x="0" y="8602"/>
            <a:chExt cx="3072" cy="374"/>
          </a:xfrm>
        </p:grpSpPr>
        <p:sp>
          <p:nvSpPr>
            <p:cNvPr id="55354" name="Rectangle 74"/>
            <p:cNvSpPr>
              <a:spLocks noChangeArrowheads="1"/>
            </p:cNvSpPr>
            <p:nvPr/>
          </p:nvSpPr>
          <p:spPr bwMode="auto">
            <a:xfrm>
              <a:off x="0" y="8623"/>
              <a:ext cx="3072" cy="33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55355" name="Rectangle 75"/>
            <p:cNvSpPr>
              <a:spLocks noChangeArrowheads="1"/>
            </p:cNvSpPr>
            <p:nvPr/>
          </p:nvSpPr>
          <p:spPr bwMode="auto">
            <a:xfrm>
              <a:off x="0" y="8602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 dirty="0">
                  <a:solidFill>
                    <a:srgbClr val="4D8DFF"/>
                  </a:solidFill>
                  <a:latin typeface="Courier New" panose="02070309020205020404" pitchFamily="49" charset="0"/>
                </a:rPr>
                <a:t>	24	</a:t>
              </a:r>
              <a:r>
                <a:rPr lang="en-US" sz="1200" b="1" dirty="0">
                  <a:solidFill>
                    <a:srgbClr val="33CC33"/>
                  </a:solidFill>
                  <a:latin typeface="Courier New" panose="02070309020205020404" pitchFamily="49" charset="0"/>
                </a:rPr>
                <a:t>   // print functions (normally declared </a:t>
              </a:r>
              <a:r>
                <a:rPr lang="en-US" sz="1200" b="1" dirty="0" err="1">
                  <a:solidFill>
                    <a:srgbClr val="33CC33"/>
                  </a:solidFill>
                  <a:latin typeface="Courier New" panose="02070309020205020404" pitchFamily="49" charset="0"/>
                </a:rPr>
                <a:t>const</a:t>
              </a:r>
              <a:r>
                <a:rPr lang="en-US" sz="1200" b="1" dirty="0">
                  <a:solidFill>
                    <a:srgbClr val="33CC33"/>
                  </a:solidFill>
                  <a:latin typeface="Courier New" panose="02070309020205020404" pitchFamily="49" charset="0"/>
                </a:rPr>
                <a:t>)</a:t>
              </a:r>
              <a:endParaRPr lang="en-US" sz="1200" b="1" dirty="0">
                <a:latin typeface="Courier New" panose="02070309020205020404" pitchFamily="49" charset="0"/>
              </a:endParaRPr>
            </a:p>
            <a:p>
              <a:pPr eaLnBrk="1" hangingPunct="1"/>
              <a:endParaRPr lang="en-US" sz="1200" b="1" dirty="0">
                <a:latin typeface="Courier New" panose="02070309020205020404" pitchFamily="49" charset="0"/>
              </a:endParaRPr>
            </a:p>
          </p:txBody>
        </p:sp>
      </p:grpSp>
      <p:grpSp>
        <p:nvGrpSpPr>
          <p:cNvPr id="55322" name="Group 76"/>
          <p:cNvGrpSpPr>
            <a:grpSpLocks/>
          </p:cNvGrpSpPr>
          <p:nvPr/>
        </p:nvGrpSpPr>
        <p:grpSpPr bwMode="auto">
          <a:xfrm>
            <a:off x="0" y="4986567"/>
            <a:ext cx="6781800" cy="207963"/>
            <a:chOff x="0" y="8976"/>
            <a:chExt cx="3072" cy="374"/>
          </a:xfrm>
        </p:grpSpPr>
        <p:sp>
          <p:nvSpPr>
            <p:cNvPr id="55352" name="Rectangle 77"/>
            <p:cNvSpPr>
              <a:spLocks noChangeArrowheads="1"/>
            </p:cNvSpPr>
            <p:nvPr/>
          </p:nvSpPr>
          <p:spPr bwMode="auto">
            <a:xfrm>
              <a:off x="0" y="8997"/>
              <a:ext cx="3072" cy="33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55353" name="Rectangle 78"/>
            <p:cNvSpPr>
              <a:spLocks noChangeArrowheads="1"/>
            </p:cNvSpPr>
            <p:nvPr/>
          </p:nvSpPr>
          <p:spPr bwMode="auto">
            <a:xfrm>
              <a:off x="0" y="8976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25	</a:t>
              </a:r>
              <a:r>
                <a:rPr lang="en-US" sz="1200" b="1">
                  <a:latin typeface="Courier New" panose="02070309020205020404" pitchFamily="49" charset="0"/>
                </a:rPr>
                <a:t>   </a:t>
              </a:r>
              <a:r>
                <a:rPr lang="en-US" sz="1200" b="1">
                  <a:solidFill>
                    <a:srgbClr val="275AFF"/>
                  </a:solidFill>
                  <a:latin typeface="Courier New" panose="02070309020205020404" pitchFamily="49" charset="0"/>
                </a:rPr>
                <a:t>void</a:t>
              </a:r>
              <a:r>
                <a:rPr lang="en-US" sz="1200" b="1">
                  <a:latin typeface="Courier New" panose="02070309020205020404" pitchFamily="49" charset="0"/>
                </a:rPr>
                <a:t> printMilitary() </a:t>
              </a:r>
              <a:r>
                <a:rPr lang="en-US" sz="1200" b="1">
                  <a:solidFill>
                    <a:srgbClr val="275AFF"/>
                  </a:solidFill>
                  <a:latin typeface="Courier New" panose="02070309020205020404" pitchFamily="49" charset="0"/>
                </a:rPr>
                <a:t>const</a:t>
              </a:r>
              <a:r>
                <a:rPr lang="en-US" sz="1200" b="1">
                  <a:latin typeface="Courier New" panose="02070309020205020404" pitchFamily="49" charset="0"/>
                </a:rPr>
                <a:t>; </a:t>
              </a:r>
              <a:r>
                <a:rPr lang="en-US" sz="1200" b="1">
                  <a:solidFill>
                    <a:srgbClr val="33CC33"/>
                  </a:solidFill>
                  <a:latin typeface="Courier New" panose="02070309020205020404" pitchFamily="49" charset="0"/>
                </a:rPr>
                <a:t> // print military time</a:t>
              </a:r>
              <a:endParaRPr lang="en-US" sz="1200" b="1">
                <a:latin typeface="Courier New" panose="02070309020205020404" pitchFamily="49" charset="0"/>
              </a:endParaRP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55323" name="Group 79"/>
          <p:cNvGrpSpPr>
            <a:grpSpLocks/>
          </p:cNvGrpSpPr>
          <p:nvPr/>
        </p:nvGrpSpPr>
        <p:grpSpPr bwMode="auto">
          <a:xfrm>
            <a:off x="0" y="5194530"/>
            <a:ext cx="6781800" cy="207962"/>
            <a:chOff x="0" y="9350"/>
            <a:chExt cx="3072" cy="374"/>
          </a:xfrm>
        </p:grpSpPr>
        <p:sp>
          <p:nvSpPr>
            <p:cNvPr id="55350" name="Rectangle 80"/>
            <p:cNvSpPr>
              <a:spLocks noChangeArrowheads="1"/>
            </p:cNvSpPr>
            <p:nvPr/>
          </p:nvSpPr>
          <p:spPr bwMode="auto">
            <a:xfrm>
              <a:off x="0" y="9371"/>
              <a:ext cx="3072" cy="33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55351" name="Rectangle 81"/>
            <p:cNvSpPr>
              <a:spLocks noChangeArrowheads="1"/>
            </p:cNvSpPr>
            <p:nvPr/>
          </p:nvSpPr>
          <p:spPr bwMode="auto">
            <a:xfrm>
              <a:off x="0" y="9350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26	</a:t>
              </a:r>
              <a:r>
                <a:rPr lang="en-US" sz="1200" b="1">
                  <a:latin typeface="Courier New" panose="02070309020205020404" pitchFamily="49" charset="0"/>
                </a:rPr>
                <a:t>   </a:t>
              </a:r>
              <a:r>
                <a:rPr lang="en-US" sz="1200" b="1">
                  <a:solidFill>
                    <a:srgbClr val="275AFF"/>
                  </a:solidFill>
                  <a:latin typeface="Courier New" panose="02070309020205020404" pitchFamily="49" charset="0"/>
                </a:rPr>
                <a:t>void</a:t>
              </a:r>
              <a:r>
                <a:rPr lang="en-US" sz="1200" b="1">
                  <a:latin typeface="Courier New" panose="02070309020205020404" pitchFamily="49" charset="0"/>
                </a:rPr>
                <a:t> printStandard() </a:t>
              </a:r>
              <a:r>
                <a:rPr lang="en-US" sz="1200" b="1">
                  <a:solidFill>
                    <a:srgbClr val="275AFF"/>
                  </a:solidFill>
                  <a:latin typeface="Courier New" panose="02070309020205020404" pitchFamily="49" charset="0"/>
                </a:rPr>
                <a:t>const</a:t>
              </a:r>
              <a:r>
                <a:rPr lang="en-US" sz="1200" b="1">
                  <a:latin typeface="Courier New" panose="02070309020205020404" pitchFamily="49" charset="0"/>
                </a:rPr>
                <a:t>; </a:t>
              </a:r>
              <a:r>
                <a:rPr lang="en-US" sz="1200" b="1">
                  <a:solidFill>
                    <a:srgbClr val="33CC33"/>
                  </a:solidFill>
                  <a:latin typeface="Courier New" panose="02070309020205020404" pitchFamily="49" charset="0"/>
                </a:rPr>
                <a:t> // print standard time</a:t>
              </a:r>
              <a:endParaRPr lang="en-US" sz="1200" b="1">
                <a:latin typeface="Courier New" panose="02070309020205020404" pitchFamily="49" charset="0"/>
              </a:endParaRP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55324" name="Group 82"/>
          <p:cNvGrpSpPr>
            <a:grpSpLocks/>
          </p:cNvGrpSpPr>
          <p:nvPr/>
        </p:nvGrpSpPr>
        <p:grpSpPr bwMode="auto">
          <a:xfrm>
            <a:off x="0" y="5402492"/>
            <a:ext cx="6781800" cy="206375"/>
            <a:chOff x="0" y="9724"/>
            <a:chExt cx="3072" cy="374"/>
          </a:xfrm>
        </p:grpSpPr>
        <p:sp>
          <p:nvSpPr>
            <p:cNvPr id="55348" name="Rectangle 83"/>
            <p:cNvSpPr>
              <a:spLocks noChangeArrowheads="1"/>
            </p:cNvSpPr>
            <p:nvPr/>
          </p:nvSpPr>
          <p:spPr bwMode="auto">
            <a:xfrm>
              <a:off x="0" y="9745"/>
              <a:ext cx="3072" cy="33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55349" name="Rectangle 84"/>
            <p:cNvSpPr>
              <a:spLocks noChangeArrowheads="1"/>
            </p:cNvSpPr>
            <p:nvPr/>
          </p:nvSpPr>
          <p:spPr bwMode="auto">
            <a:xfrm>
              <a:off x="0" y="9724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27	</a:t>
              </a:r>
              <a:r>
                <a:rPr lang="en-US" sz="1200" b="1">
                  <a:solidFill>
                    <a:srgbClr val="275AFF"/>
                  </a:solidFill>
                  <a:latin typeface="Courier New" panose="02070309020205020404" pitchFamily="49" charset="0"/>
                </a:rPr>
                <a:t>private:</a:t>
              </a:r>
              <a:endParaRPr lang="en-US" sz="1200" b="1">
                <a:latin typeface="Courier New" panose="02070309020205020404" pitchFamily="49" charset="0"/>
              </a:endParaRP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55325" name="Group 85"/>
          <p:cNvGrpSpPr>
            <a:grpSpLocks/>
          </p:cNvGrpSpPr>
          <p:nvPr/>
        </p:nvGrpSpPr>
        <p:grpSpPr bwMode="auto">
          <a:xfrm>
            <a:off x="0" y="5608867"/>
            <a:ext cx="6781800" cy="207963"/>
            <a:chOff x="0" y="10098"/>
            <a:chExt cx="3072" cy="374"/>
          </a:xfrm>
        </p:grpSpPr>
        <p:sp>
          <p:nvSpPr>
            <p:cNvPr id="55346" name="Rectangle 86"/>
            <p:cNvSpPr>
              <a:spLocks noChangeArrowheads="1"/>
            </p:cNvSpPr>
            <p:nvPr/>
          </p:nvSpPr>
          <p:spPr bwMode="auto">
            <a:xfrm>
              <a:off x="0" y="10119"/>
              <a:ext cx="3072" cy="33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55347" name="Rectangle 87"/>
            <p:cNvSpPr>
              <a:spLocks noChangeArrowheads="1"/>
            </p:cNvSpPr>
            <p:nvPr/>
          </p:nvSpPr>
          <p:spPr bwMode="auto">
            <a:xfrm>
              <a:off x="0" y="10098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28	</a:t>
              </a:r>
              <a:r>
                <a:rPr lang="en-US" sz="1200" b="1">
                  <a:latin typeface="Courier New" panose="02070309020205020404" pitchFamily="49" charset="0"/>
                </a:rPr>
                <a:t>   </a:t>
              </a:r>
              <a:r>
                <a:rPr lang="en-US" sz="1200" b="1">
                  <a:solidFill>
                    <a:srgbClr val="275AFF"/>
                  </a:solidFill>
                  <a:latin typeface="Courier New" panose="02070309020205020404" pitchFamily="49" charset="0"/>
                </a:rPr>
                <a:t>int</a:t>
              </a:r>
              <a:r>
                <a:rPr lang="en-US" sz="1200" b="1">
                  <a:latin typeface="Courier New" panose="02070309020205020404" pitchFamily="49" charset="0"/>
                </a:rPr>
                <a:t> hour;             </a:t>
              </a:r>
              <a:r>
                <a:rPr lang="en-US" sz="1200" b="1">
                  <a:solidFill>
                    <a:srgbClr val="33CC33"/>
                  </a:solidFill>
                  <a:latin typeface="Courier New" panose="02070309020205020404" pitchFamily="49" charset="0"/>
                </a:rPr>
                <a:t> // 0 - 23</a:t>
              </a:r>
              <a:endParaRPr lang="en-US" sz="1200" b="1">
                <a:latin typeface="Courier New" panose="02070309020205020404" pitchFamily="49" charset="0"/>
              </a:endParaRP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55326" name="Group 88"/>
          <p:cNvGrpSpPr>
            <a:grpSpLocks/>
          </p:cNvGrpSpPr>
          <p:nvPr/>
        </p:nvGrpSpPr>
        <p:grpSpPr bwMode="auto">
          <a:xfrm>
            <a:off x="0" y="5816830"/>
            <a:ext cx="6781800" cy="207962"/>
            <a:chOff x="0" y="10472"/>
            <a:chExt cx="3072" cy="374"/>
          </a:xfrm>
        </p:grpSpPr>
        <p:sp>
          <p:nvSpPr>
            <p:cNvPr id="55344" name="Rectangle 89"/>
            <p:cNvSpPr>
              <a:spLocks noChangeArrowheads="1"/>
            </p:cNvSpPr>
            <p:nvPr/>
          </p:nvSpPr>
          <p:spPr bwMode="auto">
            <a:xfrm>
              <a:off x="0" y="10493"/>
              <a:ext cx="3072" cy="33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55345" name="Rectangle 90"/>
            <p:cNvSpPr>
              <a:spLocks noChangeArrowheads="1"/>
            </p:cNvSpPr>
            <p:nvPr/>
          </p:nvSpPr>
          <p:spPr bwMode="auto">
            <a:xfrm>
              <a:off x="0" y="10472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29	</a:t>
              </a:r>
              <a:r>
                <a:rPr lang="en-US" sz="1200" b="1">
                  <a:latin typeface="Courier New" panose="02070309020205020404" pitchFamily="49" charset="0"/>
                </a:rPr>
                <a:t>   </a:t>
              </a:r>
              <a:r>
                <a:rPr lang="en-US" sz="1200" b="1">
                  <a:solidFill>
                    <a:srgbClr val="275AFF"/>
                  </a:solidFill>
                  <a:latin typeface="Courier New" panose="02070309020205020404" pitchFamily="49" charset="0"/>
                </a:rPr>
                <a:t>int</a:t>
              </a:r>
              <a:r>
                <a:rPr lang="en-US" sz="1200" b="1">
                  <a:latin typeface="Courier New" panose="02070309020205020404" pitchFamily="49" charset="0"/>
                </a:rPr>
                <a:t> minute;            </a:t>
              </a:r>
              <a:r>
                <a:rPr lang="en-US" sz="1200" b="1">
                  <a:solidFill>
                    <a:srgbClr val="33CC33"/>
                  </a:solidFill>
                  <a:latin typeface="Courier New" panose="02070309020205020404" pitchFamily="49" charset="0"/>
                </a:rPr>
                <a:t>// 0 - 59</a:t>
              </a:r>
              <a:endParaRPr lang="en-US" sz="1200" b="1">
                <a:latin typeface="Courier New" panose="02070309020205020404" pitchFamily="49" charset="0"/>
              </a:endParaRP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55327" name="Group 91"/>
          <p:cNvGrpSpPr>
            <a:grpSpLocks/>
          </p:cNvGrpSpPr>
          <p:nvPr/>
        </p:nvGrpSpPr>
        <p:grpSpPr bwMode="auto">
          <a:xfrm>
            <a:off x="0" y="6024792"/>
            <a:ext cx="6781800" cy="207963"/>
            <a:chOff x="0" y="10846"/>
            <a:chExt cx="3072" cy="374"/>
          </a:xfrm>
        </p:grpSpPr>
        <p:sp>
          <p:nvSpPr>
            <p:cNvPr id="55342" name="Rectangle 92"/>
            <p:cNvSpPr>
              <a:spLocks noChangeArrowheads="1"/>
            </p:cNvSpPr>
            <p:nvPr/>
          </p:nvSpPr>
          <p:spPr bwMode="auto">
            <a:xfrm>
              <a:off x="0" y="10867"/>
              <a:ext cx="3072" cy="33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55343" name="Rectangle 93"/>
            <p:cNvSpPr>
              <a:spLocks noChangeArrowheads="1"/>
            </p:cNvSpPr>
            <p:nvPr/>
          </p:nvSpPr>
          <p:spPr bwMode="auto">
            <a:xfrm>
              <a:off x="0" y="10846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30	</a:t>
              </a:r>
              <a:r>
                <a:rPr lang="en-US" sz="1200" b="1">
                  <a:latin typeface="Courier New" panose="02070309020205020404" pitchFamily="49" charset="0"/>
                </a:rPr>
                <a:t>   </a:t>
              </a:r>
              <a:r>
                <a:rPr lang="en-US" sz="1200" b="1">
                  <a:solidFill>
                    <a:srgbClr val="275AFF"/>
                  </a:solidFill>
                  <a:latin typeface="Courier New" panose="02070309020205020404" pitchFamily="49" charset="0"/>
                </a:rPr>
                <a:t>int</a:t>
              </a:r>
              <a:r>
                <a:rPr lang="en-US" sz="1200" b="1">
                  <a:latin typeface="Courier New" panose="02070309020205020404" pitchFamily="49" charset="0"/>
                </a:rPr>
                <a:t> second;         </a:t>
              </a:r>
              <a:r>
                <a:rPr lang="en-US" sz="1200" b="1">
                  <a:solidFill>
                    <a:srgbClr val="33CC33"/>
                  </a:solidFill>
                  <a:latin typeface="Courier New" panose="02070309020205020404" pitchFamily="49" charset="0"/>
                </a:rPr>
                <a:t>   // 0 - 59</a:t>
              </a:r>
              <a:endParaRPr lang="en-US" sz="1200" b="1">
                <a:latin typeface="Courier New" panose="02070309020205020404" pitchFamily="49" charset="0"/>
              </a:endParaRP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55328" name="Group 94"/>
          <p:cNvGrpSpPr>
            <a:grpSpLocks/>
          </p:cNvGrpSpPr>
          <p:nvPr/>
        </p:nvGrpSpPr>
        <p:grpSpPr bwMode="auto">
          <a:xfrm>
            <a:off x="0" y="6232755"/>
            <a:ext cx="6781800" cy="207962"/>
            <a:chOff x="0" y="11220"/>
            <a:chExt cx="3072" cy="374"/>
          </a:xfrm>
        </p:grpSpPr>
        <p:sp>
          <p:nvSpPr>
            <p:cNvPr id="55340" name="Rectangle 95"/>
            <p:cNvSpPr>
              <a:spLocks noChangeArrowheads="1"/>
            </p:cNvSpPr>
            <p:nvPr/>
          </p:nvSpPr>
          <p:spPr bwMode="auto">
            <a:xfrm>
              <a:off x="0" y="11241"/>
              <a:ext cx="3072" cy="33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55341" name="Rectangle 96"/>
            <p:cNvSpPr>
              <a:spLocks noChangeArrowheads="1"/>
            </p:cNvSpPr>
            <p:nvPr/>
          </p:nvSpPr>
          <p:spPr bwMode="auto">
            <a:xfrm>
              <a:off x="0" y="11220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31	</a:t>
              </a:r>
              <a:r>
                <a:rPr lang="en-US" sz="1200" b="1">
                  <a:latin typeface="Courier New" panose="02070309020205020404" pitchFamily="49" charset="0"/>
                </a:rPr>
                <a:t>};</a:t>
              </a: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55329" name="Group 97"/>
          <p:cNvGrpSpPr>
            <a:grpSpLocks/>
          </p:cNvGrpSpPr>
          <p:nvPr/>
        </p:nvGrpSpPr>
        <p:grpSpPr bwMode="auto">
          <a:xfrm>
            <a:off x="0" y="6440717"/>
            <a:ext cx="6781800" cy="207963"/>
            <a:chOff x="0" y="11594"/>
            <a:chExt cx="3072" cy="374"/>
          </a:xfrm>
        </p:grpSpPr>
        <p:sp>
          <p:nvSpPr>
            <p:cNvPr id="55338" name="Rectangle 98"/>
            <p:cNvSpPr>
              <a:spLocks noChangeArrowheads="1"/>
            </p:cNvSpPr>
            <p:nvPr/>
          </p:nvSpPr>
          <p:spPr bwMode="auto">
            <a:xfrm>
              <a:off x="0" y="11615"/>
              <a:ext cx="3072" cy="33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55339" name="Rectangle 99"/>
            <p:cNvSpPr>
              <a:spLocks noChangeArrowheads="1"/>
            </p:cNvSpPr>
            <p:nvPr/>
          </p:nvSpPr>
          <p:spPr bwMode="auto">
            <a:xfrm>
              <a:off x="0" y="11594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32	</a:t>
              </a:r>
              <a:endParaRPr lang="en-US" sz="1200" b="1">
                <a:latin typeface="Courier New" panose="02070309020205020404" pitchFamily="49" charset="0"/>
              </a:endParaRP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55330" name="Group 100"/>
          <p:cNvGrpSpPr>
            <a:grpSpLocks/>
          </p:cNvGrpSpPr>
          <p:nvPr/>
        </p:nvGrpSpPr>
        <p:grpSpPr bwMode="auto">
          <a:xfrm>
            <a:off x="0" y="6650038"/>
            <a:ext cx="6781800" cy="207962"/>
            <a:chOff x="0" y="11968"/>
            <a:chExt cx="3072" cy="374"/>
          </a:xfrm>
        </p:grpSpPr>
        <p:sp>
          <p:nvSpPr>
            <p:cNvPr id="55334" name="Rectangle 101"/>
            <p:cNvSpPr>
              <a:spLocks noChangeArrowheads="1"/>
            </p:cNvSpPr>
            <p:nvPr/>
          </p:nvSpPr>
          <p:spPr bwMode="auto">
            <a:xfrm>
              <a:off x="0" y="11989"/>
              <a:ext cx="3072" cy="33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grpSp>
          <p:nvGrpSpPr>
            <p:cNvPr id="2" name="Group 102"/>
            <p:cNvGrpSpPr>
              <a:grpSpLocks/>
            </p:cNvGrpSpPr>
            <p:nvPr/>
          </p:nvGrpSpPr>
          <p:grpSpPr bwMode="auto">
            <a:xfrm>
              <a:off x="0" y="11968"/>
              <a:ext cx="3072" cy="374"/>
              <a:chOff x="0" y="11968"/>
              <a:chExt cx="3072" cy="374"/>
            </a:xfrm>
          </p:grpSpPr>
          <p:sp>
            <p:nvSpPr>
              <p:cNvPr id="55336" name="Rectangle 103"/>
              <p:cNvSpPr>
                <a:spLocks noChangeArrowheads="1"/>
              </p:cNvSpPr>
              <p:nvPr/>
            </p:nvSpPr>
            <p:spPr bwMode="auto">
              <a:xfrm>
                <a:off x="0" y="11968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tIns="0" bIns="0"/>
              <a:lstStyle>
                <a:lvl1pPr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200" b="1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33	</a:t>
                </a:r>
                <a:r>
                  <a:rPr lang="en-US" sz="1200" b="1">
                    <a:solidFill>
                      <a:srgbClr val="275AFF"/>
                    </a:solidFill>
                    <a:latin typeface="Courier New" panose="02070309020205020404" pitchFamily="49" charset="0"/>
                  </a:rPr>
                  <a:t>#endif</a:t>
                </a:r>
                <a:endParaRPr lang="en-US" sz="1200" b="1">
                  <a:latin typeface="Courier New" panose="02070309020205020404" pitchFamily="49" charset="0"/>
                </a:endParaRPr>
              </a:p>
              <a:p>
                <a:pPr eaLnBrk="1" hangingPunct="1"/>
                <a:endParaRPr lang="en-US" sz="1200" b="1">
                  <a:latin typeface="Courier New" panose="02070309020205020404" pitchFamily="49" charset="0"/>
                </a:endParaRPr>
              </a:p>
            </p:txBody>
          </p:sp>
          <p:sp>
            <p:nvSpPr>
              <p:cNvPr id="55337" name="Rectangle 104"/>
              <p:cNvSpPr>
                <a:spLocks noChangeArrowheads="1"/>
              </p:cNvSpPr>
              <p:nvPr/>
            </p:nvSpPr>
            <p:spPr bwMode="auto">
              <a:xfrm>
                <a:off x="0" y="11989"/>
                <a:ext cx="3072" cy="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7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tIns="0" bIns="0"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200"/>
              </a:p>
            </p:txBody>
          </p:sp>
        </p:grpSp>
      </p:grpSp>
      <p:grpSp>
        <p:nvGrpSpPr>
          <p:cNvPr id="55335" name="Group 109"/>
          <p:cNvGrpSpPr>
            <a:grpSpLocks/>
          </p:cNvGrpSpPr>
          <p:nvPr/>
        </p:nvGrpSpPr>
        <p:grpSpPr bwMode="auto">
          <a:xfrm>
            <a:off x="3506045" y="2852174"/>
            <a:ext cx="5408452" cy="1466852"/>
            <a:chOff x="1667" y="1815"/>
            <a:chExt cx="2856" cy="924"/>
          </a:xfrm>
        </p:grpSpPr>
        <p:sp>
          <p:nvSpPr>
            <p:cNvPr id="55332" name="Text Box 106"/>
            <p:cNvSpPr txBox="1">
              <a:spLocks noChangeArrowheads="1"/>
            </p:cNvSpPr>
            <p:nvPr/>
          </p:nvSpPr>
          <p:spPr bwMode="auto">
            <a:xfrm>
              <a:off x="2749" y="2119"/>
              <a:ext cx="1774" cy="620"/>
            </a:xfrm>
            <a:prstGeom prst="rect">
              <a:avLst/>
            </a:prstGeom>
            <a:solidFill>
              <a:srgbClr val="99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square" t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600" dirty="0"/>
                <a:t>Notice the </a:t>
              </a:r>
              <a:r>
                <a:rPr lang="en-US" sz="1600" b="1" dirty="0">
                  <a:solidFill>
                    <a:srgbClr val="C00000"/>
                  </a:solidFill>
                  <a:latin typeface="Courier New" panose="02070309020205020404" pitchFamily="49" charset="0"/>
                </a:rPr>
                <a:t>Time &amp;</a:t>
              </a:r>
              <a:r>
                <a:rPr lang="en-US" sz="1600" b="1" dirty="0">
                  <a:solidFill>
                    <a:srgbClr val="C00000"/>
                  </a:solidFill>
                </a:rPr>
                <a:t> </a:t>
              </a:r>
              <a:r>
                <a:rPr lang="en-US" sz="1600" dirty="0"/>
                <a:t>- function returns a </a:t>
              </a:r>
              <a:r>
                <a:rPr lang="en-US" sz="1600" b="1" dirty="0">
                  <a:solidFill>
                    <a:srgbClr val="C00000"/>
                  </a:solidFill>
                </a:rPr>
                <a:t>reference to a </a:t>
              </a:r>
              <a:r>
                <a:rPr lang="en-US" sz="1600" b="1" dirty="0">
                  <a:solidFill>
                    <a:srgbClr val="C00000"/>
                  </a:solidFill>
                  <a:latin typeface="Courier New" panose="02070309020205020404" pitchFamily="49" charset="0"/>
                </a:rPr>
                <a:t>Time</a:t>
              </a:r>
              <a:r>
                <a:rPr lang="en-US" sz="1600" b="1" dirty="0">
                  <a:solidFill>
                    <a:srgbClr val="C00000"/>
                  </a:solidFill>
                </a:rPr>
                <a:t> object</a:t>
              </a:r>
              <a:r>
                <a:rPr lang="en-US" sz="1600" dirty="0"/>
                <a:t>. </a:t>
              </a:r>
            </a:p>
            <a:p>
              <a:pPr eaLnBrk="1" hangingPunct="1"/>
              <a:r>
                <a:rPr lang="en-US" sz="1600" dirty="0"/>
                <a:t>Specify object in function definition.</a:t>
              </a:r>
              <a:endParaRPr lang="en-US" sz="1600" b="1" dirty="0"/>
            </a:p>
          </p:txBody>
        </p:sp>
        <p:sp>
          <p:nvSpPr>
            <p:cNvPr id="55333" name="Line 108"/>
            <p:cNvSpPr>
              <a:spLocks noChangeShapeType="1"/>
            </p:cNvSpPr>
            <p:nvPr/>
          </p:nvSpPr>
          <p:spPr bwMode="auto">
            <a:xfrm flipH="1" flipV="1">
              <a:off x="1667" y="1815"/>
              <a:ext cx="1082" cy="56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 tIns="0" bIns="0" anchor="ctr">
              <a:spAutoFit/>
            </a:bodyPr>
            <a:lstStyle/>
            <a:p>
              <a:endParaRPr lang="en-US" sz="2000"/>
            </a:p>
          </p:txBody>
        </p:sp>
      </p:grpSp>
    </p:spTree>
    <p:extLst>
      <p:ext uri="{BB962C8B-B14F-4D97-AF65-F5344CB8AC3E}">
        <p14:creationId xmlns:p14="http://schemas.microsoft.com/office/powerpoint/2010/main" val="28736052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5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322" name="Group 4"/>
          <p:cNvGrpSpPr>
            <a:grpSpLocks/>
          </p:cNvGrpSpPr>
          <p:nvPr/>
        </p:nvGrpSpPr>
        <p:grpSpPr bwMode="auto">
          <a:xfrm>
            <a:off x="0" y="0"/>
            <a:ext cx="6781800" cy="220663"/>
            <a:chOff x="0" y="0"/>
            <a:chExt cx="3072" cy="374"/>
          </a:xfrm>
        </p:grpSpPr>
        <p:sp>
          <p:nvSpPr>
            <p:cNvPr id="56416" name="Rectangle 5"/>
            <p:cNvSpPr>
              <a:spLocks noChangeArrowheads="1"/>
            </p:cNvSpPr>
            <p:nvPr/>
          </p:nvSpPr>
          <p:spPr bwMode="auto">
            <a:xfrm>
              <a:off x="0" y="31"/>
              <a:ext cx="3072" cy="31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56417" name="Rectangle 6"/>
            <p:cNvSpPr>
              <a:spLocks noChangeArrowheads="1"/>
            </p:cNvSpPr>
            <p:nvPr/>
          </p:nvSpPr>
          <p:spPr bwMode="auto">
            <a:xfrm>
              <a:off x="0" y="0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34	</a:t>
              </a:r>
              <a:r>
                <a:rPr lang="en-US" sz="1200" b="1">
                  <a:solidFill>
                    <a:srgbClr val="33CC33"/>
                  </a:solidFill>
                  <a:latin typeface="Courier New" panose="02070309020205020404" pitchFamily="49" charset="0"/>
                </a:rPr>
                <a:t>// Fig. 7.8: time.cpp </a:t>
              </a:r>
              <a:endParaRPr lang="en-US" sz="1200" b="1">
                <a:latin typeface="Courier New" panose="02070309020205020404" pitchFamily="49" charset="0"/>
              </a:endParaRP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56323" name="Group 7"/>
          <p:cNvGrpSpPr>
            <a:grpSpLocks/>
          </p:cNvGrpSpPr>
          <p:nvPr/>
        </p:nvGrpSpPr>
        <p:grpSpPr bwMode="auto">
          <a:xfrm>
            <a:off x="0" y="220663"/>
            <a:ext cx="6781800" cy="220662"/>
            <a:chOff x="0" y="374"/>
            <a:chExt cx="3072" cy="374"/>
          </a:xfrm>
        </p:grpSpPr>
        <p:sp>
          <p:nvSpPr>
            <p:cNvPr id="56414" name="Rectangle 8"/>
            <p:cNvSpPr>
              <a:spLocks noChangeArrowheads="1"/>
            </p:cNvSpPr>
            <p:nvPr/>
          </p:nvSpPr>
          <p:spPr bwMode="auto">
            <a:xfrm>
              <a:off x="0" y="405"/>
              <a:ext cx="3072" cy="31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56415" name="Rectangle 9"/>
            <p:cNvSpPr>
              <a:spLocks noChangeArrowheads="1"/>
            </p:cNvSpPr>
            <p:nvPr/>
          </p:nvSpPr>
          <p:spPr bwMode="auto">
            <a:xfrm>
              <a:off x="0" y="374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35	</a:t>
              </a:r>
              <a:r>
                <a:rPr lang="en-US" sz="1200" b="1">
                  <a:solidFill>
                    <a:srgbClr val="33CC33"/>
                  </a:solidFill>
                  <a:latin typeface="Courier New" panose="02070309020205020404" pitchFamily="49" charset="0"/>
                </a:rPr>
                <a:t>// Member function definitions for Time class.</a:t>
              </a:r>
              <a:endParaRPr lang="en-US" sz="1200" b="1">
                <a:latin typeface="Courier New" panose="02070309020205020404" pitchFamily="49" charset="0"/>
              </a:endParaRP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56324" name="Group 10"/>
          <p:cNvGrpSpPr>
            <a:grpSpLocks/>
          </p:cNvGrpSpPr>
          <p:nvPr/>
        </p:nvGrpSpPr>
        <p:grpSpPr bwMode="auto">
          <a:xfrm>
            <a:off x="0" y="441325"/>
            <a:ext cx="6781800" cy="222250"/>
            <a:chOff x="0" y="748"/>
            <a:chExt cx="3072" cy="374"/>
          </a:xfrm>
        </p:grpSpPr>
        <p:sp>
          <p:nvSpPr>
            <p:cNvPr id="56412" name="Rectangle 11"/>
            <p:cNvSpPr>
              <a:spLocks noChangeArrowheads="1"/>
            </p:cNvSpPr>
            <p:nvPr/>
          </p:nvSpPr>
          <p:spPr bwMode="auto">
            <a:xfrm>
              <a:off x="0" y="779"/>
              <a:ext cx="3072" cy="31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56413" name="Rectangle 12"/>
            <p:cNvSpPr>
              <a:spLocks noChangeArrowheads="1"/>
            </p:cNvSpPr>
            <p:nvPr/>
          </p:nvSpPr>
          <p:spPr bwMode="auto">
            <a:xfrm>
              <a:off x="0" y="748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36	</a:t>
              </a:r>
              <a:r>
                <a:rPr lang="en-US" sz="1200" b="1">
                  <a:solidFill>
                    <a:srgbClr val="275AFF"/>
                  </a:solidFill>
                  <a:latin typeface="Courier New" panose="02070309020205020404" pitchFamily="49" charset="0"/>
                </a:rPr>
                <a:t>#include</a:t>
              </a:r>
              <a:r>
                <a:rPr lang="en-US" sz="1200" b="1">
                  <a:latin typeface="Courier New" panose="02070309020205020404" pitchFamily="49" charset="0"/>
                </a:rPr>
                <a:t> &lt;iostream&gt;</a:t>
              </a: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56325" name="Group 13"/>
          <p:cNvGrpSpPr>
            <a:grpSpLocks/>
          </p:cNvGrpSpPr>
          <p:nvPr/>
        </p:nvGrpSpPr>
        <p:grpSpPr bwMode="auto">
          <a:xfrm>
            <a:off x="0" y="663575"/>
            <a:ext cx="6781800" cy="220663"/>
            <a:chOff x="0" y="1122"/>
            <a:chExt cx="3072" cy="374"/>
          </a:xfrm>
        </p:grpSpPr>
        <p:sp>
          <p:nvSpPr>
            <p:cNvPr id="56410" name="Rectangle 14"/>
            <p:cNvSpPr>
              <a:spLocks noChangeArrowheads="1"/>
            </p:cNvSpPr>
            <p:nvPr/>
          </p:nvSpPr>
          <p:spPr bwMode="auto">
            <a:xfrm>
              <a:off x="0" y="1153"/>
              <a:ext cx="3072" cy="31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56411" name="Rectangle 15"/>
            <p:cNvSpPr>
              <a:spLocks noChangeArrowheads="1"/>
            </p:cNvSpPr>
            <p:nvPr/>
          </p:nvSpPr>
          <p:spPr bwMode="auto">
            <a:xfrm>
              <a:off x="0" y="1122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37	</a:t>
              </a:r>
              <a:endParaRPr lang="en-US" sz="1200" b="1">
                <a:latin typeface="Courier New" panose="02070309020205020404" pitchFamily="49" charset="0"/>
              </a:endParaRP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56326" name="Group 16"/>
          <p:cNvGrpSpPr>
            <a:grpSpLocks/>
          </p:cNvGrpSpPr>
          <p:nvPr/>
        </p:nvGrpSpPr>
        <p:grpSpPr bwMode="auto">
          <a:xfrm>
            <a:off x="0" y="884238"/>
            <a:ext cx="6781800" cy="220662"/>
            <a:chOff x="0" y="1496"/>
            <a:chExt cx="3072" cy="374"/>
          </a:xfrm>
        </p:grpSpPr>
        <p:sp>
          <p:nvSpPr>
            <p:cNvPr id="56408" name="Rectangle 17"/>
            <p:cNvSpPr>
              <a:spLocks noChangeArrowheads="1"/>
            </p:cNvSpPr>
            <p:nvPr/>
          </p:nvSpPr>
          <p:spPr bwMode="auto">
            <a:xfrm>
              <a:off x="0" y="1527"/>
              <a:ext cx="3072" cy="31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56409" name="Rectangle 18"/>
            <p:cNvSpPr>
              <a:spLocks noChangeArrowheads="1"/>
            </p:cNvSpPr>
            <p:nvPr/>
          </p:nvSpPr>
          <p:spPr bwMode="auto">
            <a:xfrm>
              <a:off x="0" y="1496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38	</a:t>
              </a:r>
              <a:r>
                <a:rPr lang="en-US" sz="1200" b="1">
                  <a:solidFill>
                    <a:srgbClr val="275AFF"/>
                  </a:solidFill>
                  <a:latin typeface="Courier New" panose="02070309020205020404" pitchFamily="49" charset="0"/>
                </a:rPr>
                <a:t>using</a:t>
              </a:r>
              <a:r>
                <a:rPr lang="en-US" sz="1200" b="1">
                  <a:latin typeface="Courier New" panose="02070309020205020404" pitchFamily="49" charset="0"/>
                </a:rPr>
                <a:t> std::cout;</a:t>
              </a: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56327" name="Group 19"/>
          <p:cNvGrpSpPr>
            <a:grpSpLocks/>
          </p:cNvGrpSpPr>
          <p:nvPr/>
        </p:nvGrpSpPr>
        <p:grpSpPr bwMode="auto">
          <a:xfrm>
            <a:off x="0" y="1104900"/>
            <a:ext cx="6781800" cy="222250"/>
            <a:chOff x="0" y="1870"/>
            <a:chExt cx="3072" cy="374"/>
          </a:xfrm>
        </p:grpSpPr>
        <p:sp>
          <p:nvSpPr>
            <p:cNvPr id="56406" name="Rectangle 20"/>
            <p:cNvSpPr>
              <a:spLocks noChangeArrowheads="1"/>
            </p:cNvSpPr>
            <p:nvPr/>
          </p:nvSpPr>
          <p:spPr bwMode="auto">
            <a:xfrm>
              <a:off x="0" y="1901"/>
              <a:ext cx="3072" cy="31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56407" name="Rectangle 21"/>
            <p:cNvSpPr>
              <a:spLocks noChangeArrowheads="1"/>
            </p:cNvSpPr>
            <p:nvPr/>
          </p:nvSpPr>
          <p:spPr bwMode="auto">
            <a:xfrm>
              <a:off x="0" y="1870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39	</a:t>
              </a:r>
              <a:endParaRPr lang="en-US" sz="1200" b="1">
                <a:latin typeface="Courier New" panose="02070309020205020404" pitchFamily="49" charset="0"/>
              </a:endParaRP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56328" name="Group 22"/>
          <p:cNvGrpSpPr>
            <a:grpSpLocks/>
          </p:cNvGrpSpPr>
          <p:nvPr/>
        </p:nvGrpSpPr>
        <p:grpSpPr bwMode="auto">
          <a:xfrm>
            <a:off x="0" y="1327150"/>
            <a:ext cx="6781800" cy="220663"/>
            <a:chOff x="0" y="2244"/>
            <a:chExt cx="3072" cy="374"/>
          </a:xfrm>
        </p:grpSpPr>
        <p:sp>
          <p:nvSpPr>
            <p:cNvPr id="56404" name="Rectangle 23"/>
            <p:cNvSpPr>
              <a:spLocks noChangeArrowheads="1"/>
            </p:cNvSpPr>
            <p:nvPr/>
          </p:nvSpPr>
          <p:spPr bwMode="auto">
            <a:xfrm>
              <a:off x="0" y="2275"/>
              <a:ext cx="3072" cy="31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56405" name="Rectangle 24"/>
            <p:cNvSpPr>
              <a:spLocks noChangeArrowheads="1"/>
            </p:cNvSpPr>
            <p:nvPr/>
          </p:nvSpPr>
          <p:spPr bwMode="auto">
            <a:xfrm>
              <a:off x="0" y="2244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40	</a:t>
              </a:r>
              <a:r>
                <a:rPr lang="en-US" sz="1200" b="1">
                  <a:solidFill>
                    <a:srgbClr val="275AFF"/>
                  </a:solidFill>
                  <a:latin typeface="Courier New" panose="02070309020205020404" pitchFamily="49" charset="0"/>
                </a:rPr>
                <a:t>#include</a:t>
              </a:r>
              <a:r>
                <a:rPr lang="en-US" sz="1200" b="1">
                  <a:latin typeface="Courier New" panose="02070309020205020404" pitchFamily="49" charset="0"/>
                </a:rPr>
                <a:t> "time6.h"</a:t>
              </a: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56329" name="Group 25"/>
          <p:cNvGrpSpPr>
            <a:grpSpLocks/>
          </p:cNvGrpSpPr>
          <p:nvPr/>
        </p:nvGrpSpPr>
        <p:grpSpPr bwMode="auto">
          <a:xfrm>
            <a:off x="0" y="1547813"/>
            <a:ext cx="6781800" cy="222250"/>
            <a:chOff x="0" y="2618"/>
            <a:chExt cx="3072" cy="374"/>
          </a:xfrm>
        </p:grpSpPr>
        <p:sp>
          <p:nvSpPr>
            <p:cNvPr id="56402" name="Rectangle 26"/>
            <p:cNvSpPr>
              <a:spLocks noChangeArrowheads="1"/>
            </p:cNvSpPr>
            <p:nvPr/>
          </p:nvSpPr>
          <p:spPr bwMode="auto">
            <a:xfrm>
              <a:off x="0" y="2649"/>
              <a:ext cx="3072" cy="31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56403" name="Rectangle 27"/>
            <p:cNvSpPr>
              <a:spLocks noChangeArrowheads="1"/>
            </p:cNvSpPr>
            <p:nvPr/>
          </p:nvSpPr>
          <p:spPr bwMode="auto">
            <a:xfrm>
              <a:off x="0" y="2618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41	</a:t>
              </a:r>
              <a:endParaRPr lang="en-US" sz="1200" b="1">
                <a:latin typeface="Courier New" panose="02070309020205020404" pitchFamily="49" charset="0"/>
              </a:endParaRP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56330" name="Group 28"/>
          <p:cNvGrpSpPr>
            <a:grpSpLocks/>
          </p:cNvGrpSpPr>
          <p:nvPr/>
        </p:nvGrpSpPr>
        <p:grpSpPr bwMode="auto">
          <a:xfrm>
            <a:off x="0" y="1770063"/>
            <a:ext cx="6781800" cy="220662"/>
            <a:chOff x="0" y="2992"/>
            <a:chExt cx="3072" cy="374"/>
          </a:xfrm>
        </p:grpSpPr>
        <p:sp>
          <p:nvSpPr>
            <p:cNvPr id="56400" name="Rectangle 29"/>
            <p:cNvSpPr>
              <a:spLocks noChangeArrowheads="1"/>
            </p:cNvSpPr>
            <p:nvPr/>
          </p:nvSpPr>
          <p:spPr bwMode="auto">
            <a:xfrm>
              <a:off x="0" y="3023"/>
              <a:ext cx="3072" cy="31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56401" name="Rectangle 30"/>
            <p:cNvSpPr>
              <a:spLocks noChangeArrowheads="1"/>
            </p:cNvSpPr>
            <p:nvPr/>
          </p:nvSpPr>
          <p:spPr bwMode="auto">
            <a:xfrm>
              <a:off x="0" y="2992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42	</a:t>
              </a:r>
              <a:r>
                <a:rPr lang="en-US" sz="1200" b="1">
                  <a:solidFill>
                    <a:srgbClr val="33CC33"/>
                  </a:solidFill>
                  <a:latin typeface="Courier New" panose="02070309020205020404" pitchFamily="49" charset="0"/>
                </a:rPr>
                <a:t>// Constructor function to initialize private data.</a:t>
              </a:r>
              <a:endParaRPr lang="en-US" sz="1200" b="1">
                <a:latin typeface="Courier New" panose="02070309020205020404" pitchFamily="49" charset="0"/>
              </a:endParaRP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56331" name="Group 31"/>
          <p:cNvGrpSpPr>
            <a:grpSpLocks/>
          </p:cNvGrpSpPr>
          <p:nvPr/>
        </p:nvGrpSpPr>
        <p:grpSpPr bwMode="auto">
          <a:xfrm>
            <a:off x="0" y="1990725"/>
            <a:ext cx="6781800" cy="220663"/>
            <a:chOff x="0" y="3366"/>
            <a:chExt cx="3072" cy="374"/>
          </a:xfrm>
        </p:grpSpPr>
        <p:sp>
          <p:nvSpPr>
            <p:cNvPr id="56398" name="Rectangle 32"/>
            <p:cNvSpPr>
              <a:spLocks noChangeArrowheads="1"/>
            </p:cNvSpPr>
            <p:nvPr/>
          </p:nvSpPr>
          <p:spPr bwMode="auto">
            <a:xfrm>
              <a:off x="0" y="3397"/>
              <a:ext cx="3072" cy="31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56399" name="Rectangle 33"/>
            <p:cNvSpPr>
              <a:spLocks noChangeArrowheads="1"/>
            </p:cNvSpPr>
            <p:nvPr/>
          </p:nvSpPr>
          <p:spPr bwMode="auto">
            <a:xfrm>
              <a:off x="0" y="3366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43	</a:t>
              </a:r>
              <a:r>
                <a:rPr lang="en-US" sz="1200" b="1">
                  <a:solidFill>
                    <a:srgbClr val="33CC33"/>
                  </a:solidFill>
                  <a:latin typeface="Courier New" panose="02070309020205020404" pitchFamily="49" charset="0"/>
                </a:rPr>
                <a:t>// Calls member function setTime to set variables.</a:t>
              </a:r>
              <a:endParaRPr lang="en-US" sz="1200" b="1">
                <a:latin typeface="Courier New" panose="02070309020205020404" pitchFamily="49" charset="0"/>
              </a:endParaRP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56332" name="Group 34"/>
          <p:cNvGrpSpPr>
            <a:grpSpLocks/>
          </p:cNvGrpSpPr>
          <p:nvPr/>
        </p:nvGrpSpPr>
        <p:grpSpPr bwMode="auto">
          <a:xfrm>
            <a:off x="0" y="2211388"/>
            <a:ext cx="6781800" cy="222250"/>
            <a:chOff x="0" y="3740"/>
            <a:chExt cx="3072" cy="374"/>
          </a:xfrm>
        </p:grpSpPr>
        <p:sp>
          <p:nvSpPr>
            <p:cNvPr id="56396" name="Rectangle 35"/>
            <p:cNvSpPr>
              <a:spLocks noChangeArrowheads="1"/>
            </p:cNvSpPr>
            <p:nvPr/>
          </p:nvSpPr>
          <p:spPr bwMode="auto">
            <a:xfrm>
              <a:off x="0" y="3771"/>
              <a:ext cx="3072" cy="31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56397" name="Rectangle 36"/>
            <p:cNvSpPr>
              <a:spLocks noChangeArrowheads="1"/>
            </p:cNvSpPr>
            <p:nvPr/>
          </p:nvSpPr>
          <p:spPr bwMode="auto">
            <a:xfrm>
              <a:off x="0" y="3740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 dirty="0">
                  <a:solidFill>
                    <a:srgbClr val="4D8DFF"/>
                  </a:solidFill>
                  <a:latin typeface="Courier New" panose="02070309020205020404" pitchFamily="49" charset="0"/>
                </a:rPr>
                <a:t>	44	</a:t>
              </a:r>
              <a:r>
                <a:rPr lang="en-US" sz="1200" b="1" dirty="0">
                  <a:solidFill>
                    <a:srgbClr val="33CC33"/>
                  </a:solidFill>
                  <a:latin typeface="Courier New" panose="02070309020205020404" pitchFamily="49" charset="0"/>
                </a:rPr>
                <a:t>// Default values are 0 (see class definition).</a:t>
              </a:r>
              <a:endParaRPr lang="en-US" sz="1200" b="1" dirty="0">
                <a:latin typeface="Courier New" panose="02070309020205020404" pitchFamily="49" charset="0"/>
              </a:endParaRPr>
            </a:p>
            <a:p>
              <a:pPr eaLnBrk="1" hangingPunct="1"/>
              <a:endParaRPr lang="en-US" sz="1200" b="1" dirty="0">
                <a:latin typeface="Courier New" panose="02070309020205020404" pitchFamily="49" charset="0"/>
              </a:endParaRPr>
            </a:p>
          </p:txBody>
        </p:sp>
      </p:grpSp>
      <p:grpSp>
        <p:nvGrpSpPr>
          <p:cNvPr id="56333" name="Group 37"/>
          <p:cNvGrpSpPr>
            <a:grpSpLocks/>
          </p:cNvGrpSpPr>
          <p:nvPr/>
        </p:nvGrpSpPr>
        <p:grpSpPr bwMode="auto">
          <a:xfrm>
            <a:off x="0" y="2433638"/>
            <a:ext cx="6781800" cy="220662"/>
            <a:chOff x="0" y="4114"/>
            <a:chExt cx="3072" cy="374"/>
          </a:xfrm>
        </p:grpSpPr>
        <p:sp>
          <p:nvSpPr>
            <p:cNvPr id="56394" name="Rectangle 38"/>
            <p:cNvSpPr>
              <a:spLocks noChangeArrowheads="1"/>
            </p:cNvSpPr>
            <p:nvPr/>
          </p:nvSpPr>
          <p:spPr bwMode="auto">
            <a:xfrm>
              <a:off x="0" y="4145"/>
              <a:ext cx="3072" cy="31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56395" name="Rectangle 39"/>
            <p:cNvSpPr>
              <a:spLocks noChangeArrowheads="1"/>
            </p:cNvSpPr>
            <p:nvPr/>
          </p:nvSpPr>
          <p:spPr bwMode="auto">
            <a:xfrm>
              <a:off x="0" y="4114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45	</a:t>
              </a:r>
              <a:r>
                <a:rPr lang="en-US" sz="1200" b="1">
                  <a:latin typeface="Courier New" panose="02070309020205020404" pitchFamily="49" charset="0"/>
                </a:rPr>
                <a:t>Time::Time( </a:t>
              </a:r>
              <a:r>
                <a:rPr lang="en-US" sz="1200" b="1">
                  <a:solidFill>
                    <a:srgbClr val="275AFF"/>
                  </a:solidFill>
                  <a:latin typeface="Courier New" panose="02070309020205020404" pitchFamily="49" charset="0"/>
                </a:rPr>
                <a:t>int</a:t>
              </a:r>
              <a:r>
                <a:rPr lang="en-US" sz="1200" b="1">
                  <a:latin typeface="Courier New" panose="02070309020205020404" pitchFamily="49" charset="0"/>
                </a:rPr>
                <a:t> hr, </a:t>
              </a:r>
              <a:r>
                <a:rPr lang="en-US" sz="1200" b="1">
                  <a:solidFill>
                    <a:srgbClr val="275AFF"/>
                  </a:solidFill>
                  <a:latin typeface="Courier New" panose="02070309020205020404" pitchFamily="49" charset="0"/>
                </a:rPr>
                <a:t>int</a:t>
              </a:r>
              <a:r>
                <a:rPr lang="en-US" sz="1200" b="1">
                  <a:latin typeface="Courier New" panose="02070309020205020404" pitchFamily="49" charset="0"/>
                </a:rPr>
                <a:t> min, </a:t>
              </a:r>
              <a:r>
                <a:rPr lang="en-US" sz="1200" b="1">
                  <a:solidFill>
                    <a:srgbClr val="275AFF"/>
                  </a:solidFill>
                  <a:latin typeface="Courier New" panose="02070309020205020404" pitchFamily="49" charset="0"/>
                </a:rPr>
                <a:t>int</a:t>
              </a:r>
              <a:r>
                <a:rPr lang="en-US" sz="1200" b="1">
                  <a:latin typeface="Courier New" panose="02070309020205020404" pitchFamily="49" charset="0"/>
                </a:rPr>
                <a:t> sec ) </a:t>
              </a: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56334" name="Group 40"/>
          <p:cNvGrpSpPr>
            <a:grpSpLocks/>
          </p:cNvGrpSpPr>
          <p:nvPr/>
        </p:nvGrpSpPr>
        <p:grpSpPr bwMode="auto">
          <a:xfrm>
            <a:off x="0" y="2654300"/>
            <a:ext cx="6781800" cy="222250"/>
            <a:chOff x="0" y="4488"/>
            <a:chExt cx="3072" cy="374"/>
          </a:xfrm>
        </p:grpSpPr>
        <p:sp>
          <p:nvSpPr>
            <p:cNvPr id="56392" name="Rectangle 41"/>
            <p:cNvSpPr>
              <a:spLocks noChangeArrowheads="1"/>
            </p:cNvSpPr>
            <p:nvPr/>
          </p:nvSpPr>
          <p:spPr bwMode="auto">
            <a:xfrm>
              <a:off x="0" y="4519"/>
              <a:ext cx="3072" cy="31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56393" name="Rectangle 42"/>
            <p:cNvSpPr>
              <a:spLocks noChangeArrowheads="1"/>
            </p:cNvSpPr>
            <p:nvPr/>
          </p:nvSpPr>
          <p:spPr bwMode="auto">
            <a:xfrm>
              <a:off x="0" y="4488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46	</a:t>
              </a:r>
              <a:r>
                <a:rPr lang="en-US" sz="1200" b="1">
                  <a:latin typeface="Courier New" panose="02070309020205020404" pitchFamily="49" charset="0"/>
                </a:rPr>
                <a:t>   { setTime( hr, min, sec ); }</a:t>
              </a: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56335" name="Group 43"/>
          <p:cNvGrpSpPr>
            <a:grpSpLocks/>
          </p:cNvGrpSpPr>
          <p:nvPr/>
        </p:nvGrpSpPr>
        <p:grpSpPr bwMode="auto">
          <a:xfrm>
            <a:off x="0" y="2876550"/>
            <a:ext cx="6781800" cy="220663"/>
            <a:chOff x="0" y="4862"/>
            <a:chExt cx="3072" cy="374"/>
          </a:xfrm>
        </p:grpSpPr>
        <p:sp>
          <p:nvSpPr>
            <p:cNvPr id="56390" name="Rectangle 44"/>
            <p:cNvSpPr>
              <a:spLocks noChangeArrowheads="1"/>
            </p:cNvSpPr>
            <p:nvPr/>
          </p:nvSpPr>
          <p:spPr bwMode="auto">
            <a:xfrm>
              <a:off x="0" y="4893"/>
              <a:ext cx="3072" cy="31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56391" name="Rectangle 45"/>
            <p:cNvSpPr>
              <a:spLocks noChangeArrowheads="1"/>
            </p:cNvSpPr>
            <p:nvPr/>
          </p:nvSpPr>
          <p:spPr bwMode="auto">
            <a:xfrm>
              <a:off x="0" y="4862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47	</a:t>
              </a:r>
              <a:endParaRPr lang="en-US" sz="1200" b="1">
                <a:latin typeface="Courier New" panose="02070309020205020404" pitchFamily="49" charset="0"/>
              </a:endParaRP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56336" name="Group 46"/>
          <p:cNvGrpSpPr>
            <a:grpSpLocks/>
          </p:cNvGrpSpPr>
          <p:nvPr/>
        </p:nvGrpSpPr>
        <p:grpSpPr bwMode="auto">
          <a:xfrm>
            <a:off x="0" y="3097213"/>
            <a:ext cx="6781800" cy="220662"/>
            <a:chOff x="0" y="5236"/>
            <a:chExt cx="3072" cy="374"/>
          </a:xfrm>
        </p:grpSpPr>
        <p:sp>
          <p:nvSpPr>
            <p:cNvPr id="56388" name="Rectangle 47"/>
            <p:cNvSpPr>
              <a:spLocks noChangeArrowheads="1"/>
            </p:cNvSpPr>
            <p:nvPr/>
          </p:nvSpPr>
          <p:spPr bwMode="auto">
            <a:xfrm>
              <a:off x="0" y="5267"/>
              <a:ext cx="3072" cy="31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56389" name="Rectangle 48"/>
            <p:cNvSpPr>
              <a:spLocks noChangeArrowheads="1"/>
            </p:cNvSpPr>
            <p:nvPr/>
          </p:nvSpPr>
          <p:spPr bwMode="auto">
            <a:xfrm>
              <a:off x="0" y="5236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48	</a:t>
              </a:r>
              <a:r>
                <a:rPr lang="en-US" sz="1200" b="1">
                  <a:solidFill>
                    <a:srgbClr val="33CC33"/>
                  </a:solidFill>
                  <a:latin typeface="Courier New" panose="02070309020205020404" pitchFamily="49" charset="0"/>
                </a:rPr>
                <a:t>// Set the values of hour, minute, and second.</a:t>
              </a:r>
              <a:endParaRPr lang="en-US" sz="1200" b="1">
                <a:latin typeface="Courier New" panose="02070309020205020404" pitchFamily="49" charset="0"/>
              </a:endParaRP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56337" name="Group 49"/>
          <p:cNvGrpSpPr>
            <a:grpSpLocks/>
          </p:cNvGrpSpPr>
          <p:nvPr/>
        </p:nvGrpSpPr>
        <p:grpSpPr bwMode="auto">
          <a:xfrm>
            <a:off x="0" y="3317875"/>
            <a:ext cx="6781800" cy="222250"/>
            <a:chOff x="0" y="5610"/>
            <a:chExt cx="3072" cy="374"/>
          </a:xfrm>
        </p:grpSpPr>
        <p:sp>
          <p:nvSpPr>
            <p:cNvPr id="56386" name="Rectangle 50"/>
            <p:cNvSpPr>
              <a:spLocks noChangeArrowheads="1"/>
            </p:cNvSpPr>
            <p:nvPr/>
          </p:nvSpPr>
          <p:spPr bwMode="auto">
            <a:xfrm>
              <a:off x="0" y="5641"/>
              <a:ext cx="3072" cy="31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56387" name="Rectangle 51"/>
            <p:cNvSpPr>
              <a:spLocks noChangeArrowheads="1"/>
            </p:cNvSpPr>
            <p:nvPr/>
          </p:nvSpPr>
          <p:spPr bwMode="auto">
            <a:xfrm>
              <a:off x="0" y="5610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49	</a:t>
              </a:r>
              <a:r>
                <a:rPr lang="en-US" sz="1200" b="1">
                  <a:latin typeface="Courier New" panose="02070309020205020404" pitchFamily="49" charset="0"/>
                </a:rPr>
                <a:t>Time &amp;Time::setTime( </a:t>
              </a:r>
              <a:r>
                <a:rPr lang="en-US" sz="1200" b="1">
                  <a:solidFill>
                    <a:srgbClr val="275AFF"/>
                  </a:solidFill>
                  <a:latin typeface="Courier New" panose="02070309020205020404" pitchFamily="49" charset="0"/>
                </a:rPr>
                <a:t>int</a:t>
              </a:r>
              <a:r>
                <a:rPr lang="en-US" sz="1200" b="1">
                  <a:latin typeface="Courier New" panose="02070309020205020404" pitchFamily="49" charset="0"/>
                </a:rPr>
                <a:t> h, </a:t>
              </a:r>
              <a:r>
                <a:rPr lang="en-US" sz="1200" b="1">
                  <a:solidFill>
                    <a:srgbClr val="275AFF"/>
                  </a:solidFill>
                  <a:latin typeface="Courier New" panose="02070309020205020404" pitchFamily="49" charset="0"/>
                </a:rPr>
                <a:t>int</a:t>
              </a:r>
              <a:r>
                <a:rPr lang="en-US" sz="1200" b="1">
                  <a:latin typeface="Courier New" panose="02070309020205020404" pitchFamily="49" charset="0"/>
                </a:rPr>
                <a:t> m, </a:t>
              </a:r>
              <a:r>
                <a:rPr lang="en-US" sz="1200" b="1">
                  <a:solidFill>
                    <a:srgbClr val="275AFF"/>
                  </a:solidFill>
                  <a:latin typeface="Courier New" panose="02070309020205020404" pitchFamily="49" charset="0"/>
                </a:rPr>
                <a:t>int</a:t>
              </a:r>
              <a:r>
                <a:rPr lang="en-US" sz="1200" b="1">
                  <a:latin typeface="Courier New" panose="02070309020205020404" pitchFamily="49" charset="0"/>
                </a:rPr>
                <a:t> s )</a:t>
              </a: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56338" name="Group 52"/>
          <p:cNvGrpSpPr>
            <a:grpSpLocks/>
          </p:cNvGrpSpPr>
          <p:nvPr/>
        </p:nvGrpSpPr>
        <p:grpSpPr bwMode="auto">
          <a:xfrm>
            <a:off x="0" y="3540125"/>
            <a:ext cx="6781800" cy="220663"/>
            <a:chOff x="0" y="5984"/>
            <a:chExt cx="3072" cy="374"/>
          </a:xfrm>
        </p:grpSpPr>
        <p:sp>
          <p:nvSpPr>
            <p:cNvPr id="56384" name="Rectangle 53"/>
            <p:cNvSpPr>
              <a:spLocks noChangeArrowheads="1"/>
            </p:cNvSpPr>
            <p:nvPr/>
          </p:nvSpPr>
          <p:spPr bwMode="auto">
            <a:xfrm>
              <a:off x="0" y="6015"/>
              <a:ext cx="3072" cy="31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56385" name="Rectangle 54"/>
            <p:cNvSpPr>
              <a:spLocks noChangeArrowheads="1"/>
            </p:cNvSpPr>
            <p:nvPr/>
          </p:nvSpPr>
          <p:spPr bwMode="auto">
            <a:xfrm>
              <a:off x="0" y="5984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50	</a:t>
              </a:r>
              <a:r>
                <a:rPr lang="en-US" sz="1200" b="1">
                  <a:latin typeface="Courier New" panose="02070309020205020404" pitchFamily="49" charset="0"/>
                </a:rPr>
                <a:t>{</a:t>
              </a: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56339" name="Group 55"/>
          <p:cNvGrpSpPr>
            <a:grpSpLocks/>
          </p:cNvGrpSpPr>
          <p:nvPr/>
        </p:nvGrpSpPr>
        <p:grpSpPr bwMode="auto">
          <a:xfrm>
            <a:off x="0" y="3760788"/>
            <a:ext cx="6781800" cy="220662"/>
            <a:chOff x="0" y="6358"/>
            <a:chExt cx="3072" cy="374"/>
          </a:xfrm>
        </p:grpSpPr>
        <p:sp>
          <p:nvSpPr>
            <p:cNvPr id="56382" name="Rectangle 56"/>
            <p:cNvSpPr>
              <a:spLocks noChangeArrowheads="1"/>
            </p:cNvSpPr>
            <p:nvPr/>
          </p:nvSpPr>
          <p:spPr bwMode="auto">
            <a:xfrm>
              <a:off x="0" y="6389"/>
              <a:ext cx="3072" cy="31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56383" name="Rectangle 57"/>
            <p:cNvSpPr>
              <a:spLocks noChangeArrowheads="1"/>
            </p:cNvSpPr>
            <p:nvPr/>
          </p:nvSpPr>
          <p:spPr bwMode="auto">
            <a:xfrm>
              <a:off x="0" y="6358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51	</a:t>
              </a:r>
              <a:r>
                <a:rPr lang="en-US" sz="1200" b="1">
                  <a:latin typeface="Courier New" panose="02070309020205020404" pitchFamily="49" charset="0"/>
                </a:rPr>
                <a:t>   setHour( h );</a:t>
              </a: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56340" name="Group 58"/>
          <p:cNvGrpSpPr>
            <a:grpSpLocks/>
          </p:cNvGrpSpPr>
          <p:nvPr/>
        </p:nvGrpSpPr>
        <p:grpSpPr bwMode="auto">
          <a:xfrm>
            <a:off x="0" y="3981450"/>
            <a:ext cx="6781800" cy="222250"/>
            <a:chOff x="0" y="6732"/>
            <a:chExt cx="3072" cy="374"/>
          </a:xfrm>
        </p:grpSpPr>
        <p:sp>
          <p:nvSpPr>
            <p:cNvPr id="56380" name="Rectangle 59"/>
            <p:cNvSpPr>
              <a:spLocks noChangeArrowheads="1"/>
            </p:cNvSpPr>
            <p:nvPr/>
          </p:nvSpPr>
          <p:spPr bwMode="auto">
            <a:xfrm>
              <a:off x="0" y="6763"/>
              <a:ext cx="3072" cy="31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56381" name="Rectangle 60"/>
            <p:cNvSpPr>
              <a:spLocks noChangeArrowheads="1"/>
            </p:cNvSpPr>
            <p:nvPr/>
          </p:nvSpPr>
          <p:spPr bwMode="auto">
            <a:xfrm>
              <a:off x="0" y="6732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52	</a:t>
              </a:r>
              <a:r>
                <a:rPr lang="en-US" sz="1200" b="1">
                  <a:latin typeface="Courier New" panose="02070309020205020404" pitchFamily="49" charset="0"/>
                </a:rPr>
                <a:t>   setMinute( m );</a:t>
              </a: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56341" name="Group 61"/>
          <p:cNvGrpSpPr>
            <a:grpSpLocks/>
          </p:cNvGrpSpPr>
          <p:nvPr/>
        </p:nvGrpSpPr>
        <p:grpSpPr bwMode="auto">
          <a:xfrm>
            <a:off x="0" y="4203700"/>
            <a:ext cx="6781800" cy="220663"/>
            <a:chOff x="0" y="7106"/>
            <a:chExt cx="3072" cy="374"/>
          </a:xfrm>
        </p:grpSpPr>
        <p:sp>
          <p:nvSpPr>
            <p:cNvPr id="56378" name="Rectangle 62"/>
            <p:cNvSpPr>
              <a:spLocks noChangeArrowheads="1"/>
            </p:cNvSpPr>
            <p:nvPr/>
          </p:nvSpPr>
          <p:spPr bwMode="auto">
            <a:xfrm>
              <a:off x="0" y="7137"/>
              <a:ext cx="3072" cy="31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56379" name="Rectangle 63"/>
            <p:cNvSpPr>
              <a:spLocks noChangeArrowheads="1"/>
            </p:cNvSpPr>
            <p:nvPr/>
          </p:nvSpPr>
          <p:spPr bwMode="auto">
            <a:xfrm>
              <a:off x="0" y="7106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53	</a:t>
              </a:r>
              <a:r>
                <a:rPr lang="en-US" sz="1200" b="1">
                  <a:latin typeface="Courier New" panose="02070309020205020404" pitchFamily="49" charset="0"/>
                </a:rPr>
                <a:t>   setSecond( s ); </a:t>
              </a: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56342" name="Group 64"/>
          <p:cNvGrpSpPr>
            <a:grpSpLocks/>
          </p:cNvGrpSpPr>
          <p:nvPr/>
        </p:nvGrpSpPr>
        <p:grpSpPr bwMode="auto">
          <a:xfrm>
            <a:off x="0" y="4424363"/>
            <a:ext cx="6781800" cy="222250"/>
            <a:chOff x="0" y="7480"/>
            <a:chExt cx="3072" cy="374"/>
          </a:xfrm>
        </p:grpSpPr>
        <p:sp>
          <p:nvSpPr>
            <p:cNvPr id="56376" name="Rectangle 65"/>
            <p:cNvSpPr>
              <a:spLocks noChangeArrowheads="1"/>
            </p:cNvSpPr>
            <p:nvPr/>
          </p:nvSpPr>
          <p:spPr bwMode="auto">
            <a:xfrm>
              <a:off x="0" y="7511"/>
              <a:ext cx="3072" cy="31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56377" name="Rectangle 66"/>
            <p:cNvSpPr>
              <a:spLocks noChangeArrowheads="1"/>
            </p:cNvSpPr>
            <p:nvPr/>
          </p:nvSpPr>
          <p:spPr bwMode="auto">
            <a:xfrm>
              <a:off x="0" y="7480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 dirty="0">
                  <a:solidFill>
                    <a:srgbClr val="4D8DFF"/>
                  </a:solidFill>
                  <a:latin typeface="Courier New" panose="02070309020205020404" pitchFamily="49" charset="0"/>
                </a:rPr>
                <a:t>	54	</a:t>
              </a:r>
              <a:r>
                <a:rPr lang="en-US" sz="1200" b="1" dirty="0">
                  <a:latin typeface="Courier New" panose="02070309020205020404" pitchFamily="49" charset="0"/>
                </a:rPr>
                <a:t>   </a:t>
              </a:r>
              <a:r>
                <a:rPr lang="en-US" sz="1200" b="1" dirty="0">
                  <a:solidFill>
                    <a:srgbClr val="275AFF"/>
                  </a:solidFill>
                  <a:latin typeface="Courier New" panose="02070309020205020404" pitchFamily="49" charset="0"/>
                </a:rPr>
                <a:t>return</a:t>
              </a:r>
              <a:r>
                <a:rPr lang="en-US" sz="1200" b="1" dirty="0">
                  <a:latin typeface="Courier New" panose="02070309020205020404" pitchFamily="49" charset="0"/>
                </a:rPr>
                <a:t> *this;  </a:t>
              </a:r>
              <a:r>
                <a:rPr lang="en-US" sz="1200" b="1" dirty="0">
                  <a:solidFill>
                    <a:srgbClr val="33CC33"/>
                  </a:solidFill>
                  <a:latin typeface="Courier New" panose="02070309020205020404" pitchFamily="49" charset="0"/>
                </a:rPr>
                <a:t> // enables cascading</a:t>
              </a:r>
              <a:endParaRPr lang="en-US" sz="1200" b="1" dirty="0">
                <a:latin typeface="Courier New" panose="02070309020205020404" pitchFamily="49" charset="0"/>
              </a:endParaRPr>
            </a:p>
            <a:p>
              <a:pPr eaLnBrk="1" hangingPunct="1"/>
              <a:endParaRPr lang="en-US" sz="1200" b="1" dirty="0">
                <a:latin typeface="Courier New" panose="02070309020205020404" pitchFamily="49" charset="0"/>
              </a:endParaRPr>
            </a:p>
          </p:txBody>
        </p:sp>
      </p:grpSp>
      <p:grpSp>
        <p:nvGrpSpPr>
          <p:cNvPr id="56343" name="Group 67"/>
          <p:cNvGrpSpPr>
            <a:grpSpLocks/>
          </p:cNvGrpSpPr>
          <p:nvPr/>
        </p:nvGrpSpPr>
        <p:grpSpPr bwMode="auto">
          <a:xfrm>
            <a:off x="0" y="4646613"/>
            <a:ext cx="6781800" cy="220662"/>
            <a:chOff x="0" y="7854"/>
            <a:chExt cx="3072" cy="374"/>
          </a:xfrm>
        </p:grpSpPr>
        <p:sp>
          <p:nvSpPr>
            <p:cNvPr id="56374" name="Rectangle 68"/>
            <p:cNvSpPr>
              <a:spLocks noChangeArrowheads="1"/>
            </p:cNvSpPr>
            <p:nvPr/>
          </p:nvSpPr>
          <p:spPr bwMode="auto">
            <a:xfrm>
              <a:off x="0" y="7885"/>
              <a:ext cx="3072" cy="31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56375" name="Rectangle 69"/>
            <p:cNvSpPr>
              <a:spLocks noChangeArrowheads="1"/>
            </p:cNvSpPr>
            <p:nvPr/>
          </p:nvSpPr>
          <p:spPr bwMode="auto">
            <a:xfrm>
              <a:off x="0" y="7854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55	</a:t>
              </a:r>
              <a:r>
                <a:rPr lang="en-US" sz="1200" b="1">
                  <a:latin typeface="Courier New" panose="02070309020205020404" pitchFamily="49" charset="0"/>
                </a:rPr>
                <a:t>}</a:t>
              </a: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56344" name="Group 70"/>
          <p:cNvGrpSpPr>
            <a:grpSpLocks/>
          </p:cNvGrpSpPr>
          <p:nvPr/>
        </p:nvGrpSpPr>
        <p:grpSpPr bwMode="auto">
          <a:xfrm>
            <a:off x="0" y="4867275"/>
            <a:ext cx="6781800" cy="220663"/>
            <a:chOff x="0" y="8228"/>
            <a:chExt cx="3072" cy="374"/>
          </a:xfrm>
        </p:grpSpPr>
        <p:sp>
          <p:nvSpPr>
            <p:cNvPr id="56372" name="Rectangle 71"/>
            <p:cNvSpPr>
              <a:spLocks noChangeArrowheads="1"/>
            </p:cNvSpPr>
            <p:nvPr/>
          </p:nvSpPr>
          <p:spPr bwMode="auto">
            <a:xfrm>
              <a:off x="0" y="8259"/>
              <a:ext cx="3072" cy="31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56373" name="Rectangle 72"/>
            <p:cNvSpPr>
              <a:spLocks noChangeArrowheads="1"/>
            </p:cNvSpPr>
            <p:nvPr/>
          </p:nvSpPr>
          <p:spPr bwMode="auto">
            <a:xfrm>
              <a:off x="0" y="8228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56	</a:t>
              </a:r>
              <a:endParaRPr lang="en-US" sz="1200" b="1">
                <a:latin typeface="Courier New" panose="02070309020205020404" pitchFamily="49" charset="0"/>
              </a:endParaRP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56345" name="Group 73"/>
          <p:cNvGrpSpPr>
            <a:grpSpLocks/>
          </p:cNvGrpSpPr>
          <p:nvPr/>
        </p:nvGrpSpPr>
        <p:grpSpPr bwMode="auto">
          <a:xfrm>
            <a:off x="0" y="5087938"/>
            <a:ext cx="6781800" cy="222250"/>
            <a:chOff x="0" y="8602"/>
            <a:chExt cx="3072" cy="374"/>
          </a:xfrm>
        </p:grpSpPr>
        <p:sp>
          <p:nvSpPr>
            <p:cNvPr id="56370" name="Rectangle 74"/>
            <p:cNvSpPr>
              <a:spLocks noChangeArrowheads="1"/>
            </p:cNvSpPr>
            <p:nvPr/>
          </p:nvSpPr>
          <p:spPr bwMode="auto">
            <a:xfrm>
              <a:off x="0" y="8633"/>
              <a:ext cx="3072" cy="31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56371" name="Rectangle 75"/>
            <p:cNvSpPr>
              <a:spLocks noChangeArrowheads="1"/>
            </p:cNvSpPr>
            <p:nvPr/>
          </p:nvSpPr>
          <p:spPr bwMode="auto">
            <a:xfrm>
              <a:off x="0" y="8602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 dirty="0">
                  <a:solidFill>
                    <a:srgbClr val="4D8DFF"/>
                  </a:solidFill>
                  <a:latin typeface="Courier New" panose="02070309020205020404" pitchFamily="49" charset="0"/>
                </a:rPr>
                <a:t>	57	</a:t>
              </a:r>
              <a:r>
                <a:rPr lang="en-US" sz="1200" b="1" dirty="0">
                  <a:solidFill>
                    <a:srgbClr val="33CC33"/>
                  </a:solidFill>
                  <a:latin typeface="Courier New" panose="02070309020205020404" pitchFamily="49" charset="0"/>
                </a:rPr>
                <a:t>// Set the hour value</a:t>
              </a:r>
              <a:endParaRPr lang="en-US" sz="1200" b="1" dirty="0">
                <a:latin typeface="Courier New" panose="02070309020205020404" pitchFamily="49" charset="0"/>
              </a:endParaRPr>
            </a:p>
            <a:p>
              <a:pPr eaLnBrk="1" hangingPunct="1"/>
              <a:endParaRPr lang="en-US" sz="1200" b="1" dirty="0">
                <a:latin typeface="Courier New" panose="02070309020205020404" pitchFamily="49" charset="0"/>
              </a:endParaRPr>
            </a:p>
          </p:txBody>
        </p:sp>
      </p:grpSp>
      <p:grpSp>
        <p:nvGrpSpPr>
          <p:cNvPr id="56346" name="Group 76"/>
          <p:cNvGrpSpPr>
            <a:grpSpLocks/>
          </p:cNvGrpSpPr>
          <p:nvPr/>
        </p:nvGrpSpPr>
        <p:grpSpPr bwMode="auto">
          <a:xfrm>
            <a:off x="0" y="5310188"/>
            <a:ext cx="6781800" cy="220662"/>
            <a:chOff x="0" y="8976"/>
            <a:chExt cx="3072" cy="374"/>
          </a:xfrm>
        </p:grpSpPr>
        <p:sp>
          <p:nvSpPr>
            <p:cNvPr id="56368" name="Rectangle 77"/>
            <p:cNvSpPr>
              <a:spLocks noChangeArrowheads="1"/>
            </p:cNvSpPr>
            <p:nvPr/>
          </p:nvSpPr>
          <p:spPr bwMode="auto">
            <a:xfrm>
              <a:off x="0" y="9007"/>
              <a:ext cx="3072" cy="31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56369" name="Rectangle 78"/>
            <p:cNvSpPr>
              <a:spLocks noChangeArrowheads="1"/>
            </p:cNvSpPr>
            <p:nvPr/>
          </p:nvSpPr>
          <p:spPr bwMode="auto">
            <a:xfrm>
              <a:off x="0" y="8976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58	</a:t>
              </a:r>
              <a:r>
                <a:rPr lang="en-US" sz="1200" b="1">
                  <a:latin typeface="Courier New" panose="02070309020205020404" pitchFamily="49" charset="0"/>
                </a:rPr>
                <a:t>Time &amp;Time::setHour( </a:t>
              </a:r>
              <a:r>
                <a:rPr lang="en-US" sz="1200" b="1">
                  <a:solidFill>
                    <a:srgbClr val="275AFF"/>
                  </a:solidFill>
                  <a:latin typeface="Courier New" panose="02070309020205020404" pitchFamily="49" charset="0"/>
                </a:rPr>
                <a:t>int</a:t>
              </a:r>
              <a:r>
                <a:rPr lang="en-US" sz="1200" b="1">
                  <a:latin typeface="Courier New" panose="02070309020205020404" pitchFamily="49" charset="0"/>
                </a:rPr>
                <a:t> h )</a:t>
              </a: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56347" name="Group 79"/>
          <p:cNvGrpSpPr>
            <a:grpSpLocks/>
          </p:cNvGrpSpPr>
          <p:nvPr/>
        </p:nvGrpSpPr>
        <p:grpSpPr bwMode="auto">
          <a:xfrm>
            <a:off x="0" y="5530850"/>
            <a:ext cx="6781800" cy="222250"/>
            <a:chOff x="0" y="9350"/>
            <a:chExt cx="3072" cy="374"/>
          </a:xfrm>
        </p:grpSpPr>
        <p:sp>
          <p:nvSpPr>
            <p:cNvPr id="56366" name="Rectangle 80"/>
            <p:cNvSpPr>
              <a:spLocks noChangeArrowheads="1"/>
            </p:cNvSpPr>
            <p:nvPr/>
          </p:nvSpPr>
          <p:spPr bwMode="auto">
            <a:xfrm>
              <a:off x="0" y="9381"/>
              <a:ext cx="3072" cy="31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56367" name="Rectangle 81"/>
            <p:cNvSpPr>
              <a:spLocks noChangeArrowheads="1"/>
            </p:cNvSpPr>
            <p:nvPr/>
          </p:nvSpPr>
          <p:spPr bwMode="auto">
            <a:xfrm>
              <a:off x="0" y="9350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59	</a:t>
              </a:r>
              <a:r>
                <a:rPr lang="en-US" sz="1200" b="1">
                  <a:latin typeface="Courier New" panose="02070309020205020404" pitchFamily="49" charset="0"/>
                </a:rPr>
                <a:t>{</a:t>
              </a: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56348" name="Group 82"/>
          <p:cNvGrpSpPr>
            <a:grpSpLocks/>
          </p:cNvGrpSpPr>
          <p:nvPr/>
        </p:nvGrpSpPr>
        <p:grpSpPr bwMode="auto">
          <a:xfrm>
            <a:off x="0" y="5753100"/>
            <a:ext cx="6781800" cy="220663"/>
            <a:chOff x="0" y="9724"/>
            <a:chExt cx="3072" cy="374"/>
          </a:xfrm>
        </p:grpSpPr>
        <p:sp>
          <p:nvSpPr>
            <p:cNvPr id="56364" name="Rectangle 83"/>
            <p:cNvSpPr>
              <a:spLocks noChangeArrowheads="1"/>
            </p:cNvSpPr>
            <p:nvPr/>
          </p:nvSpPr>
          <p:spPr bwMode="auto">
            <a:xfrm>
              <a:off x="0" y="9755"/>
              <a:ext cx="3072" cy="31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56365" name="Rectangle 84"/>
            <p:cNvSpPr>
              <a:spLocks noChangeArrowheads="1"/>
            </p:cNvSpPr>
            <p:nvPr/>
          </p:nvSpPr>
          <p:spPr bwMode="auto">
            <a:xfrm>
              <a:off x="0" y="9724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60	</a:t>
              </a:r>
              <a:r>
                <a:rPr lang="en-US" sz="1200" b="1">
                  <a:latin typeface="Courier New" panose="02070309020205020404" pitchFamily="49" charset="0"/>
                </a:rPr>
                <a:t>   hour = ( h &gt;= 0 &amp;&amp; h &lt; 24 ) ? h : 0;</a:t>
              </a: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56349" name="Group 85"/>
          <p:cNvGrpSpPr>
            <a:grpSpLocks/>
          </p:cNvGrpSpPr>
          <p:nvPr/>
        </p:nvGrpSpPr>
        <p:grpSpPr bwMode="auto">
          <a:xfrm>
            <a:off x="0" y="5973763"/>
            <a:ext cx="6781800" cy="220662"/>
            <a:chOff x="0" y="10098"/>
            <a:chExt cx="3072" cy="374"/>
          </a:xfrm>
        </p:grpSpPr>
        <p:sp>
          <p:nvSpPr>
            <p:cNvPr id="56362" name="Rectangle 86"/>
            <p:cNvSpPr>
              <a:spLocks noChangeArrowheads="1"/>
            </p:cNvSpPr>
            <p:nvPr/>
          </p:nvSpPr>
          <p:spPr bwMode="auto">
            <a:xfrm>
              <a:off x="0" y="10129"/>
              <a:ext cx="3072" cy="31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56363" name="Rectangle 87"/>
            <p:cNvSpPr>
              <a:spLocks noChangeArrowheads="1"/>
            </p:cNvSpPr>
            <p:nvPr/>
          </p:nvSpPr>
          <p:spPr bwMode="auto">
            <a:xfrm>
              <a:off x="0" y="10098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61	</a:t>
              </a:r>
              <a:endParaRPr lang="en-US" sz="1200" b="1">
                <a:latin typeface="Courier New" panose="02070309020205020404" pitchFamily="49" charset="0"/>
              </a:endParaRP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56350" name="Group 88"/>
          <p:cNvGrpSpPr>
            <a:grpSpLocks/>
          </p:cNvGrpSpPr>
          <p:nvPr/>
        </p:nvGrpSpPr>
        <p:grpSpPr bwMode="auto">
          <a:xfrm>
            <a:off x="0" y="6194425"/>
            <a:ext cx="6781800" cy="222250"/>
            <a:chOff x="0" y="10472"/>
            <a:chExt cx="3072" cy="374"/>
          </a:xfrm>
        </p:grpSpPr>
        <p:sp>
          <p:nvSpPr>
            <p:cNvPr id="56360" name="Rectangle 89"/>
            <p:cNvSpPr>
              <a:spLocks noChangeArrowheads="1"/>
            </p:cNvSpPr>
            <p:nvPr/>
          </p:nvSpPr>
          <p:spPr bwMode="auto">
            <a:xfrm>
              <a:off x="0" y="10503"/>
              <a:ext cx="3072" cy="31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56361" name="Rectangle 90"/>
            <p:cNvSpPr>
              <a:spLocks noChangeArrowheads="1"/>
            </p:cNvSpPr>
            <p:nvPr/>
          </p:nvSpPr>
          <p:spPr bwMode="auto">
            <a:xfrm>
              <a:off x="0" y="10472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62	</a:t>
              </a:r>
              <a:r>
                <a:rPr lang="en-US" sz="1200" b="1">
                  <a:latin typeface="Courier New" panose="02070309020205020404" pitchFamily="49" charset="0"/>
                </a:rPr>
                <a:t>   </a:t>
              </a:r>
              <a:r>
                <a:rPr lang="en-US" sz="1200" b="1">
                  <a:solidFill>
                    <a:srgbClr val="275AFF"/>
                  </a:solidFill>
                  <a:latin typeface="Courier New" panose="02070309020205020404" pitchFamily="49" charset="0"/>
                </a:rPr>
                <a:t>return</a:t>
              </a:r>
              <a:r>
                <a:rPr lang="en-US" sz="1200" b="1">
                  <a:latin typeface="Courier New" panose="02070309020205020404" pitchFamily="49" charset="0"/>
                </a:rPr>
                <a:t> *this;   </a:t>
              </a:r>
              <a:r>
                <a:rPr lang="en-US" sz="1200" b="1">
                  <a:solidFill>
                    <a:srgbClr val="33CC33"/>
                  </a:solidFill>
                  <a:latin typeface="Courier New" panose="02070309020205020404" pitchFamily="49" charset="0"/>
                </a:rPr>
                <a:t>// enables cascading</a:t>
              </a:r>
              <a:endParaRPr lang="en-US" sz="1200" b="1">
                <a:latin typeface="Courier New" panose="02070309020205020404" pitchFamily="49" charset="0"/>
              </a:endParaRP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56351" name="Group 91"/>
          <p:cNvGrpSpPr>
            <a:grpSpLocks/>
          </p:cNvGrpSpPr>
          <p:nvPr/>
        </p:nvGrpSpPr>
        <p:grpSpPr bwMode="auto">
          <a:xfrm>
            <a:off x="0" y="6416675"/>
            <a:ext cx="6781800" cy="220663"/>
            <a:chOff x="0" y="10846"/>
            <a:chExt cx="3072" cy="374"/>
          </a:xfrm>
        </p:grpSpPr>
        <p:sp>
          <p:nvSpPr>
            <p:cNvPr id="56358" name="Rectangle 92"/>
            <p:cNvSpPr>
              <a:spLocks noChangeArrowheads="1"/>
            </p:cNvSpPr>
            <p:nvPr/>
          </p:nvSpPr>
          <p:spPr bwMode="auto">
            <a:xfrm>
              <a:off x="0" y="10877"/>
              <a:ext cx="3072" cy="31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56359" name="Rectangle 93"/>
            <p:cNvSpPr>
              <a:spLocks noChangeArrowheads="1"/>
            </p:cNvSpPr>
            <p:nvPr/>
          </p:nvSpPr>
          <p:spPr bwMode="auto">
            <a:xfrm>
              <a:off x="0" y="10846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63	</a:t>
              </a:r>
              <a:r>
                <a:rPr lang="en-US" sz="1200" b="1">
                  <a:latin typeface="Courier New" panose="02070309020205020404" pitchFamily="49" charset="0"/>
                </a:rPr>
                <a:t>}</a:t>
              </a: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56352" name="Group 94"/>
          <p:cNvGrpSpPr>
            <a:grpSpLocks/>
          </p:cNvGrpSpPr>
          <p:nvPr/>
        </p:nvGrpSpPr>
        <p:grpSpPr bwMode="auto">
          <a:xfrm>
            <a:off x="0" y="6637338"/>
            <a:ext cx="6781800" cy="220662"/>
            <a:chOff x="0" y="11220"/>
            <a:chExt cx="3072" cy="374"/>
          </a:xfrm>
        </p:grpSpPr>
        <p:sp>
          <p:nvSpPr>
            <p:cNvPr id="56356" name="Rectangle 95"/>
            <p:cNvSpPr>
              <a:spLocks noChangeArrowheads="1"/>
            </p:cNvSpPr>
            <p:nvPr/>
          </p:nvSpPr>
          <p:spPr bwMode="auto">
            <a:xfrm>
              <a:off x="0" y="11251"/>
              <a:ext cx="3072" cy="31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56357" name="Rectangle 96"/>
            <p:cNvSpPr>
              <a:spLocks noChangeArrowheads="1"/>
            </p:cNvSpPr>
            <p:nvPr/>
          </p:nvSpPr>
          <p:spPr bwMode="auto">
            <a:xfrm>
              <a:off x="0" y="11220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64	</a:t>
              </a:r>
              <a:endParaRPr lang="en-US" sz="1200" b="1">
                <a:latin typeface="Courier New" panose="02070309020205020404" pitchFamily="49" charset="0"/>
              </a:endParaRP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56353" name="Group 103"/>
          <p:cNvGrpSpPr>
            <a:grpSpLocks/>
          </p:cNvGrpSpPr>
          <p:nvPr/>
        </p:nvGrpSpPr>
        <p:grpSpPr bwMode="auto">
          <a:xfrm>
            <a:off x="1828800" y="3176456"/>
            <a:ext cx="5934075" cy="1266825"/>
            <a:chOff x="342" y="288"/>
            <a:chExt cx="3738" cy="798"/>
          </a:xfrm>
        </p:grpSpPr>
        <p:sp>
          <p:nvSpPr>
            <p:cNvPr id="56354" name="Line 100"/>
            <p:cNvSpPr>
              <a:spLocks noChangeShapeType="1"/>
            </p:cNvSpPr>
            <p:nvPr/>
          </p:nvSpPr>
          <p:spPr bwMode="auto">
            <a:xfrm flipH="1">
              <a:off x="342" y="480"/>
              <a:ext cx="2778" cy="60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 t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56355" name="Text Box 97"/>
            <p:cNvSpPr txBox="1">
              <a:spLocks noChangeArrowheads="1"/>
            </p:cNvSpPr>
            <p:nvPr/>
          </p:nvSpPr>
          <p:spPr bwMode="auto">
            <a:xfrm>
              <a:off x="2352" y="288"/>
              <a:ext cx="1728" cy="310"/>
            </a:xfrm>
            <a:prstGeom prst="rect">
              <a:avLst/>
            </a:prstGeom>
            <a:solidFill>
              <a:srgbClr val="99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t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600" dirty="0"/>
                <a:t>Returning </a:t>
              </a:r>
              <a:r>
                <a:rPr lang="en-US" sz="1600" b="1" dirty="0">
                  <a:latin typeface="Courier New" panose="02070309020205020404" pitchFamily="49" charset="0"/>
                </a:rPr>
                <a:t>*this</a:t>
              </a:r>
              <a:r>
                <a:rPr lang="en-US" sz="1600" dirty="0"/>
                <a:t> enables cascading function calls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113737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6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346" name="Group 3"/>
          <p:cNvGrpSpPr>
            <a:grpSpLocks/>
          </p:cNvGrpSpPr>
          <p:nvPr/>
        </p:nvGrpSpPr>
        <p:grpSpPr bwMode="auto">
          <a:xfrm>
            <a:off x="0" y="-23813"/>
            <a:ext cx="6781800" cy="6905626"/>
            <a:chOff x="0" y="-40"/>
            <a:chExt cx="3072" cy="11299"/>
          </a:xfrm>
        </p:grpSpPr>
        <p:grpSp>
          <p:nvGrpSpPr>
            <p:cNvPr id="57352" name="Group 4"/>
            <p:cNvGrpSpPr>
              <a:grpSpLocks/>
            </p:cNvGrpSpPr>
            <p:nvPr/>
          </p:nvGrpSpPr>
          <p:grpSpPr bwMode="auto">
            <a:xfrm>
              <a:off x="0" y="-40"/>
              <a:ext cx="3072" cy="453"/>
              <a:chOff x="0" y="-40"/>
              <a:chExt cx="3072" cy="453"/>
            </a:xfrm>
          </p:grpSpPr>
          <p:sp>
            <p:nvSpPr>
              <p:cNvPr id="57440" name="Rectangle 5"/>
              <p:cNvSpPr>
                <a:spLocks noChangeArrowheads="1"/>
              </p:cNvSpPr>
              <p:nvPr/>
            </p:nvSpPr>
            <p:spPr bwMode="auto">
              <a:xfrm>
                <a:off x="0" y="-40"/>
                <a:ext cx="3072" cy="453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200"/>
              </a:p>
            </p:txBody>
          </p:sp>
          <p:sp>
            <p:nvSpPr>
              <p:cNvPr id="57441" name="Rectangle 6"/>
              <p:cNvSpPr>
                <a:spLocks noChangeArrowheads="1"/>
              </p:cNvSpPr>
              <p:nvPr/>
            </p:nvSpPr>
            <p:spPr bwMode="auto">
              <a:xfrm>
                <a:off x="0" y="0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200" b="1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65	</a:t>
                </a:r>
                <a:r>
                  <a:rPr lang="en-US" sz="1200" b="1">
                    <a:solidFill>
                      <a:srgbClr val="33CC33"/>
                    </a:solidFill>
                    <a:latin typeface="Courier New" panose="02070309020205020404" pitchFamily="49" charset="0"/>
                  </a:rPr>
                  <a:t>// Set the minute value</a:t>
                </a:r>
                <a:endParaRPr lang="en-US" sz="1200" b="1">
                  <a:latin typeface="Courier New" panose="02070309020205020404" pitchFamily="49" charset="0"/>
                </a:endParaRPr>
              </a:p>
              <a:p>
                <a:pPr eaLnBrk="1" hangingPunct="1"/>
                <a:endParaRPr lang="en-US" sz="1200" b="1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57353" name="Group 7"/>
            <p:cNvGrpSpPr>
              <a:grpSpLocks/>
            </p:cNvGrpSpPr>
            <p:nvPr/>
          </p:nvGrpSpPr>
          <p:grpSpPr bwMode="auto">
            <a:xfrm>
              <a:off x="0" y="334"/>
              <a:ext cx="3072" cy="453"/>
              <a:chOff x="0" y="334"/>
              <a:chExt cx="3072" cy="453"/>
            </a:xfrm>
          </p:grpSpPr>
          <p:sp>
            <p:nvSpPr>
              <p:cNvPr id="57438" name="Rectangle 8"/>
              <p:cNvSpPr>
                <a:spLocks noChangeArrowheads="1"/>
              </p:cNvSpPr>
              <p:nvPr/>
            </p:nvSpPr>
            <p:spPr bwMode="auto">
              <a:xfrm>
                <a:off x="0" y="334"/>
                <a:ext cx="3072" cy="453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200"/>
              </a:p>
            </p:txBody>
          </p:sp>
          <p:sp>
            <p:nvSpPr>
              <p:cNvPr id="57439" name="Rectangle 9"/>
              <p:cNvSpPr>
                <a:spLocks noChangeArrowheads="1"/>
              </p:cNvSpPr>
              <p:nvPr/>
            </p:nvSpPr>
            <p:spPr bwMode="auto">
              <a:xfrm>
                <a:off x="0" y="374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200" b="1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66	</a:t>
                </a:r>
                <a:r>
                  <a:rPr lang="en-US" sz="1200" b="1">
                    <a:latin typeface="Courier New" panose="02070309020205020404" pitchFamily="49" charset="0"/>
                  </a:rPr>
                  <a:t>Time &amp;Time::setMinute( </a:t>
                </a:r>
                <a:r>
                  <a:rPr lang="en-US" sz="1200" b="1">
                    <a:solidFill>
                      <a:srgbClr val="275AFF"/>
                    </a:solidFill>
                    <a:latin typeface="Courier New" panose="02070309020205020404" pitchFamily="49" charset="0"/>
                  </a:rPr>
                  <a:t>int</a:t>
                </a:r>
                <a:r>
                  <a:rPr lang="en-US" sz="1200" b="1">
                    <a:latin typeface="Courier New" panose="02070309020205020404" pitchFamily="49" charset="0"/>
                  </a:rPr>
                  <a:t> m )</a:t>
                </a:r>
              </a:p>
              <a:p>
                <a:pPr eaLnBrk="1" hangingPunct="1"/>
                <a:endParaRPr lang="en-US" sz="1200" b="1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57354" name="Group 10"/>
            <p:cNvGrpSpPr>
              <a:grpSpLocks/>
            </p:cNvGrpSpPr>
            <p:nvPr/>
          </p:nvGrpSpPr>
          <p:grpSpPr bwMode="auto">
            <a:xfrm>
              <a:off x="0" y="708"/>
              <a:ext cx="3072" cy="453"/>
              <a:chOff x="0" y="708"/>
              <a:chExt cx="3072" cy="453"/>
            </a:xfrm>
          </p:grpSpPr>
          <p:sp>
            <p:nvSpPr>
              <p:cNvPr id="57436" name="Rectangle 11"/>
              <p:cNvSpPr>
                <a:spLocks noChangeArrowheads="1"/>
              </p:cNvSpPr>
              <p:nvPr/>
            </p:nvSpPr>
            <p:spPr bwMode="auto">
              <a:xfrm>
                <a:off x="0" y="708"/>
                <a:ext cx="3072" cy="453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200"/>
              </a:p>
            </p:txBody>
          </p:sp>
          <p:sp>
            <p:nvSpPr>
              <p:cNvPr id="57437" name="Rectangle 12"/>
              <p:cNvSpPr>
                <a:spLocks noChangeArrowheads="1"/>
              </p:cNvSpPr>
              <p:nvPr/>
            </p:nvSpPr>
            <p:spPr bwMode="auto">
              <a:xfrm>
                <a:off x="0" y="748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200" b="1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67	</a:t>
                </a:r>
                <a:r>
                  <a:rPr lang="en-US" sz="1200" b="1">
                    <a:latin typeface="Courier New" panose="02070309020205020404" pitchFamily="49" charset="0"/>
                  </a:rPr>
                  <a:t>{</a:t>
                </a:r>
              </a:p>
              <a:p>
                <a:pPr eaLnBrk="1" hangingPunct="1"/>
                <a:endParaRPr lang="en-US" sz="1200" b="1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57355" name="Group 13"/>
            <p:cNvGrpSpPr>
              <a:grpSpLocks/>
            </p:cNvGrpSpPr>
            <p:nvPr/>
          </p:nvGrpSpPr>
          <p:grpSpPr bwMode="auto">
            <a:xfrm>
              <a:off x="0" y="1082"/>
              <a:ext cx="3072" cy="453"/>
              <a:chOff x="0" y="1082"/>
              <a:chExt cx="3072" cy="453"/>
            </a:xfrm>
          </p:grpSpPr>
          <p:sp>
            <p:nvSpPr>
              <p:cNvPr id="57434" name="Rectangle 14"/>
              <p:cNvSpPr>
                <a:spLocks noChangeArrowheads="1"/>
              </p:cNvSpPr>
              <p:nvPr/>
            </p:nvSpPr>
            <p:spPr bwMode="auto">
              <a:xfrm>
                <a:off x="0" y="1082"/>
                <a:ext cx="3072" cy="453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200"/>
              </a:p>
            </p:txBody>
          </p:sp>
          <p:sp>
            <p:nvSpPr>
              <p:cNvPr id="57435" name="Rectangle 15"/>
              <p:cNvSpPr>
                <a:spLocks noChangeArrowheads="1"/>
              </p:cNvSpPr>
              <p:nvPr/>
            </p:nvSpPr>
            <p:spPr bwMode="auto">
              <a:xfrm>
                <a:off x="0" y="1122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200" b="1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68	</a:t>
                </a:r>
                <a:r>
                  <a:rPr lang="en-US" sz="1200" b="1">
                    <a:latin typeface="Courier New" panose="02070309020205020404" pitchFamily="49" charset="0"/>
                  </a:rPr>
                  <a:t>   minute = ( m &gt;= 0 &amp;&amp; m &lt; 60 ) ? m : 0;</a:t>
                </a:r>
              </a:p>
              <a:p>
                <a:pPr eaLnBrk="1" hangingPunct="1"/>
                <a:endParaRPr lang="en-US" sz="1200" b="1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57356" name="Group 16"/>
            <p:cNvGrpSpPr>
              <a:grpSpLocks/>
            </p:cNvGrpSpPr>
            <p:nvPr/>
          </p:nvGrpSpPr>
          <p:grpSpPr bwMode="auto">
            <a:xfrm>
              <a:off x="0" y="1456"/>
              <a:ext cx="3072" cy="453"/>
              <a:chOff x="0" y="1456"/>
              <a:chExt cx="3072" cy="453"/>
            </a:xfrm>
          </p:grpSpPr>
          <p:sp>
            <p:nvSpPr>
              <p:cNvPr id="57432" name="Rectangle 17"/>
              <p:cNvSpPr>
                <a:spLocks noChangeArrowheads="1"/>
              </p:cNvSpPr>
              <p:nvPr/>
            </p:nvSpPr>
            <p:spPr bwMode="auto">
              <a:xfrm>
                <a:off x="0" y="1456"/>
                <a:ext cx="3072" cy="453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200"/>
              </a:p>
            </p:txBody>
          </p:sp>
          <p:sp>
            <p:nvSpPr>
              <p:cNvPr id="57433" name="Rectangle 18"/>
              <p:cNvSpPr>
                <a:spLocks noChangeArrowheads="1"/>
              </p:cNvSpPr>
              <p:nvPr/>
            </p:nvSpPr>
            <p:spPr bwMode="auto">
              <a:xfrm>
                <a:off x="0" y="1496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200" b="1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69	</a:t>
                </a:r>
                <a:endParaRPr lang="en-US" sz="1200" b="1">
                  <a:latin typeface="Courier New" panose="02070309020205020404" pitchFamily="49" charset="0"/>
                </a:endParaRPr>
              </a:p>
              <a:p>
                <a:pPr eaLnBrk="1" hangingPunct="1"/>
                <a:endParaRPr lang="en-US" sz="1200" b="1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57357" name="Group 19"/>
            <p:cNvGrpSpPr>
              <a:grpSpLocks/>
            </p:cNvGrpSpPr>
            <p:nvPr/>
          </p:nvGrpSpPr>
          <p:grpSpPr bwMode="auto">
            <a:xfrm>
              <a:off x="0" y="1830"/>
              <a:ext cx="3072" cy="453"/>
              <a:chOff x="0" y="1830"/>
              <a:chExt cx="3072" cy="453"/>
            </a:xfrm>
          </p:grpSpPr>
          <p:sp>
            <p:nvSpPr>
              <p:cNvPr id="57430" name="Rectangle 20"/>
              <p:cNvSpPr>
                <a:spLocks noChangeArrowheads="1"/>
              </p:cNvSpPr>
              <p:nvPr/>
            </p:nvSpPr>
            <p:spPr bwMode="auto">
              <a:xfrm>
                <a:off x="0" y="1830"/>
                <a:ext cx="3072" cy="453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200"/>
              </a:p>
            </p:txBody>
          </p:sp>
          <p:sp>
            <p:nvSpPr>
              <p:cNvPr id="57431" name="Rectangle 21"/>
              <p:cNvSpPr>
                <a:spLocks noChangeArrowheads="1"/>
              </p:cNvSpPr>
              <p:nvPr/>
            </p:nvSpPr>
            <p:spPr bwMode="auto">
              <a:xfrm>
                <a:off x="0" y="1870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200" b="1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70	</a:t>
                </a:r>
                <a:r>
                  <a:rPr lang="en-US" sz="1200" b="1">
                    <a:latin typeface="Courier New" panose="02070309020205020404" pitchFamily="49" charset="0"/>
                  </a:rPr>
                  <a:t>   </a:t>
                </a:r>
                <a:r>
                  <a:rPr lang="en-US" sz="1200" b="1">
                    <a:solidFill>
                      <a:srgbClr val="275AFF"/>
                    </a:solidFill>
                    <a:latin typeface="Courier New" panose="02070309020205020404" pitchFamily="49" charset="0"/>
                  </a:rPr>
                  <a:t>return</a:t>
                </a:r>
                <a:r>
                  <a:rPr lang="en-US" sz="1200" b="1">
                    <a:latin typeface="Courier New" panose="02070309020205020404" pitchFamily="49" charset="0"/>
                  </a:rPr>
                  <a:t> *this;   </a:t>
                </a:r>
                <a:r>
                  <a:rPr lang="en-US" sz="1200" b="1">
                    <a:solidFill>
                      <a:srgbClr val="33CC33"/>
                    </a:solidFill>
                    <a:latin typeface="Courier New" panose="02070309020205020404" pitchFamily="49" charset="0"/>
                  </a:rPr>
                  <a:t>// enables cascading</a:t>
                </a:r>
                <a:endParaRPr lang="en-US" sz="1200" b="1">
                  <a:latin typeface="Courier New" panose="02070309020205020404" pitchFamily="49" charset="0"/>
                </a:endParaRPr>
              </a:p>
              <a:p>
                <a:pPr eaLnBrk="1" hangingPunct="1"/>
                <a:endParaRPr lang="en-US" sz="1200" b="1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57358" name="Group 22"/>
            <p:cNvGrpSpPr>
              <a:grpSpLocks/>
            </p:cNvGrpSpPr>
            <p:nvPr/>
          </p:nvGrpSpPr>
          <p:grpSpPr bwMode="auto">
            <a:xfrm>
              <a:off x="0" y="2204"/>
              <a:ext cx="3072" cy="453"/>
              <a:chOff x="0" y="2204"/>
              <a:chExt cx="3072" cy="453"/>
            </a:xfrm>
          </p:grpSpPr>
          <p:sp>
            <p:nvSpPr>
              <p:cNvPr id="57428" name="Rectangle 23"/>
              <p:cNvSpPr>
                <a:spLocks noChangeArrowheads="1"/>
              </p:cNvSpPr>
              <p:nvPr/>
            </p:nvSpPr>
            <p:spPr bwMode="auto">
              <a:xfrm>
                <a:off x="0" y="2204"/>
                <a:ext cx="3072" cy="453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200"/>
              </a:p>
            </p:txBody>
          </p:sp>
          <p:sp>
            <p:nvSpPr>
              <p:cNvPr id="57429" name="Rectangle 24"/>
              <p:cNvSpPr>
                <a:spLocks noChangeArrowheads="1"/>
              </p:cNvSpPr>
              <p:nvPr/>
            </p:nvSpPr>
            <p:spPr bwMode="auto">
              <a:xfrm>
                <a:off x="0" y="2244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200" b="1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71	</a:t>
                </a:r>
                <a:r>
                  <a:rPr lang="en-US" sz="1200" b="1">
                    <a:latin typeface="Courier New" panose="02070309020205020404" pitchFamily="49" charset="0"/>
                  </a:rPr>
                  <a:t>}</a:t>
                </a:r>
              </a:p>
              <a:p>
                <a:pPr eaLnBrk="1" hangingPunct="1"/>
                <a:endParaRPr lang="en-US" sz="1200" b="1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57359" name="Group 25"/>
            <p:cNvGrpSpPr>
              <a:grpSpLocks/>
            </p:cNvGrpSpPr>
            <p:nvPr/>
          </p:nvGrpSpPr>
          <p:grpSpPr bwMode="auto">
            <a:xfrm>
              <a:off x="0" y="2578"/>
              <a:ext cx="3072" cy="453"/>
              <a:chOff x="0" y="2578"/>
              <a:chExt cx="3072" cy="453"/>
            </a:xfrm>
          </p:grpSpPr>
          <p:sp>
            <p:nvSpPr>
              <p:cNvPr id="57426" name="Rectangle 26"/>
              <p:cNvSpPr>
                <a:spLocks noChangeArrowheads="1"/>
              </p:cNvSpPr>
              <p:nvPr/>
            </p:nvSpPr>
            <p:spPr bwMode="auto">
              <a:xfrm>
                <a:off x="0" y="2578"/>
                <a:ext cx="3072" cy="453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200"/>
              </a:p>
            </p:txBody>
          </p:sp>
          <p:sp>
            <p:nvSpPr>
              <p:cNvPr id="57427" name="Rectangle 27"/>
              <p:cNvSpPr>
                <a:spLocks noChangeArrowheads="1"/>
              </p:cNvSpPr>
              <p:nvPr/>
            </p:nvSpPr>
            <p:spPr bwMode="auto">
              <a:xfrm>
                <a:off x="0" y="2618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200" b="1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72	</a:t>
                </a:r>
                <a:endParaRPr lang="en-US" sz="1200" b="1">
                  <a:latin typeface="Courier New" panose="02070309020205020404" pitchFamily="49" charset="0"/>
                </a:endParaRPr>
              </a:p>
              <a:p>
                <a:pPr eaLnBrk="1" hangingPunct="1"/>
                <a:endParaRPr lang="en-US" sz="1200" b="1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57360" name="Group 28"/>
            <p:cNvGrpSpPr>
              <a:grpSpLocks/>
            </p:cNvGrpSpPr>
            <p:nvPr/>
          </p:nvGrpSpPr>
          <p:grpSpPr bwMode="auto">
            <a:xfrm>
              <a:off x="0" y="2952"/>
              <a:ext cx="3072" cy="453"/>
              <a:chOff x="0" y="2952"/>
              <a:chExt cx="3072" cy="453"/>
            </a:xfrm>
          </p:grpSpPr>
          <p:sp>
            <p:nvSpPr>
              <p:cNvPr id="57424" name="Rectangle 29"/>
              <p:cNvSpPr>
                <a:spLocks noChangeArrowheads="1"/>
              </p:cNvSpPr>
              <p:nvPr/>
            </p:nvSpPr>
            <p:spPr bwMode="auto">
              <a:xfrm>
                <a:off x="0" y="2952"/>
                <a:ext cx="3072" cy="453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200"/>
              </a:p>
            </p:txBody>
          </p:sp>
          <p:sp>
            <p:nvSpPr>
              <p:cNvPr id="57425" name="Rectangle 30"/>
              <p:cNvSpPr>
                <a:spLocks noChangeArrowheads="1"/>
              </p:cNvSpPr>
              <p:nvPr/>
            </p:nvSpPr>
            <p:spPr bwMode="auto">
              <a:xfrm>
                <a:off x="0" y="2992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200" b="1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73	</a:t>
                </a:r>
                <a:r>
                  <a:rPr lang="en-US" sz="1200" b="1">
                    <a:solidFill>
                      <a:srgbClr val="33CC33"/>
                    </a:solidFill>
                    <a:latin typeface="Courier New" panose="02070309020205020404" pitchFamily="49" charset="0"/>
                  </a:rPr>
                  <a:t>// Set the second value</a:t>
                </a:r>
                <a:endParaRPr lang="en-US" sz="1200" b="1">
                  <a:latin typeface="Courier New" panose="02070309020205020404" pitchFamily="49" charset="0"/>
                </a:endParaRPr>
              </a:p>
              <a:p>
                <a:pPr eaLnBrk="1" hangingPunct="1"/>
                <a:endParaRPr lang="en-US" sz="1200" b="1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57361" name="Group 31"/>
            <p:cNvGrpSpPr>
              <a:grpSpLocks/>
            </p:cNvGrpSpPr>
            <p:nvPr/>
          </p:nvGrpSpPr>
          <p:grpSpPr bwMode="auto">
            <a:xfrm>
              <a:off x="0" y="3326"/>
              <a:ext cx="3072" cy="453"/>
              <a:chOff x="0" y="3326"/>
              <a:chExt cx="3072" cy="453"/>
            </a:xfrm>
          </p:grpSpPr>
          <p:sp>
            <p:nvSpPr>
              <p:cNvPr id="57422" name="Rectangle 32"/>
              <p:cNvSpPr>
                <a:spLocks noChangeArrowheads="1"/>
              </p:cNvSpPr>
              <p:nvPr/>
            </p:nvSpPr>
            <p:spPr bwMode="auto">
              <a:xfrm>
                <a:off x="0" y="3326"/>
                <a:ext cx="3072" cy="453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200"/>
              </a:p>
            </p:txBody>
          </p:sp>
          <p:sp>
            <p:nvSpPr>
              <p:cNvPr id="57423" name="Rectangle 33"/>
              <p:cNvSpPr>
                <a:spLocks noChangeArrowheads="1"/>
              </p:cNvSpPr>
              <p:nvPr/>
            </p:nvSpPr>
            <p:spPr bwMode="auto">
              <a:xfrm>
                <a:off x="0" y="3366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200" b="1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74	</a:t>
                </a:r>
                <a:r>
                  <a:rPr lang="en-US" sz="1200" b="1">
                    <a:latin typeface="Courier New" panose="02070309020205020404" pitchFamily="49" charset="0"/>
                  </a:rPr>
                  <a:t>Time &amp;Time::setSecond( </a:t>
                </a:r>
                <a:r>
                  <a:rPr lang="en-US" sz="1200" b="1">
                    <a:solidFill>
                      <a:srgbClr val="275AFF"/>
                    </a:solidFill>
                    <a:latin typeface="Courier New" panose="02070309020205020404" pitchFamily="49" charset="0"/>
                  </a:rPr>
                  <a:t>int</a:t>
                </a:r>
                <a:r>
                  <a:rPr lang="en-US" sz="1200" b="1">
                    <a:latin typeface="Courier New" panose="02070309020205020404" pitchFamily="49" charset="0"/>
                  </a:rPr>
                  <a:t> s )</a:t>
                </a:r>
              </a:p>
              <a:p>
                <a:pPr eaLnBrk="1" hangingPunct="1"/>
                <a:endParaRPr lang="en-US" sz="1200" b="1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57362" name="Group 34"/>
            <p:cNvGrpSpPr>
              <a:grpSpLocks/>
            </p:cNvGrpSpPr>
            <p:nvPr/>
          </p:nvGrpSpPr>
          <p:grpSpPr bwMode="auto">
            <a:xfrm>
              <a:off x="0" y="3700"/>
              <a:ext cx="3072" cy="453"/>
              <a:chOff x="0" y="3700"/>
              <a:chExt cx="3072" cy="453"/>
            </a:xfrm>
          </p:grpSpPr>
          <p:sp>
            <p:nvSpPr>
              <p:cNvPr id="57420" name="Rectangle 35"/>
              <p:cNvSpPr>
                <a:spLocks noChangeArrowheads="1"/>
              </p:cNvSpPr>
              <p:nvPr/>
            </p:nvSpPr>
            <p:spPr bwMode="auto">
              <a:xfrm>
                <a:off x="0" y="3700"/>
                <a:ext cx="3072" cy="453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200"/>
              </a:p>
            </p:txBody>
          </p:sp>
          <p:sp>
            <p:nvSpPr>
              <p:cNvPr id="57421" name="Rectangle 36"/>
              <p:cNvSpPr>
                <a:spLocks noChangeArrowheads="1"/>
              </p:cNvSpPr>
              <p:nvPr/>
            </p:nvSpPr>
            <p:spPr bwMode="auto">
              <a:xfrm>
                <a:off x="0" y="3740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200" b="1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75	</a:t>
                </a:r>
                <a:r>
                  <a:rPr lang="en-US" sz="1200" b="1">
                    <a:latin typeface="Courier New" panose="02070309020205020404" pitchFamily="49" charset="0"/>
                  </a:rPr>
                  <a:t>{</a:t>
                </a:r>
              </a:p>
              <a:p>
                <a:pPr eaLnBrk="1" hangingPunct="1"/>
                <a:endParaRPr lang="en-US" sz="1200" b="1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57363" name="Group 37"/>
            <p:cNvGrpSpPr>
              <a:grpSpLocks/>
            </p:cNvGrpSpPr>
            <p:nvPr/>
          </p:nvGrpSpPr>
          <p:grpSpPr bwMode="auto">
            <a:xfrm>
              <a:off x="0" y="4074"/>
              <a:ext cx="3072" cy="453"/>
              <a:chOff x="0" y="4074"/>
              <a:chExt cx="3072" cy="453"/>
            </a:xfrm>
          </p:grpSpPr>
          <p:sp>
            <p:nvSpPr>
              <p:cNvPr id="57418" name="Rectangle 38"/>
              <p:cNvSpPr>
                <a:spLocks noChangeArrowheads="1"/>
              </p:cNvSpPr>
              <p:nvPr/>
            </p:nvSpPr>
            <p:spPr bwMode="auto">
              <a:xfrm>
                <a:off x="0" y="4074"/>
                <a:ext cx="3072" cy="453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200"/>
              </a:p>
            </p:txBody>
          </p:sp>
          <p:sp>
            <p:nvSpPr>
              <p:cNvPr id="57419" name="Rectangle 39"/>
              <p:cNvSpPr>
                <a:spLocks noChangeArrowheads="1"/>
              </p:cNvSpPr>
              <p:nvPr/>
            </p:nvSpPr>
            <p:spPr bwMode="auto">
              <a:xfrm>
                <a:off x="0" y="4114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200" b="1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76	</a:t>
                </a:r>
                <a:r>
                  <a:rPr lang="en-US" sz="1200" b="1">
                    <a:latin typeface="Courier New" panose="02070309020205020404" pitchFamily="49" charset="0"/>
                  </a:rPr>
                  <a:t>   second = ( s &gt;= 0 &amp;&amp; s &lt; 60 ) ? s : 0;</a:t>
                </a:r>
              </a:p>
              <a:p>
                <a:pPr eaLnBrk="1" hangingPunct="1"/>
                <a:endParaRPr lang="en-US" sz="1200" b="1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57364" name="Group 40"/>
            <p:cNvGrpSpPr>
              <a:grpSpLocks/>
            </p:cNvGrpSpPr>
            <p:nvPr/>
          </p:nvGrpSpPr>
          <p:grpSpPr bwMode="auto">
            <a:xfrm>
              <a:off x="0" y="4448"/>
              <a:ext cx="3072" cy="453"/>
              <a:chOff x="0" y="4448"/>
              <a:chExt cx="3072" cy="453"/>
            </a:xfrm>
          </p:grpSpPr>
          <p:sp>
            <p:nvSpPr>
              <p:cNvPr id="57416" name="Rectangle 41"/>
              <p:cNvSpPr>
                <a:spLocks noChangeArrowheads="1"/>
              </p:cNvSpPr>
              <p:nvPr/>
            </p:nvSpPr>
            <p:spPr bwMode="auto">
              <a:xfrm>
                <a:off x="0" y="4448"/>
                <a:ext cx="3072" cy="453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200"/>
              </a:p>
            </p:txBody>
          </p:sp>
          <p:sp>
            <p:nvSpPr>
              <p:cNvPr id="57417" name="Rectangle 42"/>
              <p:cNvSpPr>
                <a:spLocks noChangeArrowheads="1"/>
              </p:cNvSpPr>
              <p:nvPr/>
            </p:nvSpPr>
            <p:spPr bwMode="auto">
              <a:xfrm>
                <a:off x="0" y="4488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200" b="1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77	</a:t>
                </a:r>
                <a:endParaRPr lang="en-US" sz="1200" b="1">
                  <a:latin typeface="Courier New" panose="02070309020205020404" pitchFamily="49" charset="0"/>
                </a:endParaRPr>
              </a:p>
              <a:p>
                <a:pPr eaLnBrk="1" hangingPunct="1"/>
                <a:endParaRPr lang="en-US" sz="1200" b="1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57365" name="Group 43"/>
            <p:cNvGrpSpPr>
              <a:grpSpLocks/>
            </p:cNvGrpSpPr>
            <p:nvPr/>
          </p:nvGrpSpPr>
          <p:grpSpPr bwMode="auto">
            <a:xfrm>
              <a:off x="0" y="4822"/>
              <a:ext cx="3072" cy="453"/>
              <a:chOff x="0" y="4822"/>
              <a:chExt cx="3072" cy="453"/>
            </a:xfrm>
          </p:grpSpPr>
          <p:sp>
            <p:nvSpPr>
              <p:cNvPr id="57414" name="Rectangle 44"/>
              <p:cNvSpPr>
                <a:spLocks noChangeArrowheads="1"/>
              </p:cNvSpPr>
              <p:nvPr/>
            </p:nvSpPr>
            <p:spPr bwMode="auto">
              <a:xfrm>
                <a:off x="0" y="4822"/>
                <a:ext cx="3072" cy="453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200"/>
              </a:p>
            </p:txBody>
          </p:sp>
          <p:sp>
            <p:nvSpPr>
              <p:cNvPr id="57415" name="Rectangle 45"/>
              <p:cNvSpPr>
                <a:spLocks noChangeArrowheads="1"/>
              </p:cNvSpPr>
              <p:nvPr/>
            </p:nvSpPr>
            <p:spPr bwMode="auto">
              <a:xfrm>
                <a:off x="0" y="4862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200" b="1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78	</a:t>
                </a:r>
                <a:r>
                  <a:rPr lang="en-US" sz="1200" b="1">
                    <a:latin typeface="Courier New" panose="02070309020205020404" pitchFamily="49" charset="0"/>
                  </a:rPr>
                  <a:t>   </a:t>
                </a:r>
                <a:r>
                  <a:rPr lang="en-US" sz="1200" b="1">
                    <a:solidFill>
                      <a:srgbClr val="275AFF"/>
                    </a:solidFill>
                    <a:latin typeface="Courier New" panose="02070309020205020404" pitchFamily="49" charset="0"/>
                  </a:rPr>
                  <a:t>return</a:t>
                </a:r>
                <a:r>
                  <a:rPr lang="en-US" sz="1200" b="1">
                    <a:latin typeface="Courier New" panose="02070309020205020404" pitchFamily="49" charset="0"/>
                  </a:rPr>
                  <a:t> *this;  </a:t>
                </a:r>
                <a:r>
                  <a:rPr lang="en-US" sz="1200" b="1">
                    <a:solidFill>
                      <a:srgbClr val="33CC33"/>
                    </a:solidFill>
                    <a:latin typeface="Courier New" panose="02070309020205020404" pitchFamily="49" charset="0"/>
                  </a:rPr>
                  <a:t> // enables cascading</a:t>
                </a:r>
                <a:endParaRPr lang="en-US" sz="1200" b="1">
                  <a:latin typeface="Courier New" panose="02070309020205020404" pitchFamily="49" charset="0"/>
                </a:endParaRPr>
              </a:p>
              <a:p>
                <a:pPr eaLnBrk="1" hangingPunct="1"/>
                <a:endParaRPr lang="en-US" sz="1200" b="1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57366" name="Group 46"/>
            <p:cNvGrpSpPr>
              <a:grpSpLocks/>
            </p:cNvGrpSpPr>
            <p:nvPr/>
          </p:nvGrpSpPr>
          <p:grpSpPr bwMode="auto">
            <a:xfrm>
              <a:off x="0" y="5196"/>
              <a:ext cx="3072" cy="453"/>
              <a:chOff x="0" y="5196"/>
              <a:chExt cx="3072" cy="453"/>
            </a:xfrm>
          </p:grpSpPr>
          <p:sp>
            <p:nvSpPr>
              <p:cNvPr id="57412" name="Rectangle 47"/>
              <p:cNvSpPr>
                <a:spLocks noChangeArrowheads="1"/>
              </p:cNvSpPr>
              <p:nvPr/>
            </p:nvSpPr>
            <p:spPr bwMode="auto">
              <a:xfrm>
                <a:off x="0" y="5196"/>
                <a:ext cx="3072" cy="453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200"/>
              </a:p>
            </p:txBody>
          </p:sp>
          <p:sp>
            <p:nvSpPr>
              <p:cNvPr id="57413" name="Rectangle 48"/>
              <p:cNvSpPr>
                <a:spLocks noChangeArrowheads="1"/>
              </p:cNvSpPr>
              <p:nvPr/>
            </p:nvSpPr>
            <p:spPr bwMode="auto">
              <a:xfrm>
                <a:off x="0" y="5236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200" b="1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79	</a:t>
                </a:r>
                <a:r>
                  <a:rPr lang="en-US" sz="1200" b="1">
                    <a:latin typeface="Courier New" panose="02070309020205020404" pitchFamily="49" charset="0"/>
                  </a:rPr>
                  <a:t>}</a:t>
                </a:r>
              </a:p>
              <a:p>
                <a:pPr eaLnBrk="1" hangingPunct="1"/>
                <a:endParaRPr lang="en-US" sz="1200" b="1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57367" name="Group 49"/>
            <p:cNvGrpSpPr>
              <a:grpSpLocks/>
            </p:cNvGrpSpPr>
            <p:nvPr/>
          </p:nvGrpSpPr>
          <p:grpSpPr bwMode="auto">
            <a:xfrm>
              <a:off x="0" y="5570"/>
              <a:ext cx="3072" cy="453"/>
              <a:chOff x="0" y="5570"/>
              <a:chExt cx="3072" cy="453"/>
            </a:xfrm>
          </p:grpSpPr>
          <p:sp>
            <p:nvSpPr>
              <p:cNvPr id="57410" name="Rectangle 50"/>
              <p:cNvSpPr>
                <a:spLocks noChangeArrowheads="1"/>
              </p:cNvSpPr>
              <p:nvPr/>
            </p:nvSpPr>
            <p:spPr bwMode="auto">
              <a:xfrm>
                <a:off x="0" y="5570"/>
                <a:ext cx="3072" cy="453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200"/>
              </a:p>
            </p:txBody>
          </p:sp>
          <p:sp>
            <p:nvSpPr>
              <p:cNvPr id="57411" name="Rectangle 51"/>
              <p:cNvSpPr>
                <a:spLocks noChangeArrowheads="1"/>
              </p:cNvSpPr>
              <p:nvPr/>
            </p:nvSpPr>
            <p:spPr bwMode="auto">
              <a:xfrm>
                <a:off x="0" y="5610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200" b="1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80	</a:t>
                </a:r>
                <a:endParaRPr lang="en-US" sz="1200" b="1">
                  <a:latin typeface="Courier New" panose="02070309020205020404" pitchFamily="49" charset="0"/>
                </a:endParaRPr>
              </a:p>
              <a:p>
                <a:pPr eaLnBrk="1" hangingPunct="1"/>
                <a:endParaRPr lang="en-US" sz="1200" b="1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57368" name="Group 52"/>
            <p:cNvGrpSpPr>
              <a:grpSpLocks/>
            </p:cNvGrpSpPr>
            <p:nvPr/>
          </p:nvGrpSpPr>
          <p:grpSpPr bwMode="auto">
            <a:xfrm>
              <a:off x="0" y="5944"/>
              <a:ext cx="3072" cy="453"/>
              <a:chOff x="0" y="5944"/>
              <a:chExt cx="3072" cy="453"/>
            </a:xfrm>
          </p:grpSpPr>
          <p:sp>
            <p:nvSpPr>
              <p:cNvPr id="57408" name="Rectangle 53"/>
              <p:cNvSpPr>
                <a:spLocks noChangeArrowheads="1"/>
              </p:cNvSpPr>
              <p:nvPr/>
            </p:nvSpPr>
            <p:spPr bwMode="auto">
              <a:xfrm>
                <a:off x="0" y="5944"/>
                <a:ext cx="3072" cy="453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200"/>
              </a:p>
            </p:txBody>
          </p:sp>
          <p:sp>
            <p:nvSpPr>
              <p:cNvPr id="57409" name="Rectangle 54"/>
              <p:cNvSpPr>
                <a:spLocks noChangeArrowheads="1"/>
              </p:cNvSpPr>
              <p:nvPr/>
            </p:nvSpPr>
            <p:spPr bwMode="auto">
              <a:xfrm>
                <a:off x="0" y="5984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200" b="1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81	</a:t>
                </a:r>
                <a:r>
                  <a:rPr lang="en-US" sz="1200" b="1">
                    <a:solidFill>
                      <a:srgbClr val="33CC33"/>
                    </a:solidFill>
                    <a:latin typeface="Courier New" panose="02070309020205020404" pitchFamily="49" charset="0"/>
                  </a:rPr>
                  <a:t>// Get the hour value</a:t>
                </a:r>
                <a:endParaRPr lang="en-US" sz="1200" b="1">
                  <a:latin typeface="Courier New" panose="02070309020205020404" pitchFamily="49" charset="0"/>
                </a:endParaRPr>
              </a:p>
              <a:p>
                <a:pPr eaLnBrk="1" hangingPunct="1"/>
                <a:endParaRPr lang="en-US" sz="1200" b="1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57369" name="Group 55"/>
            <p:cNvGrpSpPr>
              <a:grpSpLocks/>
            </p:cNvGrpSpPr>
            <p:nvPr/>
          </p:nvGrpSpPr>
          <p:grpSpPr bwMode="auto">
            <a:xfrm>
              <a:off x="0" y="6318"/>
              <a:ext cx="3072" cy="453"/>
              <a:chOff x="0" y="6318"/>
              <a:chExt cx="3072" cy="453"/>
            </a:xfrm>
          </p:grpSpPr>
          <p:sp>
            <p:nvSpPr>
              <p:cNvPr id="57406" name="Rectangle 56"/>
              <p:cNvSpPr>
                <a:spLocks noChangeArrowheads="1"/>
              </p:cNvSpPr>
              <p:nvPr/>
            </p:nvSpPr>
            <p:spPr bwMode="auto">
              <a:xfrm>
                <a:off x="0" y="6318"/>
                <a:ext cx="3072" cy="453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200"/>
              </a:p>
            </p:txBody>
          </p:sp>
          <p:sp>
            <p:nvSpPr>
              <p:cNvPr id="57407" name="Rectangle 57"/>
              <p:cNvSpPr>
                <a:spLocks noChangeArrowheads="1"/>
              </p:cNvSpPr>
              <p:nvPr/>
            </p:nvSpPr>
            <p:spPr bwMode="auto">
              <a:xfrm>
                <a:off x="0" y="6358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200" b="1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82	</a:t>
                </a:r>
                <a:r>
                  <a:rPr lang="en-US" sz="1200" b="1">
                    <a:solidFill>
                      <a:srgbClr val="275AFF"/>
                    </a:solidFill>
                    <a:latin typeface="Courier New" panose="02070309020205020404" pitchFamily="49" charset="0"/>
                  </a:rPr>
                  <a:t>int</a:t>
                </a:r>
                <a:r>
                  <a:rPr lang="en-US" sz="1200" b="1">
                    <a:latin typeface="Courier New" panose="02070309020205020404" pitchFamily="49" charset="0"/>
                  </a:rPr>
                  <a:t> Time::getHour() </a:t>
                </a:r>
                <a:r>
                  <a:rPr lang="en-US" sz="1200" b="1">
                    <a:solidFill>
                      <a:srgbClr val="275AFF"/>
                    </a:solidFill>
                    <a:latin typeface="Courier New" panose="02070309020205020404" pitchFamily="49" charset="0"/>
                  </a:rPr>
                  <a:t>const</a:t>
                </a:r>
                <a:r>
                  <a:rPr lang="en-US" sz="1200" b="1">
                    <a:latin typeface="Courier New" panose="02070309020205020404" pitchFamily="49" charset="0"/>
                  </a:rPr>
                  <a:t> { </a:t>
                </a:r>
                <a:r>
                  <a:rPr lang="en-US" sz="1200" b="1">
                    <a:solidFill>
                      <a:srgbClr val="275AFF"/>
                    </a:solidFill>
                    <a:latin typeface="Courier New" panose="02070309020205020404" pitchFamily="49" charset="0"/>
                  </a:rPr>
                  <a:t>return</a:t>
                </a:r>
                <a:r>
                  <a:rPr lang="en-US" sz="1200" b="1">
                    <a:latin typeface="Courier New" panose="02070309020205020404" pitchFamily="49" charset="0"/>
                  </a:rPr>
                  <a:t> hour; }</a:t>
                </a:r>
              </a:p>
              <a:p>
                <a:pPr eaLnBrk="1" hangingPunct="1"/>
                <a:endParaRPr lang="en-US" sz="1200" b="1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57370" name="Group 58"/>
            <p:cNvGrpSpPr>
              <a:grpSpLocks/>
            </p:cNvGrpSpPr>
            <p:nvPr/>
          </p:nvGrpSpPr>
          <p:grpSpPr bwMode="auto">
            <a:xfrm>
              <a:off x="0" y="6692"/>
              <a:ext cx="3072" cy="453"/>
              <a:chOff x="0" y="6692"/>
              <a:chExt cx="3072" cy="453"/>
            </a:xfrm>
          </p:grpSpPr>
          <p:sp>
            <p:nvSpPr>
              <p:cNvPr id="57404" name="Rectangle 59"/>
              <p:cNvSpPr>
                <a:spLocks noChangeArrowheads="1"/>
              </p:cNvSpPr>
              <p:nvPr/>
            </p:nvSpPr>
            <p:spPr bwMode="auto">
              <a:xfrm>
                <a:off x="0" y="6692"/>
                <a:ext cx="3072" cy="453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200"/>
              </a:p>
            </p:txBody>
          </p:sp>
          <p:sp>
            <p:nvSpPr>
              <p:cNvPr id="57405" name="Rectangle 60"/>
              <p:cNvSpPr>
                <a:spLocks noChangeArrowheads="1"/>
              </p:cNvSpPr>
              <p:nvPr/>
            </p:nvSpPr>
            <p:spPr bwMode="auto">
              <a:xfrm>
                <a:off x="0" y="6732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200" b="1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83	</a:t>
                </a:r>
                <a:endParaRPr lang="en-US" sz="1200" b="1">
                  <a:latin typeface="Courier New" panose="02070309020205020404" pitchFamily="49" charset="0"/>
                </a:endParaRPr>
              </a:p>
              <a:p>
                <a:pPr eaLnBrk="1" hangingPunct="1"/>
                <a:endParaRPr lang="en-US" sz="1200" b="1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57371" name="Group 61"/>
            <p:cNvGrpSpPr>
              <a:grpSpLocks/>
            </p:cNvGrpSpPr>
            <p:nvPr/>
          </p:nvGrpSpPr>
          <p:grpSpPr bwMode="auto">
            <a:xfrm>
              <a:off x="0" y="7066"/>
              <a:ext cx="3072" cy="453"/>
              <a:chOff x="0" y="7066"/>
              <a:chExt cx="3072" cy="453"/>
            </a:xfrm>
          </p:grpSpPr>
          <p:sp>
            <p:nvSpPr>
              <p:cNvPr id="57402" name="Rectangle 62"/>
              <p:cNvSpPr>
                <a:spLocks noChangeArrowheads="1"/>
              </p:cNvSpPr>
              <p:nvPr/>
            </p:nvSpPr>
            <p:spPr bwMode="auto">
              <a:xfrm>
                <a:off x="0" y="7066"/>
                <a:ext cx="3072" cy="453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200"/>
              </a:p>
            </p:txBody>
          </p:sp>
          <p:sp>
            <p:nvSpPr>
              <p:cNvPr id="57403" name="Rectangle 63"/>
              <p:cNvSpPr>
                <a:spLocks noChangeArrowheads="1"/>
              </p:cNvSpPr>
              <p:nvPr/>
            </p:nvSpPr>
            <p:spPr bwMode="auto">
              <a:xfrm>
                <a:off x="0" y="7106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200" b="1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84	</a:t>
                </a:r>
                <a:r>
                  <a:rPr lang="en-US" sz="1200" b="1">
                    <a:solidFill>
                      <a:srgbClr val="33CC33"/>
                    </a:solidFill>
                    <a:latin typeface="Courier New" panose="02070309020205020404" pitchFamily="49" charset="0"/>
                  </a:rPr>
                  <a:t>// Get the minute value</a:t>
                </a:r>
                <a:endParaRPr lang="en-US" sz="1200" b="1">
                  <a:latin typeface="Courier New" panose="02070309020205020404" pitchFamily="49" charset="0"/>
                </a:endParaRPr>
              </a:p>
              <a:p>
                <a:pPr eaLnBrk="1" hangingPunct="1"/>
                <a:endParaRPr lang="en-US" sz="1200" b="1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57372" name="Group 64"/>
            <p:cNvGrpSpPr>
              <a:grpSpLocks/>
            </p:cNvGrpSpPr>
            <p:nvPr/>
          </p:nvGrpSpPr>
          <p:grpSpPr bwMode="auto">
            <a:xfrm>
              <a:off x="0" y="7440"/>
              <a:ext cx="3072" cy="453"/>
              <a:chOff x="0" y="7440"/>
              <a:chExt cx="3072" cy="453"/>
            </a:xfrm>
          </p:grpSpPr>
          <p:sp>
            <p:nvSpPr>
              <p:cNvPr id="57400" name="Rectangle 65"/>
              <p:cNvSpPr>
                <a:spLocks noChangeArrowheads="1"/>
              </p:cNvSpPr>
              <p:nvPr/>
            </p:nvSpPr>
            <p:spPr bwMode="auto">
              <a:xfrm>
                <a:off x="0" y="7440"/>
                <a:ext cx="3072" cy="453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200"/>
              </a:p>
            </p:txBody>
          </p:sp>
          <p:sp>
            <p:nvSpPr>
              <p:cNvPr id="57401" name="Rectangle 66"/>
              <p:cNvSpPr>
                <a:spLocks noChangeArrowheads="1"/>
              </p:cNvSpPr>
              <p:nvPr/>
            </p:nvSpPr>
            <p:spPr bwMode="auto">
              <a:xfrm>
                <a:off x="0" y="7480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200" b="1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85	</a:t>
                </a:r>
                <a:r>
                  <a:rPr lang="en-US" sz="1200" b="1">
                    <a:solidFill>
                      <a:srgbClr val="275AFF"/>
                    </a:solidFill>
                    <a:latin typeface="Courier New" panose="02070309020205020404" pitchFamily="49" charset="0"/>
                  </a:rPr>
                  <a:t>int</a:t>
                </a:r>
                <a:r>
                  <a:rPr lang="en-US" sz="1200" b="1">
                    <a:latin typeface="Courier New" panose="02070309020205020404" pitchFamily="49" charset="0"/>
                  </a:rPr>
                  <a:t> Time::getMinute() </a:t>
                </a:r>
                <a:r>
                  <a:rPr lang="en-US" sz="1200" b="1">
                    <a:solidFill>
                      <a:srgbClr val="275AFF"/>
                    </a:solidFill>
                    <a:latin typeface="Courier New" panose="02070309020205020404" pitchFamily="49" charset="0"/>
                  </a:rPr>
                  <a:t>const</a:t>
                </a:r>
                <a:r>
                  <a:rPr lang="en-US" sz="1200" b="1">
                    <a:latin typeface="Courier New" panose="02070309020205020404" pitchFamily="49" charset="0"/>
                  </a:rPr>
                  <a:t> { </a:t>
                </a:r>
                <a:r>
                  <a:rPr lang="en-US" sz="1200" b="1">
                    <a:solidFill>
                      <a:srgbClr val="275AFF"/>
                    </a:solidFill>
                    <a:latin typeface="Courier New" panose="02070309020205020404" pitchFamily="49" charset="0"/>
                  </a:rPr>
                  <a:t>return</a:t>
                </a:r>
                <a:r>
                  <a:rPr lang="en-US" sz="1200" b="1">
                    <a:latin typeface="Courier New" panose="02070309020205020404" pitchFamily="49" charset="0"/>
                  </a:rPr>
                  <a:t> minute; }</a:t>
                </a:r>
              </a:p>
              <a:p>
                <a:pPr eaLnBrk="1" hangingPunct="1"/>
                <a:endParaRPr lang="en-US" sz="1200" b="1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57373" name="Group 67"/>
            <p:cNvGrpSpPr>
              <a:grpSpLocks/>
            </p:cNvGrpSpPr>
            <p:nvPr/>
          </p:nvGrpSpPr>
          <p:grpSpPr bwMode="auto">
            <a:xfrm>
              <a:off x="0" y="7814"/>
              <a:ext cx="3072" cy="453"/>
              <a:chOff x="0" y="7814"/>
              <a:chExt cx="3072" cy="453"/>
            </a:xfrm>
          </p:grpSpPr>
          <p:sp>
            <p:nvSpPr>
              <p:cNvPr id="57398" name="Rectangle 68"/>
              <p:cNvSpPr>
                <a:spLocks noChangeArrowheads="1"/>
              </p:cNvSpPr>
              <p:nvPr/>
            </p:nvSpPr>
            <p:spPr bwMode="auto">
              <a:xfrm>
                <a:off x="0" y="7814"/>
                <a:ext cx="3072" cy="453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200"/>
              </a:p>
            </p:txBody>
          </p:sp>
          <p:sp>
            <p:nvSpPr>
              <p:cNvPr id="57399" name="Rectangle 69"/>
              <p:cNvSpPr>
                <a:spLocks noChangeArrowheads="1"/>
              </p:cNvSpPr>
              <p:nvPr/>
            </p:nvSpPr>
            <p:spPr bwMode="auto">
              <a:xfrm>
                <a:off x="0" y="7854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200" b="1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86	</a:t>
                </a:r>
                <a:endParaRPr lang="en-US" sz="1200" b="1">
                  <a:latin typeface="Courier New" panose="02070309020205020404" pitchFamily="49" charset="0"/>
                </a:endParaRPr>
              </a:p>
              <a:p>
                <a:pPr eaLnBrk="1" hangingPunct="1"/>
                <a:endParaRPr lang="en-US" sz="1200" b="1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57374" name="Group 70"/>
            <p:cNvGrpSpPr>
              <a:grpSpLocks/>
            </p:cNvGrpSpPr>
            <p:nvPr/>
          </p:nvGrpSpPr>
          <p:grpSpPr bwMode="auto">
            <a:xfrm>
              <a:off x="0" y="8188"/>
              <a:ext cx="3072" cy="453"/>
              <a:chOff x="0" y="8188"/>
              <a:chExt cx="3072" cy="453"/>
            </a:xfrm>
          </p:grpSpPr>
          <p:sp>
            <p:nvSpPr>
              <p:cNvPr id="57396" name="Rectangle 71"/>
              <p:cNvSpPr>
                <a:spLocks noChangeArrowheads="1"/>
              </p:cNvSpPr>
              <p:nvPr/>
            </p:nvSpPr>
            <p:spPr bwMode="auto">
              <a:xfrm>
                <a:off x="0" y="8188"/>
                <a:ext cx="3072" cy="453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200"/>
              </a:p>
            </p:txBody>
          </p:sp>
          <p:sp>
            <p:nvSpPr>
              <p:cNvPr id="57397" name="Rectangle 72"/>
              <p:cNvSpPr>
                <a:spLocks noChangeArrowheads="1"/>
              </p:cNvSpPr>
              <p:nvPr/>
            </p:nvSpPr>
            <p:spPr bwMode="auto">
              <a:xfrm>
                <a:off x="0" y="8228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200" b="1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87	</a:t>
                </a:r>
                <a:r>
                  <a:rPr lang="en-US" sz="1200" b="1">
                    <a:solidFill>
                      <a:srgbClr val="33CC33"/>
                    </a:solidFill>
                    <a:latin typeface="Courier New" panose="02070309020205020404" pitchFamily="49" charset="0"/>
                  </a:rPr>
                  <a:t>// Get the second value</a:t>
                </a:r>
                <a:endParaRPr lang="en-US" sz="1200" b="1">
                  <a:latin typeface="Courier New" panose="02070309020205020404" pitchFamily="49" charset="0"/>
                </a:endParaRPr>
              </a:p>
              <a:p>
                <a:pPr eaLnBrk="1" hangingPunct="1"/>
                <a:endParaRPr lang="en-US" sz="1200" b="1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57375" name="Group 73"/>
            <p:cNvGrpSpPr>
              <a:grpSpLocks/>
            </p:cNvGrpSpPr>
            <p:nvPr/>
          </p:nvGrpSpPr>
          <p:grpSpPr bwMode="auto">
            <a:xfrm>
              <a:off x="0" y="8562"/>
              <a:ext cx="3072" cy="453"/>
              <a:chOff x="0" y="8562"/>
              <a:chExt cx="3072" cy="453"/>
            </a:xfrm>
          </p:grpSpPr>
          <p:sp>
            <p:nvSpPr>
              <p:cNvPr id="57394" name="Rectangle 74"/>
              <p:cNvSpPr>
                <a:spLocks noChangeArrowheads="1"/>
              </p:cNvSpPr>
              <p:nvPr/>
            </p:nvSpPr>
            <p:spPr bwMode="auto">
              <a:xfrm>
                <a:off x="0" y="8562"/>
                <a:ext cx="3072" cy="453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200"/>
              </a:p>
            </p:txBody>
          </p:sp>
          <p:sp>
            <p:nvSpPr>
              <p:cNvPr id="57395" name="Rectangle 75"/>
              <p:cNvSpPr>
                <a:spLocks noChangeArrowheads="1"/>
              </p:cNvSpPr>
              <p:nvPr/>
            </p:nvSpPr>
            <p:spPr bwMode="auto">
              <a:xfrm>
                <a:off x="0" y="8602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200" b="1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88	</a:t>
                </a:r>
                <a:r>
                  <a:rPr lang="en-US" sz="1200" b="1">
                    <a:solidFill>
                      <a:srgbClr val="275AFF"/>
                    </a:solidFill>
                    <a:latin typeface="Courier New" panose="02070309020205020404" pitchFamily="49" charset="0"/>
                  </a:rPr>
                  <a:t>int</a:t>
                </a:r>
                <a:r>
                  <a:rPr lang="en-US" sz="1200" b="1">
                    <a:latin typeface="Courier New" panose="02070309020205020404" pitchFamily="49" charset="0"/>
                  </a:rPr>
                  <a:t> Time::getSecond() </a:t>
                </a:r>
                <a:r>
                  <a:rPr lang="en-US" sz="1200" b="1">
                    <a:solidFill>
                      <a:srgbClr val="275AFF"/>
                    </a:solidFill>
                    <a:latin typeface="Courier New" panose="02070309020205020404" pitchFamily="49" charset="0"/>
                  </a:rPr>
                  <a:t>const</a:t>
                </a:r>
                <a:r>
                  <a:rPr lang="en-US" sz="1200" b="1">
                    <a:latin typeface="Courier New" panose="02070309020205020404" pitchFamily="49" charset="0"/>
                  </a:rPr>
                  <a:t> { </a:t>
                </a:r>
                <a:r>
                  <a:rPr lang="en-US" sz="1200" b="1">
                    <a:solidFill>
                      <a:srgbClr val="275AFF"/>
                    </a:solidFill>
                    <a:latin typeface="Courier New" panose="02070309020205020404" pitchFamily="49" charset="0"/>
                  </a:rPr>
                  <a:t>return</a:t>
                </a:r>
                <a:r>
                  <a:rPr lang="en-US" sz="1200" b="1">
                    <a:latin typeface="Courier New" panose="02070309020205020404" pitchFamily="49" charset="0"/>
                  </a:rPr>
                  <a:t> second; }</a:t>
                </a:r>
              </a:p>
              <a:p>
                <a:pPr eaLnBrk="1" hangingPunct="1"/>
                <a:endParaRPr lang="en-US" sz="1200" b="1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57376" name="Group 76"/>
            <p:cNvGrpSpPr>
              <a:grpSpLocks/>
            </p:cNvGrpSpPr>
            <p:nvPr/>
          </p:nvGrpSpPr>
          <p:grpSpPr bwMode="auto">
            <a:xfrm>
              <a:off x="0" y="8936"/>
              <a:ext cx="3072" cy="453"/>
              <a:chOff x="0" y="8936"/>
              <a:chExt cx="3072" cy="453"/>
            </a:xfrm>
          </p:grpSpPr>
          <p:sp>
            <p:nvSpPr>
              <p:cNvPr id="57392" name="Rectangle 77"/>
              <p:cNvSpPr>
                <a:spLocks noChangeArrowheads="1"/>
              </p:cNvSpPr>
              <p:nvPr/>
            </p:nvSpPr>
            <p:spPr bwMode="auto">
              <a:xfrm>
                <a:off x="0" y="8936"/>
                <a:ext cx="3072" cy="453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200"/>
              </a:p>
            </p:txBody>
          </p:sp>
          <p:sp>
            <p:nvSpPr>
              <p:cNvPr id="57393" name="Rectangle 78"/>
              <p:cNvSpPr>
                <a:spLocks noChangeArrowheads="1"/>
              </p:cNvSpPr>
              <p:nvPr/>
            </p:nvSpPr>
            <p:spPr bwMode="auto">
              <a:xfrm>
                <a:off x="0" y="8976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200" b="1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89	</a:t>
                </a:r>
                <a:endParaRPr lang="en-US" sz="1200" b="1">
                  <a:latin typeface="Courier New" panose="02070309020205020404" pitchFamily="49" charset="0"/>
                </a:endParaRPr>
              </a:p>
              <a:p>
                <a:pPr eaLnBrk="1" hangingPunct="1"/>
                <a:endParaRPr lang="en-US" sz="1200" b="1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57377" name="Group 79"/>
            <p:cNvGrpSpPr>
              <a:grpSpLocks/>
            </p:cNvGrpSpPr>
            <p:nvPr/>
          </p:nvGrpSpPr>
          <p:grpSpPr bwMode="auto">
            <a:xfrm>
              <a:off x="0" y="9310"/>
              <a:ext cx="3072" cy="453"/>
              <a:chOff x="0" y="9310"/>
              <a:chExt cx="3072" cy="453"/>
            </a:xfrm>
          </p:grpSpPr>
          <p:sp>
            <p:nvSpPr>
              <p:cNvPr id="57390" name="Rectangle 80"/>
              <p:cNvSpPr>
                <a:spLocks noChangeArrowheads="1"/>
              </p:cNvSpPr>
              <p:nvPr/>
            </p:nvSpPr>
            <p:spPr bwMode="auto">
              <a:xfrm>
                <a:off x="0" y="9310"/>
                <a:ext cx="3072" cy="453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200"/>
              </a:p>
            </p:txBody>
          </p:sp>
          <p:sp>
            <p:nvSpPr>
              <p:cNvPr id="57391" name="Rectangle 81"/>
              <p:cNvSpPr>
                <a:spLocks noChangeArrowheads="1"/>
              </p:cNvSpPr>
              <p:nvPr/>
            </p:nvSpPr>
            <p:spPr bwMode="auto">
              <a:xfrm>
                <a:off x="0" y="9350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200" b="1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90	</a:t>
                </a:r>
                <a:r>
                  <a:rPr lang="en-US" sz="1200" b="1">
                    <a:solidFill>
                      <a:srgbClr val="33CC33"/>
                    </a:solidFill>
                    <a:latin typeface="Courier New" panose="02070309020205020404" pitchFamily="49" charset="0"/>
                  </a:rPr>
                  <a:t>// Display military format time: HH:MM</a:t>
                </a:r>
                <a:endParaRPr lang="en-US" sz="1200" b="1">
                  <a:latin typeface="Courier New" panose="02070309020205020404" pitchFamily="49" charset="0"/>
                </a:endParaRPr>
              </a:p>
              <a:p>
                <a:pPr eaLnBrk="1" hangingPunct="1"/>
                <a:endParaRPr lang="en-US" sz="1200" b="1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57378" name="Group 82"/>
            <p:cNvGrpSpPr>
              <a:grpSpLocks/>
            </p:cNvGrpSpPr>
            <p:nvPr/>
          </p:nvGrpSpPr>
          <p:grpSpPr bwMode="auto">
            <a:xfrm>
              <a:off x="0" y="9684"/>
              <a:ext cx="3072" cy="453"/>
              <a:chOff x="0" y="9684"/>
              <a:chExt cx="3072" cy="453"/>
            </a:xfrm>
          </p:grpSpPr>
          <p:sp>
            <p:nvSpPr>
              <p:cNvPr id="57388" name="Rectangle 83"/>
              <p:cNvSpPr>
                <a:spLocks noChangeArrowheads="1"/>
              </p:cNvSpPr>
              <p:nvPr/>
            </p:nvSpPr>
            <p:spPr bwMode="auto">
              <a:xfrm>
                <a:off x="0" y="9684"/>
                <a:ext cx="3072" cy="453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200"/>
              </a:p>
            </p:txBody>
          </p:sp>
          <p:sp>
            <p:nvSpPr>
              <p:cNvPr id="57389" name="Rectangle 84"/>
              <p:cNvSpPr>
                <a:spLocks noChangeArrowheads="1"/>
              </p:cNvSpPr>
              <p:nvPr/>
            </p:nvSpPr>
            <p:spPr bwMode="auto">
              <a:xfrm>
                <a:off x="0" y="9724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200" b="1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91	</a:t>
                </a:r>
                <a:r>
                  <a:rPr lang="en-US" sz="1200" b="1">
                    <a:solidFill>
                      <a:srgbClr val="275AFF"/>
                    </a:solidFill>
                    <a:latin typeface="Courier New" panose="02070309020205020404" pitchFamily="49" charset="0"/>
                  </a:rPr>
                  <a:t>void</a:t>
                </a:r>
                <a:r>
                  <a:rPr lang="en-US" sz="1200" b="1">
                    <a:latin typeface="Courier New" panose="02070309020205020404" pitchFamily="49" charset="0"/>
                  </a:rPr>
                  <a:t> Time::printMilitary() </a:t>
                </a:r>
                <a:r>
                  <a:rPr lang="en-US" sz="1200" b="1">
                    <a:solidFill>
                      <a:srgbClr val="275AFF"/>
                    </a:solidFill>
                    <a:latin typeface="Courier New" panose="02070309020205020404" pitchFamily="49" charset="0"/>
                  </a:rPr>
                  <a:t>const</a:t>
                </a:r>
                <a:endParaRPr lang="en-US" sz="1200" b="1">
                  <a:latin typeface="Courier New" panose="02070309020205020404" pitchFamily="49" charset="0"/>
                </a:endParaRPr>
              </a:p>
              <a:p>
                <a:pPr eaLnBrk="1" hangingPunct="1"/>
                <a:endParaRPr lang="en-US" sz="1200" b="1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57379" name="Group 85"/>
            <p:cNvGrpSpPr>
              <a:grpSpLocks/>
            </p:cNvGrpSpPr>
            <p:nvPr/>
          </p:nvGrpSpPr>
          <p:grpSpPr bwMode="auto">
            <a:xfrm>
              <a:off x="0" y="10058"/>
              <a:ext cx="3072" cy="453"/>
              <a:chOff x="0" y="10058"/>
              <a:chExt cx="3072" cy="453"/>
            </a:xfrm>
          </p:grpSpPr>
          <p:sp>
            <p:nvSpPr>
              <p:cNvPr id="57386" name="Rectangle 86"/>
              <p:cNvSpPr>
                <a:spLocks noChangeArrowheads="1"/>
              </p:cNvSpPr>
              <p:nvPr/>
            </p:nvSpPr>
            <p:spPr bwMode="auto">
              <a:xfrm>
                <a:off x="0" y="10058"/>
                <a:ext cx="3072" cy="453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200"/>
              </a:p>
            </p:txBody>
          </p:sp>
          <p:sp>
            <p:nvSpPr>
              <p:cNvPr id="57387" name="Rectangle 87"/>
              <p:cNvSpPr>
                <a:spLocks noChangeArrowheads="1"/>
              </p:cNvSpPr>
              <p:nvPr/>
            </p:nvSpPr>
            <p:spPr bwMode="auto">
              <a:xfrm>
                <a:off x="0" y="10098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200" b="1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92	</a:t>
                </a:r>
                <a:r>
                  <a:rPr lang="en-US" sz="1200" b="1">
                    <a:latin typeface="Courier New" panose="02070309020205020404" pitchFamily="49" charset="0"/>
                  </a:rPr>
                  <a:t>{</a:t>
                </a:r>
              </a:p>
              <a:p>
                <a:pPr eaLnBrk="1" hangingPunct="1"/>
                <a:endParaRPr lang="en-US" sz="1200" b="1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57380" name="Group 88"/>
            <p:cNvGrpSpPr>
              <a:grpSpLocks/>
            </p:cNvGrpSpPr>
            <p:nvPr/>
          </p:nvGrpSpPr>
          <p:grpSpPr bwMode="auto">
            <a:xfrm>
              <a:off x="0" y="10432"/>
              <a:ext cx="3072" cy="453"/>
              <a:chOff x="0" y="10432"/>
              <a:chExt cx="3072" cy="453"/>
            </a:xfrm>
          </p:grpSpPr>
          <p:sp>
            <p:nvSpPr>
              <p:cNvPr id="57384" name="Rectangle 89"/>
              <p:cNvSpPr>
                <a:spLocks noChangeArrowheads="1"/>
              </p:cNvSpPr>
              <p:nvPr/>
            </p:nvSpPr>
            <p:spPr bwMode="auto">
              <a:xfrm>
                <a:off x="0" y="10432"/>
                <a:ext cx="3072" cy="453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200"/>
              </a:p>
            </p:txBody>
          </p:sp>
          <p:sp>
            <p:nvSpPr>
              <p:cNvPr id="57385" name="Rectangle 90"/>
              <p:cNvSpPr>
                <a:spLocks noChangeArrowheads="1"/>
              </p:cNvSpPr>
              <p:nvPr/>
            </p:nvSpPr>
            <p:spPr bwMode="auto">
              <a:xfrm>
                <a:off x="0" y="10472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200" b="1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93	</a:t>
                </a:r>
                <a:r>
                  <a:rPr lang="en-US" sz="1200" b="1">
                    <a:latin typeface="Courier New" panose="02070309020205020404" pitchFamily="49" charset="0"/>
                  </a:rPr>
                  <a:t>   cout &lt;&lt; ( hour &lt; 10 ? "0" : "" ) &lt;&lt; hour &lt;&lt; ":"</a:t>
                </a:r>
              </a:p>
              <a:p>
                <a:pPr eaLnBrk="1" hangingPunct="1"/>
                <a:endParaRPr lang="en-US" sz="1200" b="1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57381" name="Group 91"/>
            <p:cNvGrpSpPr>
              <a:grpSpLocks/>
            </p:cNvGrpSpPr>
            <p:nvPr/>
          </p:nvGrpSpPr>
          <p:grpSpPr bwMode="auto">
            <a:xfrm>
              <a:off x="0" y="10806"/>
              <a:ext cx="3072" cy="453"/>
              <a:chOff x="0" y="10806"/>
              <a:chExt cx="3072" cy="453"/>
            </a:xfrm>
          </p:grpSpPr>
          <p:sp>
            <p:nvSpPr>
              <p:cNvPr id="57382" name="Rectangle 92"/>
              <p:cNvSpPr>
                <a:spLocks noChangeArrowheads="1"/>
              </p:cNvSpPr>
              <p:nvPr/>
            </p:nvSpPr>
            <p:spPr bwMode="auto">
              <a:xfrm>
                <a:off x="0" y="10806"/>
                <a:ext cx="3072" cy="453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200"/>
              </a:p>
            </p:txBody>
          </p:sp>
          <p:sp>
            <p:nvSpPr>
              <p:cNvPr id="57383" name="Rectangle 93"/>
              <p:cNvSpPr>
                <a:spLocks noChangeArrowheads="1"/>
              </p:cNvSpPr>
              <p:nvPr/>
            </p:nvSpPr>
            <p:spPr bwMode="auto">
              <a:xfrm>
                <a:off x="0" y="10846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200" b="1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94	</a:t>
                </a:r>
                <a:r>
                  <a:rPr lang="en-US" sz="1200" b="1">
                    <a:latin typeface="Courier New" panose="02070309020205020404" pitchFamily="49" charset="0"/>
                  </a:rPr>
                  <a:t>        &lt;&lt; ( minute &lt; 10 ? "0" : "" ) &lt;&lt; minute;</a:t>
                </a:r>
              </a:p>
              <a:p>
                <a:pPr eaLnBrk="1" hangingPunct="1"/>
                <a:endParaRPr lang="en-US" sz="1200" b="1">
                  <a:latin typeface="Courier New" panose="02070309020205020404" pitchFamily="49" charset="0"/>
                </a:endParaRPr>
              </a:p>
            </p:txBody>
          </p:sp>
        </p:grpSp>
      </p:grpSp>
      <p:grpSp>
        <p:nvGrpSpPr>
          <p:cNvPr id="57345" name="Group 102"/>
          <p:cNvGrpSpPr>
            <a:grpSpLocks/>
          </p:cNvGrpSpPr>
          <p:nvPr/>
        </p:nvGrpSpPr>
        <p:grpSpPr bwMode="auto">
          <a:xfrm>
            <a:off x="1828800" y="1395412"/>
            <a:ext cx="6248400" cy="1625600"/>
            <a:chOff x="1152" y="879"/>
            <a:chExt cx="3936" cy="1024"/>
          </a:xfrm>
        </p:grpSpPr>
        <p:grpSp>
          <p:nvGrpSpPr>
            <p:cNvPr id="57348" name="Group 98"/>
            <p:cNvGrpSpPr>
              <a:grpSpLocks/>
            </p:cNvGrpSpPr>
            <p:nvPr/>
          </p:nvGrpSpPr>
          <p:grpSpPr bwMode="auto">
            <a:xfrm>
              <a:off x="1152" y="1200"/>
              <a:ext cx="3936" cy="703"/>
              <a:chOff x="144" y="288"/>
              <a:chExt cx="3936" cy="703"/>
            </a:xfrm>
          </p:grpSpPr>
          <p:sp>
            <p:nvSpPr>
              <p:cNvPr id="57350" name="Line 99"/>
              <p:cNvSpPr>
                <a:spLocks noChangeShapeType="1"/>
              </p:cNvSpPr>
              <p:nvPr/>
            </p:nvSpPr>
            <p:spPr bwMode="auto">
              <a:xfrm flipH="1">
                <a:off x="144" y="480"/>
                <a:ext cx="2976" cy="51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squar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57351" name="Text Box 100"/>
              <p:cNvSpPr txBox="1">
                <a:spLocks noChangeArrowheads="1"/>
              </p:cNvSpPr>
              <p:nvPr/>
            </p:nvSpPr>
            <p:spPr bwMode="auto">
              <a:xfrm>
                <a:off x="2352" y="288"/>
                <a:ext cx="1728" cy="330"/>
              </a:xfrm>
              <a:prstGeom prst="rect">
                <a:avLst/>
              </a:prstGeom>
              <a:solidFill>
                <a:srgbClr val="99CC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400" dirty="0"/>
                  <a:t>Returning </a:t>
                </a:r>
                <a:r>
                  <a:rPr lang="en-US" sz="1400" b="1" dirty="0">
                    <a:latin typeface="Courier New" panose="02070309020205020404" pitchFamily="49" charset="0"/>
                  </a:rPr>
                  <a:t>*this</a:t>
                </a:r>
                <a:r>
                  <a:rPr lang="en-US" sz="1400" dirty="0"/>
                  <a:t> enables cascading function calls</a:t>
                </a:r>
              </a:p>
            </p:txBody>
          </p:sp>
        </p:grpSp>
        <p:sp>
          <p:nvSpPr>
            <p:cNvPr id="57349" name="Line 101"/>
            <p:cNvSpPr>
              <a:spLocks noChangeShapeType="1"/>
            </p:cNvSpPr>
            <p:nvPr/>
          </p:nvSpPr>
          <p:spPr bwMode="auto">
            <a:xfrm flipH="1" flipV="1">
              <a:off x="1152" y="879"/>
              <a:ext cx="2208" cy="56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 anchor="ctr">
              <a:spAutoFit/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4873283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7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370" name="Group 4"/>
          <p:cNvGrpSpPr>
            <a:grpSpLocks/>
          </p:cNvGrpSpPr>
          <p:nvPr/>
        </p:nvGrpSpPr>
        <p:grpSpPr bwMode="auto">
          <a:xfrm>
            <a:off x="0" y="0"/>
            <a:ext cx="6781800" cy="212725"/>
            <a:chOff x="0" y="0"/>
            <a:chExt cx="3072" cy="374"/>
          </a:xfrm>
        </p:grpSpPr>
        <p:sp>
          <p:nvSpPr>
            <p:cNvPr id="58475" name="Rectangle 5"/>
            <p:cNvSpPr>
              <a:spLocks noChangeArrowheads="1"/>
            </p:cNvSpPr>
            <p:nvPr/>
          </p:nvSpPr>
          <p:spPr bwMode="auto">
            <a:xfrm>
              <a:off x="0" y="26"/>
              <a:ext cx="3072" cy="32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58476" name="Rectangle 6"/>
            <p:cNvSpPr>
              <a:spLocks noChangeArrowheads="1"/>
            </p:cNvSpPr>
            <p:nvPr/>
          </p:nvSpPr>
          <p:spPr bwMode="auto">
            <a:xfrm>
              <a:off x="0" y="0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95	</a:t>
              </a:r>
              <a:r>
                <a:rPr lang="en-US" sz="1200" b="1">
                  <a:latin typeface="Courier New" panose="02070309020205020404" pitchFamily="49" charset="0"/>
                </a:rPr>
                <a:t>}</a:t>
              </a: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58371" name="Group 7"/>
          <p:cNvGrpSpPr>
            <a:grpSpLocks/>
          </p:cNvGrpSpPr>
          <p:nvPr/>
        </p:nvGrpSpPr>
        <p:grpSpPr bwMode="auto">
          <a:xfrm>
            <a:off x="0" y="212725"/>
            <a:ext cx="6781800" cy="214313"/>
            <a:chOff x="0" y="374"/>
            <a:chExt cx="3072" cy="374"/>
          </a:xfrm>
        </p:grpSpPr>
        <p:sp>
          <p:nvSpPr>
            <p:cNvPr id="58473" name="Rectangle 8"/>
            <p:cNvSpPr>
              <a:spLocks noChangeArrowheads="1"/>
            </p:cNvSpPr>
            <p:nvPr/>
          </p:nvSpPr>
          <p:spPr bwMode="auto">
            <a:xfrm>
              <a:off x="0" y="400"/>
              <a:ext cx="3072" cy="32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58474" name="Rectangle 9"/>
            <p:cNvSpPr>
              <a:spLocks noChangeArrowheads="1"/>
            </p:cNvSpPr>
            <p:nvPr/>
          </p:nvSpPr>
          <p:spPr bwMode="auto">
            <a:xfrm>
              <a:off x="0" y="374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96	</a:t>
              </a:r>
              <a:endParaRPr lang="en-US" sz="1200" b="1">
                <a:latin typeface="Courier New" panose="02070309020205020404" pitchFamily="49" charset="0"/>
              </a:endParaRP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58372" name="Group 10"/>
          <p:cNvGrpSpPr>
            <a:grpSpLocks/>
          </p:cNvGrpSpPr>
          <p:nvPr/>
        </p:nvGrpSpPr>
        <p:grpSpPr bwMode="auto">
          <a:xfrm>
            <a:off x="0" y="427038"/>
            <a:ext cx="6781800" cy="212725"/>
            <a:chOff x="0" y="748"/>
            <a:chExt cx="3072" cy="374"/>
          </a:xfrm>
        </p:grpSpPr>
        <p:sp>
          <p:nvSpPr>
            <p:cNvPr id="58471" name="Rectangle 11"/>
            <p:cNvSpPr>
              <a:spLocks noChangeArrowheads="1"/>
            </p:cNvSpPr>
            <p:nvPr/>
          </p:nvSpPr>
          <p:spPr bwMode="auto">
            <a:xfrm>
              <a:off x="0" y="774"/>
              <a:ext cx="3072" cy="32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58472" name="Rectangle 12"/>
            <p:cNvSpPr>
              <a:spLocks noChangeArrowheads="1"/>
            </p:cNvSpPr>
            <p:nvPr/>
          </p:nvSpPr>
          <p:spPr bwMode="auto">
            <a:xfrm>
              <a:off x="0" y="748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97	</a:t>
              </a:r>
              <a:r>
                <a:rPr lang="en-US" sz="1200" b="1">
                  <a:solidFill>
                    <a:srgbClr val="33CC33"/>
                  </a:solidFill>
                  <a:latin typeface="Courier New" panose="02070309020205020404" pitchFamily="49" charset="0"/>
                </a:rPr>
                <a:t>// Display standard format time: HH:MM:SS AM (or PM)</a:t>
              </a:r>
              <a:endParaRPr lang="en-US" sz="1200" b="1">
                <a:latin typeface="Courier New" panose="02070309020205020404" pitchFamily="49" charset="0"/>
              </a:endParaRP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58373" name="Group 13"/>
          <p:cNvGrpSpPr>
            <a:grpSpLocks/>
          </p:cNvGrpSpPr>
          <p:nvPr/>
        </p:nvGrpSpPr>
        <p:grpSpPr bwMode="auto">
          <a:xfrm>
            <a:off x="0" y="639763"/>
            <a:ext cx="6781800" cy="214312"/>
            <a:chOff x="0" y="1122"/>
            <a:chExt cx="3072" cy="374"/>
          </a:xfrm>
        </p:grpSpPr>
        <p:sp>
          <p:nvSpPr>
            <p:cNvPr id="58469" name="Rectangle 14"/>
            <p:cNvSpPr>
              <a:spLocks noChangeArrowheads="1"/>
            </p:cNvSpPr>
            <p:nvPr/>
          </p:nvSpPr>
          <p:spPr bwMode="auto">
            <a:xfrm>
              <a:off x="0" y="1148"/>
              <a:ext cx="3072" cy="32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58470" name="Rectangle 15"/>
            <p:cNvSpPr>
              <a:spLocks noChangeArrowheads="1"/>
            </p:cNvSpPr>
            <p:nvPr/>
          </p:nvSpPr>
          <p:spPr bwMode="auto">
            <a:xfrm>
              <a:off x="0" y="1122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98	</a:t>
              </a:r>
              <a:r>
                <a:rPr lang="en-US" sz="1200" b="1">
                  <a:solidFill>
                    <a:srgbClr val="275AFF"/>
                  </a:solidFill>
                  <a:latin typeface="Courier New" panose="02070309020205020404" pitchFamily="49" charset="0"/>
                </a:rPr>
                <a:t>void</a:t>
              </a:r>
              <a:r>
                <a:rPr lang="en-US" sz="1200" b="1">
                  <a:latin typeface="Courier New" panose="02070309020205020404" pitchFamily="49" charset="0"/>
                </a:rPr>
                <a:t> Time::printStandard() </a:t>
              </a:r>
              <a:r>
                <a:rPr lang="en-US" sz="1200" b="1">
                  <a:solidFill>
                    <a:srgbClr val="275AFF"/>
                  </a:solidFill>
                  <a:latin typeface="Courier New" panose="02070309020205020404" pitchFamily="49" charset="0"/>
                </a:rPr>
                <a:t>const</a:t>
              </a:r>
              <a:endParaRPr lang="en-US" sz="1200" b="1">
                <a:latin typeface="Courier New" panose="02070309020205020404" pitchFamily="49" charset="0"/>
              </a:endParaRP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58374" name="Group 16"/>
          <p:cNvGrpSpPr>
            <a:grpSpLocks/>
          </p:cNvGrpSpPr>
          <p:nvPr/>
        </p:nvGrpSpPr>
        <p:grpSpPr bwMode="auto">
          <a:xfrm>
            <a:off x="0" y="854075"/>
            <a:ext cx="6781800" cy="212725"/>
            <a:chOff x="0" y="1496"/>
            <a:chExt cx="3072" cy="374"/>
          </a:xfrm>
        </p:grpSpPr>
        <p:sp>
          <p:nvSpPr>
            <p:cNvPr id="58467" name="Rectangle 17"/>
            <p:cNvSpPr>
              <a:spLocks noChangeArrowheads="1"/>
            </p:cNvSpPr>
            <p:nvPr/>
          </p:nvSpPr>
          <p:spPr bwMode="auto">
            <a:xfrm>
              <a:off x="0" y="1522"/>
              <a:ext cx="3072" cy="32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58468" name="Rectangle 18"/>
            <p:cNvSpPr>
              <a:spLocks noChangeArrowheads="1"/>
            </p:cNvSpPr>
            <p:nvPr/>
          </p:nvSpPr>
          <p:spPr bwMode="auto">
            <a:xfrm>
              <a:off x="0" y="1496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99	</a:t>
              </a:r>
              <a:r>
                <a:rPr lang="en-US" sz="1200" b="1">
                  <a:latin typeface="Courier New" panose="02070309020205020404" pitchFamily="49" charset="0"/>
                </a:rPr>
                <a:t>{</a:t>
              </a: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58375" name="Group 19"/>
          <p:cNvGrpSpPr>
            <a:grpSpLocks/>
          </p:cNvGrpSpPr>
          <p:nvPr/>
        </p:nvGrpSpPr>
        <p:grpSpPr bwMode="auto">
          <a:xfrm>
            <a:off x="0" y="1066800"/>
            <a:ext cx="6781800" cy="212725"/>
            <a:chOff x="0" y="1870"/>
            <a:chExt cx="3072" cy="374"/>
          </a:xfrm>
        </p:grpSpPr>
        <p:sp>
          <p:nvSpPr>
            <p:cNvPr id="58465" name="Rectangle 20"/>
            <p:cNvSpPr>
              <a:spLocks noChangeArrowheads="1"/>
            </p:cNvSpPr>
            <p:nvPr/>
          </p:nvSpPr>
          <p:spPr bwMode="auto">
            <a:xfrm>
              <a:off x="0" y="1896"/>
              <a:ext cx="3072" cy="32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58466" name="Rectangle 21"/>
            <p:cNvSpPr>
              <a:spLocks noChangeArrowheads="1"/>
            </p:cNvSpPr>
            <p:nvPr/>
          </p:nvSpPr>
          <p:spPr bwMode="auto">
            <a:xfrm>
              <a:off x="0" y="1870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100	</a:t>
              </a:r>
              <a:r>
                <a:rPr lang="en-US" sz="1200" b="1">
                  <a:latin typeface="Courier New" panose="02070309020205020404" pitchFamily="49" charset="0"/>
                </a:rPr>
                <a:t>   cout &lt;&lt; ( ( hour == 0 || hour == 12 ) ? 12 : hour % 12 ) </a:t>
              </a: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58376" name="Group 22"/>
          <p:cNvGrpSpPr>
            <a:grpSpLocks/>
          </p:cNvGrpSpPr>
          <p:nvPr/>
        </p:nvGrpSpPr>
        <p:grpSpPr bwMode="auto">
          <a:xfrm>
            <a:off x="0" y="1279525"/>
            <a:ext cx="6781800" cy="214313"/>
            <a:chOff x="0" y="2244"/>
            <a:chExt cx="3072" cy="374"/>
          </a:xfrm>
        </p:grpSpPr>
        <p:sp>
          <p:nvSpPr>
            <p:cNvPr id="58463" name="Rectangle 23"/>
            <p:cNvSpPr>
              <a:spLocks noChangeArrowheads="1"/>
            </p:cNvSpPr>
            <p:nvPr/>
          </p:nvSpPr>
          <p:spPr bwMode="auto">
            <a:xfrm>
              <a:off x="0" y="2270"/>
              <a:ext cx="3072" cy="32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58464" name="Rectangle 24"/>
            <p:cNvSpPr>
              <a:spLocks noChangeArrowheads="1"/>
            </p:cNvSpPr>
            <p:nvPr/>
          </p:nvSpPr>
          <p:spPr bwMode="auto">
            <a:xfrm>
              <a:off x="0" y="2244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101	</a:t>
              </a:r>
              <a:r>
                <a:rPr lang="en-US" sz="1200" b="1">
                  <a:latin typeface="Courier New" panose="02070309020205020404" pitchFamily="49" charset="0"/>
                </a:rPr>
                <a:t>        &lt;&lt; ":" &lt;&lt; ( minute &lt; 10 ? "0" : "" ) &lt;&lt; minute </a:t>
              </a: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58377" name="Group 25"/>
          <p:cNvGrpSpPr>
            <a:grpSpLocks/>
          </p:cNvGrpSpPr>
          <p:nvPr/>
        </p:nvGrpSpPr>
        <p:grpSpPr bwMode="auto">
          <a:xfrm>
            <a:off x="0" y="1493838"/>
            <a:ext cx="6781800" cy="212725"/>
            <a:chOff x="0" y="2618"/>
            <a:chExt cx="3072" cy="374"/>
          </a:xfrm>
        </p:grpSpPr>
        <p:sp>
          <p:nvSpPr>
            <p:cNvPr id="58461" name="Rectangle 26"/>
            <p:cNvSpPr>
              <a:spLocks noChangeArrowheads="1"/>
            </p:cNvSpPr>
            <p:nvPr/>
          </p:nvSpPr>
          <p:spPr bwMode="auto">
            <a:xfrm>
              <a:off x="0" y="2644"/>
              <a:ext cx="3072" cy="32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58462" name="Rectangle 27"/>
            <p:cNvSpPr>
              <a:spLocks noChangeArrowheads="1"/>
            </p:cNvSpPr>
            <p:nvPr/>
          </p:nvSpPr>
          <p:spPr bwMode="auto">
            <a:xfrm>
              <a:off x="0" y="2618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102	</a:t>
              </a:r>
              <a:r>
                <a:rPr lang="en-US" sz="1200" b="1">
                  <a:latin typeface="Courier New" panose="02070309020205020404" pitchFamily="49" charset="0"/>
                </a:rPr>
                <a:t>        &lt;&lt; ":" &lt;&lt; ( second &lt; 10 ? "0" : "" ) &lt;&lt; second</a:t>
              </a: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58378" name="Group 28"/>
          <p:cNvGrpSpPr>
            <a:grpSpLocks/>
          </p:cNvGrpSpPr>
          <p:nvPr/>
        </p:nvGrpSpPr>
        <p:grpSpPr bwMode="auto">
          <a:xfrm>
            <a:off x="0" y="1706563"/>
            <a:ext cx="6781800" cy="212725"/>
            <a:chOff x="0" y="2992"/>
            <a:chExt cx="3072" cy="374"/>
          </a:xfrm>
        </p:grpSpPr>
        <p:sp>
          <p:nvSpPr>
            <p:cNvPr id="58459" name="Rectangle 29"/>
            <p:cNvSpPr>
              <a:spLocks noChangeArrowheads="1"/>
            </p:cNvSpPr>
            <p:nvPr/>
          </p:nvSpPr>
          <p:spPr bwMode="auto">
            <a:xfrm>
              <a:off x="0" y="3018"/>
              <a:ext cx="3072" cy="32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58460" name="Rectangle 30"/>
            <p:cNvSpPr>
              <a:spLocks noChangeArrowheads="1"/>
            </p:cNvSpPr>
            <p:nvPr/>
          </p:nvSpPr>
          <p:spPr bwMode="auto">
            <a:xfrm>
              <a:off x="0" y="2992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103	</a:t>
              </a:r>
              <a:r>
                <a:rPr lang="en-US" sz="1200" b="1">
                  <a:latin typeface="Courier New" panose="02070309020205020404" pitchFamily="49" charset="0"/>
                </a:rPr>
                <a:t>        &lt;&lt; ( hour &lt; 12 ? " AM" : " PM" );</a:t>
              </a: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58379" name="Group 31"/>
          <p:cNvGrpSpPr>
            <a:grpSpLocks/>
          </p:cNvGrpSpPr>
          <p:nvPr/>
        </p:nvGrpSpPr>
        <p:grpSpPr bwMode="auto">
          <a:xfrm>
            <a:off x="0" y="1920875"/>
            <a:ext cx="6781800" cy="212725"/>
            <a:chOff x="0" y="3366"/>
            <a:chExt cx="3072" cy="374"/>
          </a:xfrm>
        </p:grpSpPr>
        <p:sp>
          <p:nvSpPr>
            <p:cNvPr id="58455" name="Rectangle 32"/>
            <p:cNvSpPr>
              <a:spLocks noChangeArrowheads="1"/>
            </p:cNvSpPr>
            <p:nvPr/>
          </p:nvSpPr>
          <p:spPr bwMode="auto">
            <a:xfrm>
              <a:off x="0" y="3392"/>
              <a:ext cx="3072" cy="32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grpSp>
          <p:nvGrpSpPr>
            <p:cNvPr id="58456" name="Group 33"/>
            <p:cNvGrpSpPr>
              <a:grpSpLocks/>
            </p:cNvGrpSpPr>
            <p:nvPr/>
          </p:nvGrpSpPr>
          <p:grpSpPr bwMode="auto">
            <a:xfrm>
              <a:off x="0" y="3366"/>
              <a:ext cx="3072" cy="374"/>
              <a:chOff x="0" y="3366"/>
              <a:chExt cx="3072" cy="374"/>
            </a:xfrm>
          </p:grpSpPr>
          <p:sp>
            <p:nvSpPr>
              <p:cNvPr id="58457" name="Rectangle 34"/>
              <p:cNvSpPr>
                <a:spLocks noChangeArrowheads="1"/>
              </p:cNvSpPr>
              <p:nvPr/>
            </p:nvSpPr>
            <p:spPr bwMode="auto">
              <a:xfrm>
                <a:off x="0" y="3366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tIns="0" bIns="0"/>
              <a:lstStyle>
                <a:lvl1pPr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200" b="1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104	</a:t>
                </a:r>
                <a:r>
                  <a:rPr lang="en-US" sz="1200" b="1">
                    <a:latin typeface="Courier New" panose="02070309020205020404" pitchFamily="49" charset="0"/>
                  </a:rPr>
                  <a:t>}</a:t>
                </a:r>
              </a:p>
              <a:p>
                <a:pPr eaLnBrk="1" hangingPunct="1"/>
                <a:endParaRPr lang="en-US" sz="1200" b="1">
                  <a:latin typeface="Courier New" panose="02070309020205020404" pitchFamily="49" charset="0"/>
                </a:endParaRPr>
              </a:p>
            </p:txBody>
          </p:sp>
          <p:sp>
            <p:nvSpPr>
              <p:cNvPr id="58458" name="Rectangle 35"/>
              <p:cNvSpPr>
                <a:spLocks noChangeArrowheads="1"/>
              </p:cNvSpPr>
              <p:nvPr/>
            </p:nvSpPr>
            <p:spPr bwMode="auto">
              <a:xfrm>
                <a:off x="0" y="3392"/>
                <a:ext cx="3072" cy="3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7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tIns="0" bIns="0"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200"/>
              </a:p>
            </p:txBody>
          </p:sp>
        </p:grpSp>
      </p:grpSp>
      <p:grpSp>
        <p:nvGrpSpPr>
          <p:cNvPr id="58380" name="Group 37"/>
          <p:cNvGrpSpPr>
            <a:grpSpLocks/>
          </p:cNvGrpSpPr>
          <p:nvPr/>
        </p:nvGrpSpPr>
        <p:grpSpPr bwMode="auto">
          <a:xfrm>
            <a:off x="0" y="2133600"/>
            <a:ext cx="6781800" cy="214313"/>
            <a:chOff x="0" y="0"/>
            <a:chExt cx="3072" cy="374"/>
          </a:xfrm>
        </p:grpSpPr>
        <p:sp>
          <p:nvSpPr>
            <p:cNvPr id="58453" name="Rectangle 38"/>
            <p:cNvSpPr>
              <a:spLocks noChangeArrowheads="1"/>
            </p:cNvSpPr>
            <p:nvPr/>
          </p:nvSpPr>
          <p:spPr bwMode="auto">
            <a:xfrm>
              <a:off x="0" y="26"/>
              <a:ext cx="3072" cy="32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58454" name="Rectangle 39"/>
            <p:cNvSpPr>
              <a:spLocks noChangeArrowheads="1"/>
            </p:cNvSpPr>
            <p:nvPr/>
          </p:nvSpPr>
          <p:spPr bwMode="auto">
            <a:xfrm>
              <a:off x="0" y="0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105	</a:t>
              </a:r>
              <a:r>
                <a:rPr lang="en-US" sz="1200" b="1">
                  <a:solidFill>
                    <a:srgbClr val="33CC33"/>
                  </a:solidFill>
                  <a:latin typeface="Courier New" panose="02070309020205020404" pitchFamily="49" charset="0"/>
                </a:rPr>
                <a:t>// Fig. 7.8: fig07_08.cpp</a:t>
              </a:r>
              <a:endParaRPr lang="en-US" sz="1200" b="1">
                <a:latin typeface="Courier New" panose="02070309020205020404" pitchFamily="49" charset="0"/>
              </a:endParaRP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58381" name="Group 40"/>
          <p:cNvGrpSpPr>
            <a:grpSpLocks/>
          </p:cNvGrpSpPr>
          <p:nvPr/>
        </p:nvGrpSpPr>
        <p:grpSpPr bwMode="auto">
          <a:xfrm>
            <a:off x="0" y="2347913"/>
            <a:ext cx="6781800" cy="214312"/>
            <a:chOff x="0" y="374"/>
            <a:chExt cx="3072" cy="374"/>
          </a:xfrm>
        </p:grpSpPr>
        <p:sp>
          <p:nvSpPr>
            <p:cNvPr id="58451" name="Rectangle 41"/>
            <p:cNvSpPr>
              <a:spLocks noChangeArrowheads="1"/>
            </p:cNvSpPr>
            <p:nvPr/>
          </p:nvSpPr>
          <p:spPr bwMode="auto">
            <a:xfrm>
              <a:off x="0" y="400"/>
              <a:ext cx="3072" cy="32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58452" name="Rectangle 42"/>
            <p:cNvSpPr>
              <a:spLocks noChangeArrowheads="1"/>
            </p:cNvSpPr>
            <p:nvPr/>
          </p:nvSpPr>
          <p:spPr bwMode="auto">
            <a:xfrm>
              <a:off x="0" y="374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106	</a:t>
              </a:r>
              <a:r>
                <a:rPr lang="en-US" sz="1200" b="1">
                  <a:solidFill>
                    <a:srgbClr val="33CC33"/>
                  </a:solidFill>
                  <a:latin typeface="Courier New" panose="02070309020205020404" pitchFamily="49" charset="0"/>
                </a:rPr>
                <a:t>// Cascading member function calls together</a:t>
              </a:r>
              <a:endParaRPr lang="en-US" sz="1200" b="1">
                <a:latin typeface="Courier New" panose="02070309020205020404" pitchFamily="49" charset="0"/>
              </a:endParaRP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58382" name="Group 43"/>
          <p:cNvGrpSpPr>
            <a:grpSpLocks/>
          </p:cNvGrpSpPr>
          <p:nvPr/>
        </p:nvGrpSpPr>
        <p:grpSpPr bwMode="auto">
          <a:xfrm>
            <a:off x="0" y="2562225"/>
            <a:ext cx="6781800" cy="214313"/>
            <a:chOff x="0" y="748"/>
            <a:chExt cx="3072" cy="374"/>
          </a:xfrm>
        </p:grpSpPr>
        <p:sp>
          <p:nvSpPr>
            <p:cNvPr id="58449" name="Rectangle 44"/>
            <p:cNvSpPr>
              <a:spLocks noChangeArrowheads="1"/>
            </p:cNvSpPr>
            <p:nvPr/>
          </p:nvSpPr>
          <p:spPr bwMode="auto">
            <a:xfrm>
              <a:off x="0" y="774"/>
              <a:ext cx="3072" cy="32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58450" name="Rectangle 45"/>
            <p:cNvSpPr>
              <a:spLocks noChangeArrowheads="1"/>
            </p:cNvSpPr>
            <p:nvPr/>
          </p:nvSpPr>
          <p:spPr bwMode="auto">
            <a:xfrm>
              <a:off x="0" y="748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107	</a:t>
              </a:r>
              <a:r>
                <a:rPr lang="en-US" sz="1200" b="1">
                  <a:solidFill>
                    <a:srgbClr val="33CC33"/>
                  </a:solidFill>
                  <a:latin typeface="Courier New" panose="02070309020205020404" pitchFamily="49" charset="0"/>
                </a:rPr>
                <a:t>// with the this pointer</a:t>
              </a:r>
              <a:endParaRPr lang="en-US" sz="1200" b="1">
                <a:latin typeface="Courier New" panose="02070309020205020404" pitchFamily="49" charset="0"/>
              </a:endParaRP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58383" name="Group 46"/>
          <p:cNvGrpSpPr>
            <a:grpSpLocks/>
          </p:cNvGrpSpPr>
          <p:nvPr/>
        </p:nvGrpSpPr>
        <p:grpSpPr bwMode="auto">
          <a:xfrm>
            <a:off x="0" y="2776538"/>
            <a:ext cx="6781800" cy="215900"/>
            <a:chOff x="0" y="1122"/>
            <a:chExt cx="3072" cy="374"/>
          </a:xfrm>
        </p:grpSpPr>
        <p:sp>
          <p:nvSpPr>
            <p:cNvPr id="58447" name="Rectangle 47"/>
            <p:cNvSpPr>
              <a:spLocks noChangeArrowheads="1"/>
            </p:cNvSpPr>
            <p:nvPr/>
          </p:nvSpPr>
          <p:spPr bwMode="auto">
            <a:xfrm>
              <a:off x="0" y="1148"/>
              <a:ext cx="3072" cy="32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58448" name="Rectangle 48"/>
            <p:cNvSpPr>
              <a:spLocks noChangeArrowheads="1"/>
            </p:cNvSpPr>
            <p:nvPr/>
          </p:nvSpPr>
          <p:spPr bwMode="auto">
            <a:xfrm>
              <a:off x="0" y="1122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108	</a:t>
              </a:r>
              <a:r>
                <a:rPr lang="en-US" sz="1200" b="1">
                  <a:solidFill>
                    <a:srgbClr val="275AFF"/>
                  </a:solidFill>
                  <a:latin typeface="Courier New" panose="02070309020205020404" pitchFamily="49" charset="0"/>
                </a:rPr>
                <a:t>#include</a:t>
              </a:r>
              <a:r>
                <a:rPr lang="en-US" sz="1200" b="1">
                  <a:latin typeface="Courier New" panose="02070309020205020404" pitchFamily="49" charset="0"/>
                </a:rPr>
                <a:t> &lt;iostream&gt;</a:t>
              </a: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58384" name="Group 49"/>
          <p:cNvGrpSpPr>
            <a:grpSpLocks/>
          </p:cNvGrpSpPr>
          <p:nvPr/>
        </p:nvGrpSpPr>
        <p:grpSpPr bwMode="auto">
          <a:xfrm>
            <a:off x="0" y="2992438"/>
            <a:ext cx="6781800" cy="214312"/>
            <a:chOff x="0" y="1496"/>
            <a:chExt cx="3072" cy="374"/>
          </a:xfrm>
        </p:grpSpPr>
        <p:sp>
          <p:nvSpPr>
            <p:cNvPr id="58445" name="Rectangle 50"/>
            <p:cNvSpPr>
              <a:spLocks noChangeArrowheads="1"/>
            </p:cNvSpPr>
            <p:nvPr/>
          </p:nvSpPr>
          <p:spPr bwMode="auto">
            <a:xfrm>
              <a:off x="0" y="1522"/>
              <a:ext cx="3072" cy="32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58446" name="Rectangle 51"/>
            <p:cNvSpPr>
              <a:spLocks noChangeArrowheads="1"/>
            </p:cNvSpPr>
            <p:nvPr/>
          </p:nvSpPr>
          <p:spPr bwMode="auto">
            <a:xfrm>
              <a:off x="0" y="1496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109	</a:t>
              </a:r>
              <a:endParaRPr lang="en-US" sz="1200" b="1">
                <a:latin typeface="Courier New" panose="02070309020205020404" pitchFamily="49" charset="0"/>
              </a:endParaRP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58385" name="Group 52"/>
          <p:cNvGrpSpPr>
            <a:grpSpLocks/>
          </p:cNvGrpSpPr>
          <p:nvPr/>
        </p:nvGrpSpPr>
        <p:grpSpPr bwMode="auto">
          <a:xfrm>
            <a:off x="0" y="3206750"/>
            <a:ext cx="6781800" cy="214313"/>
            <a:chOff x="0" y="1870"/>
            <a:chExt cx="3072" cy="374"/>
          </a:xfrm>
        </p:grpSpPr>
        <p:sp>
          <p:nvSpPr>
            <p:cNvPr id="58443" name="Rectangle 53"/>
            <p:cNvSpPr>
              <a:spLocks noChangeArrowheads="1"/>
            </p:cNvSpPr>
            <p:nvPr/>
          </p:nvSpPr>
          <p:spPr bwMode="auto">
            <a:xfrm>
              <a:off x="0" y="1896"/>
              <a:ext cx="3072" cy="32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58444" name="Rectangle 54"/>
            <p:cNvSpPr>
              <a:spLocks noChangeArrowheads="1"/>
            </p:cNvSpPr>
            <p:nvPr/>
          </p:nvSpPr>
          <p:spPr bwMode="auto">
            <a:xfrm>
              <a:off x="0" y="1870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110	</a:t>
              </a:r>
              <a:r>
                <a:rPr lang="en-US" sz="1200" b="1">
                  <a:solidFill>
                    <a:srgbClr val="275AFF"/>
                  </a:solidFill>
                  <a:latin typeface="Courier New" panose="02070309020205020404" pitchFamily="49" charset="0"/>
                </a:rPr>
                <a:t>using</a:t>
              </a:r>
              <a:r>
                <a:rPr lang="en-US" sz="1200" b="1">
                  <a:latin typeface="Courier New" panose="02070309020205020404" pitchFamily="49" charset="0"/>
                </a:rPr>
                <a:t> std::cout;</a:t>
              </a: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58386" name="Group 55"/>
          <p:cNvGrpSpPr>
            <a:grpSpLocks/>
          </p:cNvGrpSpPr>
          <p:nvPr/>
        </p:nvGrpSpPr>
        <p:grpSpPr bwMode="auto">
          <a:xfrm>
            <a:off x="0" y="3421063"/>
            <a:ext cx="6781800" cy="215900"/>
            <a:chOff x="0" y="2244"/>
            <a:chExt cx="3072" cy="374"/>
          </a:xfrm>
        </p:grpSpPr>
        <p:sp>
          <p:nvSpPr>
            <p:cNvPr id="58441" name="Rectangle 56"/>
            <p:cNvSpPr>
              <a:spLocks noChangeArrowheads="1"/>
            </p:cNvSpPr>
            <p:nvPr/>
          </p:nvSpPr>
          <p:spPr bwMode="auto">
            <a:xfrm>
              <a:off x="0" y="2270"/>
              <a:ext cx="3072" cy="32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58442" name="Rectangle 57"/>
            <p:cNvSpPr>
              <a:spLocks noChangeArrowheads="1"/>
            </p:cNvSpPr>
            <p:nvPr/>
          </p:nvSpPr>
          <p:spPr bwMode="auto">
            <a:xfrm>
              <a:off x="0" y="2244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111	</a:t>
              </a:r>
              <a:r>
                <a:rPr lang="en-US" sz="1200" b="1">
                  <a:solidFill>
                    <a:srgbClr val="275AFF"/>
                  </a:solidFill>
                  <a:latin typeface="Courier New" panose="02070309020205020404" pitchFamily="49" charset="0"/>
                </a:rPr>
                <a:t>using</a:t>
              </a:r>
              <a:r>
                <a:rPr lang="en-US" sz="1200" b="1">
                  <a:latin typeface="Courier New" panose="02070309020205020404" pitchFamily="49" charset="0"/>
                </a:rPr>
                <a:t> std::endl;</a:t>
              </a: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58387" name="Group 58"/>
          <p:cNvGrpSpPr>
            <a:grpSpLocks/>
          </p:cNvGrpSpPr>
          <p:nvPr/>
        </p:nvGrpSpPr>
        <p:grpSpPr bwMode="auto">
          <a:xfrm>
            <a:off x="0" y="3636963"/>
            <a:ext cx="6781800" cy="214312"/>
            <a:chOff x="0" y="2618"/>
            <a:chExt cx="3072" cy="374"/>
          </a:xfrm>
        </p:grpSpPr>
        <p:sp>
          <p:nvSpPr>
            <p:cNvPr id="58439" name="Rectangle 59"/>
            <p:cNvSpPr>
              <a:spLocks noChangeArrowheads="1"/>
            </p:cNvSpPr>
            <p:nvPr/>
          </p:nvSpPr>
          <p:spPr bwMode="auto">
            <a:xfrm>
              <a:off x="0" y="2644"/>
              <a:ext cx="3072" cy="32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58440" name="Rectangle 60"/>
            <p:cNvSpPr>
              <a:spLocks noChangeArrowheads="1"/>
            </p:cNvSpPr>
            <p:nvPr/>
          </p:nvSpPr>
          <p:spPr bwMode="auto">
            <a:xfrm>
              <a:off x="0" y="2618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112	</a:t>
              </a:r>
              <a:endParaRPr lang="en-US" sz="1200" b="1">
                <a:latin typeface="Courier New" panose="02070309020205020404" pitchFamily="49" charset="0"/>
              </a:endParaRP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58388" name="Group 61"/>
          <p:cNvGrpSpPr>
            <a:grpSpLocks/>
          </p:cNvGrpSpPr>
          <p:nvPr/>
        </p:nvGrpSpPr>
        <p:grpSpPr bwMode="auto">
          <a:xfrm>
            <a:off x="0" y="3851275"/>
            <a:ext cx="6781800" cy="214313"/>
            <a:chOff x="0" y="2992"/>
            <a:chExt cx="3072" cy="374"/>
          </a:xfrm>
        </p:grpSpPr>
        <p:sp>
          <p:nvSpPr>
            <p:cNvPr id="58437" name="Rectangle 62"/>
            <p:cNvSpPr>
              <a:spLocks noChangeArrowheads="1"/>
            </p:cNvSpPr>
            <p:nvPr/>
          </p:nvSpPr>
          <p:spPr bwMode="auto">
            <a:xfrm>
              <a:off x="0" y="3018"/>
              <a:ext cx="3072" cy="32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58438" name="Rectangle 63"/>
            <p:cNvSpPr>
              <a:spLocks noChangeArrowheads="1"/>
            </p:cNvSpPr>
            <p:nvPr/>
          </p:nvSpPr>
          <p:spPr bwMode="auto">
            <a:xfrm>
              <a:off x="0" y="2992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113	</a:t>
              </a:r>
              <a:r>
                <a:rPr lang="en-US" sz="1200" b="1">
                  <a:solidFill>
                    <a:srgbClr val="275AFF"/>
                  </a:solidFill>
                  <a:latin typeface="Courier New" panose="02070309020205020404" pitchFamily="49" charset="0"/>
                </a:rPr>
                <a:t>#include</a:t>
              </a:r>
              <a:r>
                <a:rPr lang="en-US" sz="1200" b="1">
                  <a:latin typeface="Courier New" panose="02070309020205020404" pitchFamily="49" charset="0"/>
                </a:rPr>
                <a:t> "time6.h"</a:t>
              </a: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58389" name="Group 64"/>
          <p:cNvGrpSpPr>
            <a:grpSpLocks/>
          </p:cNvGrpSpPr>
          <p:nvPr/>
        </p:nvGrpSpPr>
        <p:grpSpPr bwMode="auto">
          <a:xfrm>
            <a:off x="0" y="4065588"/>
            <a:ext cx="6781800" cy="215900"/>
            <a:chOff x="0" y="3366"/>
            <a:chExt cx="3072" cy="374"/>
          </a:xfrm>
        </p:grpSpPr>
        <p:sp>
          <p:nvSpPr>
            <p:cNvPr id="58435" name="Rectangle 65"/>
            <p:cNvSpPr>
              <a:spLocks noChangeArrowheads="1"/>
            </p:cNvSpPr>
            <p:nvPr/>
          </p:nvSpPr>
          <p:spPr bwMode="auto">
            <a:xfrm>
              <a:off x="0" y="3392"/>
              <a:ext cx="3072" cy="32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58436" name="Rectangle 66"/>
            <p:cNvSpPr>
              <a:spLocks noChangeArrowheads="1"/>
            </p:cNvSpPr>
            <p:nvPr/>
          </p:nvSpPr>
          <p:spPr bwMode="auto">
            <a:xfrm>
              <a:off x="0" y="3366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114	</a:t>
              </a:r>
              <a:endParaRPr lang="en-US" sz="1200" b="1">
                <a:latin typeface="Courier New" panose="02070309020205020404" pitchFamily="49" charset="0"/>
              </a:endParaRP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58390" name="Group 67"/>
          <p:cNvGrpSpPr>
            <a:grpSpLocks/>
          </p:cNvGrpSpPr>
          <p:nvPr/>
        </p:nvGrpSpPr>
        <p:grpSpPr bwMode="auto">
          <a:xfrm>
            <a:off x="0" y="4281488"/>
            <a:ext cx="6781800" cy="214312"/>
            <a:chOff x="0" y="3740"/>
            <a:chExt cx="3072" cy="374"/>
          </a:xfrm>
        </p:grpSpPr>
        <p:sp>
          <p:nvSpPr>
            <p:cNvPr id="58433" name="Rectangle 68"/>
            <p:cNvSpPr>
              <a:spLocks noChangeArrowheads="1"/>
            </p:cNvSpPr>
            <p:nvPr/>
          </p:nvSpPr>
          <p:spPr bwMode="auto">
            <a:xfrm>
              <a:off x="0" y="3766"/>
              <a:ext cx="3072" cy="32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58434" name="Rectangle 69"/>
            <p:cNvSpPr>
              <a:spLocks noChangeArrowheads="1"/>
            </p:cNvSpPr>
            <p:nvPr/>
          </p:nvSpPr>
          <p:spPr bwMode="auto">
            <a:xfrm>
              <a:off x="0" y="3740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115	</a:t>
              </a:r>
              <a:r>
                <a:rPr lang="en-US" sz="1200" b="1">
                  <a:solidFill>
                    <a:srgbClr val="275AFF"/>
                  </a:solidFill>
                  <a:latin typeface="Courier New" panose="02070309020205020404" pitchFamily="49" charset="0"/>
                </a:rPr>
                <a:t>int</a:t>
              </a:r>
              <a:r>
                <a:rPr lang="en-US" sz="1200" b="1">
                  <a:latin typeface="Courier New" panose="02070309020205020404" pitchFamily="49" charset="0"/>
                </a:rPr>
                <a:t> main()</a:t>
              </a: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58391" name="Group 70"/>
          <p:cNvGrpSpPr>
            <a:grpSpLocks/>
          </p:cNvGrpSpPr>
          <p:nvPr/>
        </p:nvGrpSpPr>
        <p:grpSpPr bwMode="auto">
          <a:xfrm>
            <a:off x="0" y="4495800"/>
            <a:ext cx="6781800" cy="214313"/>
            <a:chOff x="0" y="4114"/>
            <a:chExt cx="3072" cy="374"/>
          </a:xfrm>
        </p:grpSpPr>
        <p:sp>
          <p:nvSpPr>
            <p:cNvPr id="58431" name="Rectangle 71"/>
            <p:cNvSpPr>
              <a:spLocks noChangeArrowheads="1"/>
            </p:cNvSpPr>
            <p:nvPr/>
          </p:nvSpPr>
          <p:spPr bwMode="auto">
            <a:xfrm>
              <a:off x="0" y="4140"/>
              <a:ext cx="3072" cy="32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58432" name="Rectangle 72"/>
            <p:cNvSpPr>
              <a:spLocks noChangeArrowheads="1"/>
            </p:cNvSpPr>
            <p:nvPr/>
          </p:nvSpPr>
          <p:spPr bwMode="auto">
            <a:xfrm>
              <a:off x="0" y="4114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116	</a:t>
              </a:r>
              <a:r>
                <a:rPr lang="en-US" sz="1200" b="1">
                  <a:latin typeface="Courier New" panose="02070309020205020404" pitchFamily="49" charset="0"/>
                </a:rPr>
                <a:t>{</a:t>
              </a: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58392" name="Group 73"/>
          <p:cNvGrpSpPr>
            <a:grpSpLocks/>
          </p:cNvGrpSpPr>
          <p:nvPr/>
        </p:nvGrpSpPr>
        <p:grpSpPr bwMode="auto">
          <a:xfrm>
            <a:off x="0" y="4710113"/>
            <a:ext cx="6781800" cy="215900"/>
            <a:chOff x="0" y="4488"/>
            <a:chExt cx="3072" cy="374"/>
          </a:xfrm>
        </p:grpSpPr>
        <p:sp>
          <p:nvSpPr>
            <p:cNvPr id="58429" name="Rectangle 74"/>
            <p:cNvSpPr>
              <a:spLocks noChangeArrowheads="1"/>
            </p:cNvSpPr>
            <p:nvPr/>
          </p:nvSpPr>
          <p:spPr bwMode="auto">
            <a:xfrm>
              <a:off x="0" y="4514"/>
              <a:ext cx="3072" cy="32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58430" name="Rectangle 75"/>
            <p:cNvSpPr>
              <a:spLocks noChangeArrowheads="1"/>
            </p:cNvSpPr>
            <p:nvPr/>
          </p:nvSpPr>
          <p:spPr bwMode="auto">
            <a:xfrm>
              <a:off x="0" y="4488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117	</a:t>
              </a:r>
              <a:r>
                <a:rPr lang="en-US" sz="1200" b="1">
                  <a:latin typeface="Courier New" panose="02070309020205020404" pitchFamily="49" charset="0"/>
                </a:rPr>
                <a:t>   Time t;</a:t>
              </a: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58393" name="Group 76"/>
          <p:cNvGrpSpPr>
            <a:grpSpLocks/>
          </p:cNvGrpSpPr>
          <p:nvPr/>
        </p:nvGrpSpPr>
        <p:grpSpPr bwMode="auto">
          <a:xfrm>
            <a:off x="0" y="4926013"/>
            <a:ext cx="6781800" cy="214312"/>
            <a:chOff x="0" y="4862"/>
            <a:chExt cx="3072" cy="374"/>
          </a:xfrm>
        </p:grpSpPr>
        <p:sp>
          <p:nvSpPr>
            <p:cNvPr id="58427" name="Rectangle 77"/>
            <p:cNvSpPr>
              <a:spLocks noChangeArrowheads="1"/>
            </p:cNvSpPr>
            <p:nvPr/>
          </p:nvSpPr>
          <p:spPr bwMode="auto">
            <a:xfrm>
              <a:off x="0" y="4888"/>
              <a:ext cx="3072" cy="32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58428" name="Rectangle 78"/>
            <p:cNvSpPr>
              <a:spLocks noChangeArrowheads="1"/>
            </p:cNvSpPr>
            <p:nvPr/>
          </p:nvSpPr>
          <p:spPr bwMode="auto">
            <a:xfrm>
              <a:off x="0" y="4862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118	</a:t>
              </a:r>
              <a:endParaRPr lang="en-US" sz="1200" b="1">
                <a:latin typeface="Courier New" panose="02070309020205020404" pitchFamily="49" charset="0"/>
              </a:endParaRP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58394" name="Group 79"/>
          <p:cNvGrpSpPr>
            <a:grpSpLocks/>
          </p:cNvGrpSpPr>
          <p:nvPr/>
        </p:nvGrpSpPr>
        <p:grpSpPr bwMode="auto">
          <a:xfrm>
            <a:off x="0" y="5140325"/>
            <a:ext cx="6781800" cy="214313"/>
            <a:chOff x="0" y="5236"/>
            <a:chExt cx="3072" cy="374"/>
          </a:xfrm>
        </p:grpSpPr>
        <p:sp>
          <p:nvSpPr>
            <p:cNvPr id="58425" name="Rectangle 80"/>
            <p:cNvSpPr>
              <a:spLocks noChangeArrowheads="1"/>
            </p:cNvSpPr>
            <p:nvPr/>
          </p:nvSpPr>
          <p:spPr bwMode="auto">
            <a:xfrm>
              <a:off x="0" y="5262"/>
              <a:ext cx="3072" cy="32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58426" name="Rectangle 81"/>
            <p:cNvSpPr>
              <a:spLocks noChangeArrowheads="1"/>
            </p:cNvSpPr>
            <p:nvPr/>
          </p:nvSpPr>
          <p:spPr bwMode="auto">
            <a:xfrm>
              <a:off x="0" y="5236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119	</a:t>
              </a:r>
              <a:r>
                <a:rPr lang="en-US" sz="1200" b="1">
                  <a:latin typeface="Courier New" panose="02070309020205020404" pitchFamily="49" charset="0"/>
                </a:rPr>
                <a:t>   t.setHour( 18 ).setMinute( 30 ).setSecond( 22 );</a:t>
              </a: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58395" name="Group 82"/>
          <p:cNvGrpSpPr>
            <a:grpSpLocks/>
          </p:cNvGrpSpPr>
          <p:nvPr/>
        </p:nvGrpSpPr>
        <p:grpSpPr bwMode="auto">
          <a:xfrm>
            <a:off x="0" y="5354638"/>
            <a:ext cx="6781800" cy="215900"/>
            <a:chOff x="0" y="5610"/>
            <a:chExt cx="3072" cy="374"/>
          </a:xfrm>
        </p:grpSpPr>
        <p:sp>
          <p:nvSpPr>
            <p:cNvPr id="58423" name="Rectangle 83"/>
            <p:cNvSpPr>
              <a:spLocks noChangeArrowheads="1"/>
            </p:cNvSpPr>
            <p:nvPr/>
          </p:nvSpPr>
          <p:spPr bwMode="auto">
            <a:xfrm>
              <a:off x="0" y="5636"/>
              <a:ext cx="3072" cy="32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58424" name="Rectangle 84"/>
            <p:cNvSpPr>
              <a:spLocks noChangeArrowheads="1"/>
            </p:cNvSpPr>
            <p:nvPr/>
          </p:nvSpPr>
          <p:spPr bwMode="auto">
            <a:xfrm>
              <a:off x="0" y="5610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120	</a:t>
              </a:r>
              <a:r>
                <a:rPr lang="en-US" sz="1200" b="1">
                  <a:latin typeface="Courier New" panose="02070309020205020404" pitchFamily="49" charset="0"/>
                </a:rPr>
                <a:t>   cout &lt;&lt; "Military time: ";</a:t>
              </a: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58396" name="Group 85"/>
          <p:cNvGrpSpPr>
            <a:grpSpLocks/>
          </p:cNvGrpSpPr>
          <p:nvPr/>
        </p:nvGrpSpPr>
        <p:grpSpPr bwMode="auto">
          <a:xfrm>
            <a:off x="0" y="5570538"/>
            <a:ext cx="6781800" cy="214312"/>
            <a:chOff x="0" y="5984"/>
            <a:chExt cx="3072" cy="374"/>
          </a:xfrm>
        </p:grpSpPr>
        <p:sp>
          <p:nvSpPr>
            <p:cNvPr id="58421" name="Rectangle 86"/>
            <p:cNvSpPr>
              <a:spLocks noChangeArrowheads="1"/>
            </p:cNvSpPr>
            <p:nvPr/>
          </p:nvSpPr>
          <p:spPr bwMode="auto">
            <a:xfrm>
              <a:off x="0" y="6010"/>
              <a:ext cx="3072" cy="32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58422" name="Rectangle 87"/>
            <p:cNvSpPr>
              <a:spLocks noChangeArrowheads="1"/>
            </p:cNvSpPr>
            <p:nvPr/>
          </p:nvSpPr>
          <p:spPr bwMode="auto">
            <a:xfrm>
              <a:off x="0" y="5984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121	</a:t>
              </a:r>
              <a:r>
                <a:rPr lang="en-US" sz="1200" b="1">
                  <a:latin typeface="Courier New" panose="02070309020205020404" pitchFamily="49" charset="0"/>
                </a:rPr>
                <a:t>   t.printMilitary();</a:t>
              </a: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58397" name="Group 88"/>
          <p:cNvGrpSpPr>
            <a:grpSpLocks/>
          </p:cNvGrpSpPr>
          <p:nvPr/>
        </p:nvGrpSpPr>
        <p:grpSpPr bwMode="auto">
          <a:xfrm>
            <a:off x="0" y="5784850"/>
            <a:ext cx="6781800" cy="214313"/>
            <a:chOff x="0" y="6358"/>
            <a:chExt cx="3072" cy="374"/>
          </a:xfrm>
        </p:grpSpPr>
        <p:sp>
          <p:nvSpPr>
            <p:cNvPr id="58419" name="Rectangle 89"/>
            <p:cNvSpPr>
              <a:spLocks noChangeArrowheads="1"/>
            </p:cNvSpPr>
            <p:nvPr/>
          </p:nvSpPr>
          <p:spPr bwMode="auto">
            <a:xfrm>
              <a:off x="0" y="6384"/>
              <a:ext cx="3072" cy="32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58420" name="Rectangle 90"/>
            <p:cNvSpPr>
              <a:spLocks noChangeArrowheads="1"/>
            </p:cNvSpPr>
            <p:nvPr/>
          </p:nvSpPr>
          <p:spPr bwMode="auto">
            <a:xfrm>
              <a:off x="0" y="6358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122	</a:t>
              </a:r>
              <a:r>
                <a:rPr lang="en-US" sz="1200" b="1">
                  <a:latin typeface="Courier New" panose="02070309020205020404" pitchFamily="49" charset="0"/>
                </a:rPr>
                <a:t>   cout &lt;&lt; "\nStandard time: ";</a:t>
              </a: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58398" name="Group 91"/>
          <p:cNvGrpSpPr>
            <a:grpSpLocks/>
          </p:cNvGrpSpPr>
          <p:nvPr/>
        </p:nvGrpSpPr>
        <p:grpSpPr bwMode="auto">
          <a:xfrm>
            <a:off x="0" y="5999163"/>
            <a:ext cx="6781800" cy="215900"/>
            <a:chOff x="0" y="6732"/>
            <a:chExt cx="3072" cy="374"/>
          </a:xfrm>
        </p:grpSpPr>
        <p:sp>
          <p:nvSpPr>
            <p:cNvPr id="58417" name="Rectangle 92"/>
            <p:cNvSpPr>
              <a:spLocks noChangeArrowheads="1"/>
            </p:cNvSpPr>
            <p:nvPr/>
          </p:nvSpPr>
          <p:spPr bwMode="auto">
            <a:xfrm>
              <a:off x="0" y="6758"/>
              <a:ext cx="3072" cy="32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58418" name="Rectangle 93"/>
            <p:cNvSpPr>
              <a:spLocks noChangeArrowheads="1"/>
            </p:cNvSpPr>
            <p:nvPr/>
          </p:nvSpPr>
          <p:spPr bwMode="auto">
            <a:xfrm>
              <a:off x="0" y="6732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123	</a:t>
              </a:r>
              <a:r>
                <a:rPr lang="en-US" sz="1200" b="1">
                  <a:latin typeface="Courier New" panose="02070309020205020404" pitchFamily="49" charset="0"/>
                </a:rPr>
                <a:t>   t.printStandard();</a:t>
              </a: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58399" name="Group 94"/>
          <p:cNvGrpSpPr>
            <a:grpSpLocks/>
          </p:cNvGrpSpPr>
          <p:nvPr/>
        </p:nvGrpSpPr>
        <p:grpSpPr bwMode="auto">
          <a:xfrm>
            <a:off x="0" y="6215063"/>
            <a:ext cx="6781800" cy="214312"/>
            <a:chOff x="0" y="7106"/>
            <a:chExt cx="3072" cy="374"/>
          </a:xfrm>
        </p:grpSpPr>
        <p:sp>
          <p:nvSpPr>
            <p:cNvPr id="58415" name="Rectangle 95"/>
            <p:cNvSpPr>
              <a:spLocks noChangeArrowheads="1"/>
            </p:cNvSpPr>
            <p:nvPr/>
          </p:nvSpPr>
          <p:spPr bwMode="auto">
            <a:xfrm>
              <a:off x="0" y="7132"/>
              <a:ext cx="3072" cy="32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58416" name="Rectangle 96"/>
            <p:cNvSpPr>
              <a:spLocks noChangeArrowheads="1"/>
            </p:cNvSpPr>
            <p:nvPr/>
          </p:nvSpPr>
          <p:spPr bwMode="auto">
            <a:xfrm>
              <a:off x="0" y="7106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124	</a:t>
              </a:r>
              <a:endParaRPr lang="en-US" sz="1200" b="1">
                <a:latin typeface="Courier New" panose="02070309020205020404" pitchFamily="49" charset="0"/>
              </a:endParaRP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58400" name="Group 97"/>
          <p:cNvGrpSpPr>
            <a:grpSpLocks/>
          </p:cNvGrpSpPr>
          <p:nvPr/>
        </p:nvGrpSpPr>
        <p:grpSpPr bwMode="auto">
          <a:xfrm>
            <a:off x="0" y="6429375"/>
            <a:ext cx="6781800" cy="214313"/>
            <a:chOff x="0" y="7480"/>
            <a:chExt cx="3072" cy="374"/>
          </a:xfrm>
        </p:grpSpPr>
        <p:sp>
          <p:nvSpPr>
            <p:cNvPr id="58413" name="Rectangle 98"/>
            <p:cNvSpPr>
              <a:spLocks noChangeArrowheads="1"/>
            </p:cNvSpPr>
            <p:nvPr/>
          </p:nvSpPr>
          <p:spPr bwMode="auto">
            <a:xfrm>
              <a:off x="0" y="7506"/>
              <a:ext cx="3072" cy="32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58414" name="Rectangle 99"/>
            <p:cNvSpPr>
              <a:spLocks noChangeArrowheads="1"/>
            </p:cNvSpPr>
            <p:nvPr/>
          </p:nvSpPr>
          <p:spPr bwMode="auto">
            <a:xfrm>
              <a:off x="0" y="7480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125	</a:t>
              </a:r>
              <a:r>
                <a:rPr lang="en-US" sz="1200" b="1">
                  <a:latin typeface="Courier New" panose="02070309020205020404" pitchFamily="49" charset="0"/>
                </a:rPr>
                <a:t>   cout &lt;&lt; "\n\nNew standard time: ";</a:t>
              </a: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58401" name="Group 100"/>
          <p:cNvGrpSpPr>
            <a:grpSpLocks/>
          </p:cNvGrpSpPr>
          <p:nvPr/>
        </p:nvGrpSpPr>
        <p:grpSpPr bwMode="auto">
          <a:xfrm>
            <a:off x="0" y="6643688"/>
            <a:ext cx="6781800" cy="214312"/>
            <a:chOff x="0" y="7854"/>
            <a:chExt cx="3072" cy="374"/>
          </a:xfrm>
        </p:grpSpPr>
        <p:sp>
          <p:nvSpPr>
            <p:cNvPr id="58411" name="Rectangle 101"/>
            <p:cNvSpPr>
              <a:spLocks noChangeArrowheads="1"/>
            </p:cNvSpPr>
            <p:nvPr/>
          </p:nvSpPr>
          <p:spPr bwMode="auto">
            <a:xfrm>
              <a:off x="0" y="7880"/>
              <a:ext cx="3072" cy="32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58412" name="Rectangle 102"/>
            <p:cNvSpPr>
              <a:spLocks noChangeArrowheads="1"/>
            </p:cNvSpPr>
            <p:nvPr/>
          </p:nvSpPr>
          <p:spPr bwMode="auto">
            <a:xfrm>
              <a:off x="0" y="7854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126	</a:t>
              </a:r>
              <a:r>
                <a:rPr lang="en-US" sz="1200" b="1">
                  <a:latin typeface="Courier New" panose="02070309020205020404" pitchFamily="49" charset="0"/>
                </a:rPr>
                <a:t>   t.setTime( 20, 20, 20 ).printStandard();</a:t>
              </a: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58480" name="Group 111"/>
          <p:cNvGrpSpPr>
            <a:grpSpLocks/>
          </p:cNvGrpSpPr>
          <p:nvPr/>
        </p:nvGrpSpPr>
        <p:grpSpPr bwMode="auto">
          <a:xfrm>
            <a:off x="2895600" y="2723032"/>
            <a:ext cx="5638800" cy="2420938"/>
            <a:chOff x="1776" y="2304"/>
            <a:chExt cx="3552" cy="1525"/>
          </a:xfrm>
        </p:grpSpPr>
        <p:sp>
          <p:nvSpPr>
            <p:cNvPr id="58409" name="Text Box 103"/>
            <p:cNvSpPr txBox="1">
              <a:spLocks noChangeArrowheads="1"/>
            </p:cNvSpPr>
            <p:nvPr/>
          </p:nvSpPr>
          <p:spPr bwMode="auto">
            <a:xfrm>
              <a:off x="3168" y="2304"/>
              <a:ext cx="2160" cy="155"/>
            </a:xfrm>
            <a:prstGeom prst="rect">
              <a:avLst/>
            </a:prstGeom>
            <a:solidFill>
              <a:srgbClr val="99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t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600"/>
                <a:t>Notice cascading function calls.</a:t>
              </a:r>
              <a:endParaRPr lang="en-US" sz="1600" b="1"/>
            </a:p>
          </p:txBody>
        </p:sp>
        <p:sp>
          <p:nvSpPr>
            <p:cNvPr id="58410" name="Line 104"/>
            <p:cNvSpPr>
              <a:spLocks noChangeShapeType="1"/>
            </p:cNvSpPr>
            <p:nvPr/>
          </p:nvSpPr>
          <p:spPr bwMode="auto">
            <a:xfrm flipH="1">
              <a:off x="1776" y="2406"/>
              <a:ext cx="1392" cy="142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 tIns="0" bIns="0" anchor="ctr">
              <a:spAutoFit/>
            </a:bodyPr>
            <a:lstStyle/>
            <a:p>
              <a:endParaRPr lang="en-US"/>
            </a:p>
          </p:txBody>
        </p:sp>
      </p:grpSp>
      <p:grpSp>
        <p:nvGrpSpPr>
          <p:cNvPr id="58481" name="Group 110"/>
          <p:cNvGrpSpPr>
            <a:grpSpLocks/>
          </p:cNvGrpSpPr>
          <p:nvPr/>
        </p:nvGrpSpPr>
        <p:grpSpPr bwMode="auto">
          <a:xfrm>
            <a:off x="3886200" y="5336367"/>
            <a:ext cx="5219700" cy="1331912"/>
            <a:chOff x="2328" y="2785"/>
            <a:chExt cx="3288" cy="839"/>
          </a:xfrm>
        </p:grpSpPr>
        <p:sp>
          <p:nvSpPr>
            <p:cNvPr id="58407" name="Text Box 107"/>
            <p:cNvSpPr txBox="1">
              <a:spLocks noChangeArrowheads="1"/>
            </p:cNvSpPr>
            <p:nvPr/>
          </p:nvSpPr>
          <p:spPr bwMode="auto">
            <a:xfrm>
              <a:off x="2544" y="2785"/>
              <a:ext cx="3072" cy="679"/>
            </a:xfrm>
            <a:prstGeom prst="rect">
              <a:avLst/>
            </a:prstGeom>
            <a:solidFill>
              <a:srgbClr val="99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t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400" dirty="0"/>
                <a:t>Cascading function calls. </a:t>
              </a:r>
              <a:r>
                <a:rPr lang="en-US" sz="1400" b="1" dirty="0" err="1">
                  <a:latin typeface="Courier New" panose="02070309020205020404" pitchFamily="49" charset="0"/>
                </a:rPr>
                <a:t>printStandard</a:t>
              </a:r>
              <a:r>
                <a:rPr lang="en-US" sz="1400" dirty="0"/>
                <a:t> must be called after </a:t>
              </a:r>
              <a:r>
                <a:rPr lang="en-US" sz="1400" b="1" dirty="0" err="1">
                  <a:latin typeface="Courier New" panose="02070309020205020404" pitchFamily="49" charset="0"/>
                </a:rPr>
                <a:t>setTime</a:t>
              </a:r>
              <a:r>
                <a:rPr lang="en-US" sz="1400" dirty="0"/>
                <a:t> because </a:t>
              </a:r>
              <a:r>
                <a:rPr lang="en-US" sz="1400" b="1" dirty="0" err="1">
                  <a:latin typeface="Courier New" panose="02070309020205020404" pitchFamily="49" charset="0"/>
                </a:rPr>
                <a:t>printStandard</a:t>
              </a:r>
              <a:r>
                <a:rPr lang="en-US" sz="1400" dirty="0"/>
                <a:t> does not return a reference to an object.</a:t>
              </a:r>
            </a:p>
            <a:p>
              <a:pPr eaLnBrk="1" hangingPunct="1"/>
              <a:r>
                <a:rPr lang="en-US" sz="1400" b="1" dirty="0" err="1">
                  <a:latin typeface="Courier New" panose="02070309020205020404" pitchFamily="49" charset="0"/>
                </a:rPr>
                <a:t>t.printStandard</a:t>
              </a:r>
              <a:r>
                <a:rPr lang="en-US" sz="1400" b="1" dirty="0">
                  <a:latin typeface="Courier New" panose="02070309020205020404" pitchFamily="49" charset="0"/>
                </a:rPr>
                <a:t>().</a:t>
              </a:r>
              <a:r>
                <a:rPr lang="en-US" sz="1400" b="1" dirty="0" err="1">
                  <a:latin typeface="Courier New" panose="02070309020205020404" pitchFamily="49" charset="0"/>
                </a:rPr>
                <a:t>setTime</a:t>
              </a:r>
              <a:r>
                <a:rPr lang="en-US" sz="1400" b="1" dirty="0">
                  <a:latin typeface="Courier New" panose="02070309020205020404" pitchFamily="49" charset="0"/>
                </a:rPr>
                <a:t>();</a:t>
              </a:r>
              <a:r>
                <a:rPr lang="en-US" sz="1400" dirty="0">
                  <a:latin typeface="Courier New" panose="02070309020205020404" pitchFamily="49" charset="0"/>
                </a:rPr>
                <a:t> </a:t>
              </a:r>
              <a:r>
                <a:rPr lang="en-US" sz="1400" dirty="0"/>
                <a:t>would cause an error.</a:t>
              </a:r>
            </a:p>
          </p:txBody>
        </p:sp>
        <p:sp>
          <p:nvSpPr>
            <p:cNvPr id="58408" name="Line 108"/>
            <p:cNvSpPr>
              <a:spLocks noChangeShapeType="1"/>
            </p:cNvSpPr>
            <p:nvPr/>
          </p:nvSpPr>
          <p:spPr bwMode="auto">
            <a:xfrm flipH="1">
              <a:off x="2328" y="3461"/>
              <a:ext cx="1680" cy="1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 tIns="0" bIns="0" anchor="ctr">
              <a:spAutoFit/>
            </a:bodyPr>
            <a:lstStyle/>
            <a:p>
              <a:endParaRPr lang="en-US"/>
            </a:p>
          </p:txBody>
        </p:sp>
      </p:grpSp>
      <p:grpSp>
        <p:nvGrpSpPr>
          <p:cNvPr id="58482" name="Group 114"/>
          <p:cNvGrpSpPr>
            <a:grpSpLocks/>
          </p:cNvGrpSpPr>
          <p:nvPr/>
        </p:nvGrpSpPr>
        <p:grpSpPr bwMode="auto">
          <a:xfrm>
            <a:off x="3428652" y="427037"/>
            <a:ext cx="5392607" cy="646113"/>
            <a:chOff x="1856" y="269"/>
            <a:chExt cx="2725" cy="407"/>
          </a:xfrm>
        </p:grpSpPr>
        <p:sp>
          <p:nvSpPr>
            <p:cNvPr id="58405" name="Text Box 112"/>
            <p:cNvSpPr txBox="1">
              <a:spLocks noChangeArrowheads="1"/>
            </p:cNvSpPr>
            <p:nvPr/>
          </p:nvSpPr>
          <p:spPr bwMode="auto">
            <a:xfrm>
              <a:off x="3189" y="269"/>
              <a:ext cx="1392" cy="407"/>
            </a:xfrm>
            <a:prstGeom prst="rect">
              <a:avLst/>
            </a:prstGeom>
            <a:solidFill>
              <a:srgbClr val="99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t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400" b="1" dirty="0" err="1">
                  <a:latin typeface="Courier New" panose="02070309020205020404" pitchFamily="49" charset="0"/>
                </a:rPr>
                <a:t>printStandard</a:t>
              </a:r>
              <a:r>
                <a:rPr lang="en-US" sz="1400" b="1" dirty="0"/>
                <a:t> </a:t>
              </a:r>
              <a:r>
                <a:rPr lang="en-US" sz="1400" dirty="0"/>
                <a:t>does not return a reference to an object.</a:t>
              </a:r>
              <a:endParaRPr lang="en-US" sz="1400" b="1" dirty="0"/>
            </a:p>
          </p:txBody>
        </p:sp>
        <p:sp>
          <p:nvSpPr>
            <p:cNvPr id="58406" name="Line 113"/>
            <p:cNvSpPr>
              <a:spLocks noChangeShapeType="1"/>
            </p:cNvSpPr>
            <p:nvPr/>
          </p:nvSpPr>
          <p:spPr bwMode="auto">
            <a:xfrm flipH="1">
              <a:off x="1856" y="412"/>
              <a:ext cx="1333" cy="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 tIns="0" bIns="0" anchor="ctr">
              <a:spAutoFit/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0015696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8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8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8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394" name="Group 3"/>
          <p:cNvGrpSpPr>
            <a:grpSpLocks/>
          </p:cNvGrpSpPr>
          <p:nvPr/>
        </p:nvGrpSpPr>
        <p:grpSpPr bwMode="auto">
          <a:xfrm>
            <a:off x="152400" y="228600"/>
            <a:ext cx="6705600" cy="1524000"/>
            <a:chOff x="0" y="0"/>
            <a:chExt cx="3072" cy="1496"/>
          </a:xfrm>
        </p:grpSpPr>
        <p:grpSp>
          <p:nvGrpSpPr>
            <p:cNvPr id="59396" name="Group 4"/>
            <p:cNvGrpSpPr>
              <a:grpSpLocks/>
            </p:cNvGrpSpPr>
            <p:nvPr/>
          </p:nvGrpSpPr>
          <p:grpSpPr bwMode="auto">
            <a:xfrm>
              <a:off x="0" y="0"/>
              <a:ext cx="3072" cy="374"/>
              <a:chOff x="0" y="0"/>
              <a:chExt cx="3072" cy="374"/>
            </a:xfrm>
          </p:grpSpPr>
          <p:sp>
            <p:nvSpPr>
              <p:cNvPr id="59406" name="Rectangle 5"/>
              <p:cNvSpPr>
                <a:spLocks noChangeArrowheads="1"/>
              </p:cNvSpPr>
              <p:nvPr/>
            </p:nvSpPr>
            <p:spPr bwMode="auto">
              <a:xfrm>
                <a:off x="0" y="36"/>
                <a:ext cx="3072" cy="302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400"/>
              </a:p>
            </p:txBody>
          </p:sp>
          <p:sp>
            <p:nvSpPr>
              <p:cNvPr id="59407" name="Rectangle 6"/>
              <p:cNvSpPr>
                <a:spLocks noChangeArrowheads="1"/>
              </p:cNvSpPr>
              <p:nvPr/>
            </p:nvSpPr>
            <p:spPr bwMode="auto">
              <a:xfrm>
                <a:off x="0" y="0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400" b="1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127	</a:t>
                </a:r>
                <a:r>
                  <a:rPr lang="en-US" sz="1400" b="1">
                    <a:latin typeface="Courier New" panose="02070309020205020404" pitchFamily="49" charset="0"/>
                  </a:rPr>
                  <a:t>   cout &lt;&lt; endl;</a:t>
                </a:r>
              </a:p>
              <a:p>
                <a:pPr eaLnBrk="1" hangingPunct="1"/>
                <a:endParaRPr lang="en-US" sz="1400" b="1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59397" name="Group 7"/>
            <p:cNvGrpSpPr>
              <a:grpSpLocks/>
            </p:cNvGrpSpPr>
            <p:nvPr/>
          </p:nvGrpSpPr>
          <p:grpSpPr bwMode="auto">
            <a:xfrm>
              <a:off x="0" y="374"/>
              <a:ext cx="3072" cy="374"/>
              <a:chOff x="0" y="374"/>
              <a:chExt cx="3072" cy="374"/>
            </a:xfrm>
          </p:grpSpPr>
          <p:sp>
            <p:nvSpPr>
              <p:cNvPr id="59404" name="Rectangle 8"/>
              <p:cNvSpPr>
                <a:spLocks noChangeArrowheads="1"/>
              </p:cNvSpPr>
              <p:nvPr/>
            </p:nvSpPr>
            <p:spPr bwMode="auto">
              <a:xfrm>
                <a:off x="0" y="410"/>
                <a:ext cx="3072" cy="302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400"/>
              </a:p>
            </p:txBody>
          </p:sp>
          <p:sp>
            <p:nvSpPr>
              <p:cNvPr id="59405" name="Rectangle 9"/>
              <p:cNvSpPr>
                <a:spLocks noChangeArrowheads="1"/>
              </p:cNvSpPr>
              <p:nvPr/>
            </p:nvSpPr>
            <p:spPr bwMode="auto">
              <a:xfrm>
                <a:off x="0" y="374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400" b="1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128	</a:t>
                </a:r>
                <a:endParaRPr lang="en-US" sz="1400" b="1">
                  <a:latin typeface="Courier New" panose="02070309020205020404" pitchFamily="49" charset="0"/>
                </a:endParaRPr>
              </a:p>
              <a:p>
                <a:pPr eaLnBrk="1" hangingPunct="1"/>
                <a:endParaRPr lang="en-US" sz="1400" b="1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59398" name="Group 10"/>
            <p:cNvGrpSpPr>
              <a:grpSpLocks/>
            </p:cNvGrpSpPr>
            <p:nvPr/>
          </p:nvGrpSpPr>
          <p:grpSpPr bwMode="auto">
            <a:xfrm>
              <a:off x="0" y="748"/>
              <a:ext cx="3072" cy="374"/>
              <a:chOff x="0" y="748"/>
              <a:chExt cx="3072" cy="374"/>
            </a:xfrm>
          </p:grpSpPr>
          <p:sp>
            <p:nvSpPr>
              <p:cNvPr id="59402" name="Rectangle 11"/>
              <p:cNvSpPr>
                <a:spLocks noChangeArrowheads="1"/>
              </p:cNvSpPr>
              <p:nvPr/>
            </p:nvSpPr>
            <p:spPr bwMode="auto">
              <a:xfrm>
                <a:off x="0" y="784"/>
                <a:ext cx="3072" cy="302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400"/>
              </a:p>
            </p:txBody>
          </p:sp>
          <p:sp>
            <p:nvSpPr>
              <p:cNvPr id="59403" name="Rectangle 12"/>
              <p:cNvSpPr>
                <a:spLocks noChangeArrowheads="1"/>
              </p:cNvSpPr>
              <p:nvPr/>
            </p:nvSpPr>
            <p:spPr bwMode="auto">
              <a:xfrm>
                <a:off x="0" y="748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400" b="1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129	</a:t>
                </a:r>
                <a:r>
                  <a:rPr lang="en-US" sz="1400" b="1">
                    <a:latin typeface="Courier New" panose="02070309020205020404" pitchFamily="49" charset="0"/>
                  </a:rPr>
                  <a:t>   </a:t>
                </a:r>
                <a:r>
                  <a:rPr lang="en-US" sz="1400" b="1">
                    <a:solidFill>
                      <a:srgbClr val="275AFF"/>
                    </a:solidFill>
                    <a:latin typeface="Courier New" panose="02070309020205020404" pitchFamily="49" charset="0"/>
                  </a:rPr>
                  <a:t>return</a:t>
                </a:r>
                <a:r>
                  <a:rPr lang="en-US" sz="1400" b="1">
                    <a:latin typeface="Courier New" panose="02070309020205020404" pitchFamily="49" charset="0"/>
                  </a:rPr>
                  <a:t> 0;</a:t>
                </a:r>
              </a:p>
              <a:p>
                <a:pPr eaLnBrk="1" hangingPunct="1"/>
                <a:endParaRPr lang="en-US" sz="1400" b="1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59399" name="Group 13"/>
            <p:cNvGrpSpPr>
              <a:grpSpLocks/>
            </p:cNvGrpSpPr>
            <p:nvPr/>
          </p:nvGrpSpPr>
          <p:grpSpPr bwMode="auto">
            <a:xfrm>
              <a:off x="0" y="1122"/>
              <a:ext cx="3072" cy="374"/>
              <a:chOff x="0" y="1122"/>
              <a:chExt cx="3072" cy="374"/>
            </a:xfrm>
          </p:grpSpPr>
          <p:sp>
            <p:nvSpPr>
              <p:cNvPr id="59400" name="Rectangle 14"/>
              <p:cNvSpPr>
                <a:spLocks noChangeArrowheads="1"/>
              </p:cNvSpPr>
              <p:nvPr/>
            </p:nvSpPr>
            <p:spPr bwMode="auto">
              <a:xfrm>
                <a:off x="0" y="1158"/>
                <a:ext cx="3072" cy="302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400"/>
              </a:p>
            </p:txBody>
          </p:sp>
          <p:sp>
            <p:nvSpPr>
              <p:cNvPr id="59401" name="Rectangle 15"/>
              <p:cNvSpPr>
                <a:spLocks noChangeArrowheads="1"/>
              </p:cNvSpPr>
              <p:nvPr/>
            </p:nvSpPr>
            <p:spPr bwMode="auto">
              <a:xfrm>
                <a:off x="0" y="1122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400" b="1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130	</a:t>
                </a:r>
                <a:r>
                  <a:rPr lang="en-US" sz="1400" b="1">
                    <a:latin typeface="Courier New" panose="02070309020205020404" pitchFamily="49" charset="0"/>
                  </a:rPr>
                  <a:t>}</a:t>
                </a:r>
              </a:p>
              <a:p>
                <a:pPr eaLnBrk="1" hangingPunct="1"/>
                <a:endParaRPr lang="en-US" sz="1400" b="1">
                  <a:latin typeface="Courier New" panose="02070309020205020404" pitchFamily="49" charset="0"/>
                </a:endParaRPr>
              </a:p>
            </p:txBody>
          </p:sp>
        </p:grpSp>
      </p:grpSp>
      <p:sp>
        <p:nvSpPr>
          <p:cNvPr id="59395" name="Rectangle 16"/>
          <p:cNvSpPr>
            <a:spLocks noChangeArrowheads="1"/>
          </p:cNvSpPr>
          <p:nvPr/>
        </p:nvSpPr>
        <p:spPr bwMode="auto">
          <a:xfrm>
            <a:off x="152400" y="2057400"/>
            <a:ext cx="6629400" cy="11695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>
            <a:spAutoFit/>
          </a:bodyPr>
          <a:lstStyle>
            <a:lvl1pPr eaLnBrk="0" hangingPunct="0">
              <a:tabLst>
                <a:tab pos="609600" algn="l"/>
                <a:tab pos="914400" algn="l"/>
                <a:tab pos="1219200" algn="l"/>
                <a:tab pos="1524000" algn="l"/>
                <a:tab pos="1828800" algn="l"/>
                <a:tab pos="2133600" algn="l"/>
                <a:tab pos="2438400" algn="l"/>
                <a:tab pos="2743200" algn="l"/>
                <a:tab pos="3048000" algn="l"/>
                <a:tab pos="3352800" algn="l"/>
                <a:tab pos="3657600" algn="l"/>
                <a:tab pos="3962400" algn="l"/>
                <a:tab pos="4267200" algn="l"/>
                <a:tab pos="4572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tabLst>
                <a:tab pos="609600" algn="l"/>
                <a:tab pos="914400" algn="l"/>
                <a:tab pos="1219200" algn="l"/>
                <a:tab pos="1524000" algn="l"/>
                <a:tab pos="1828800" algn="l"/>
                <a:tab pos="2133600" algn="l"/>
                <a:tab pos="2438400" algn="l"/>
                <a:tab pos="2743200" algn="l"/>
                <a:tab pos="3048000" algn="l"/>
                <a:tab pos="3352800" algn="l"/>
                <a:tab pos="3657600" algn="l"/>
                <a:tab pos="3962400" algn="l"/>
                <a:tab pos="4267200" algn="l"/>
                <a:tab pos="4572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tabLst>
                <a:tab pos="609600" algn="l"/>
                <a:tab pos="914400" algn="l"/>
                <a:tab pos="1219200" algn="l"/>
                <a:tab pos="1524000" algn="l"/>
                <a:tab pos="1828800" algn="l"/>
                <a:tab pos="2133600" algn="l"/>
                <a:tab pos="2438400" algn="l"/>
                <a:tab pos="2743200" algn="l"/>
                <a:tab pos="3048000" algn="l"/>
                <a:tab pos="3352800" algn="l"/>
                <a:tab pos="3657600" algn="l"/>
                <a:tab pos="3962400" algn="l"/>
                <a:tab pos="4267200" algn="l"/>
                <a:tab pos="4572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tabLst>
                <a:tab pos="609600" algn="l"/>
                <a:tab pos="914400" algn="l"/>
                <a:tab pos="1219200" algn="l"/>
                <a:tab pos="1524000" algn="l"/>
                <a:tab pos="1828800" algn="l"/>
                <a:tab pos="2133600" algn="l"/>
                <a:tab pos="2438400" algn="l"/>
                <a:tab pos="2743200" algn="l"/>
                <a:tab pos="3048000" algn="l"/>
                <a:tab pos="3352800" algn="l"/>
                <a:tab pos="3657600" algn="l"/>
                <a:tab pos="3962400" algn="l"/>
                <a:tab pos="4267200" algn="l"/>
                <a:tab pos="4572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tabLst>
                <a:tab pos="609600" algn="l"/>
                <a:tab pos="914400" algn="l"/>
                <a:tab pos="1219200" algn="l"/>
                <a:tab pos="1524000" algn="l"/>
                <a:tab pos="1828800" algn="l"/>
                <a:tab pos="2133600" algn="l"/>
                <a:tab pos="2438400" algn="l"/>
                <a:tab pos="2743200" algn="l"/>
                <a:tab pos="3048000" algn="l"/>
                <a:tab pos="3352800" algn="l"/>
                <a:tab pos="3657600" algn="l"/>
                <a:tab pos="3962400" algn="l"/>
                <a:tab pos="4267200" algn="l"/>
                <a:tab pos="4572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09600" algn="l"/>
                <a:tab pos="914400" algn="l"/>
                <a:tab pos="1219200" algn="l"/>
                <a:tab pos="1524000" algn="l"/>
                <a:tab pos="1828800" algn="l"/>
                <a:tab pos="2133600" algn="l"/>
                <a:tab pos="2438400" algn="l"/>
                <a:tab pos="2743200" algn="l"/>
                <a:tab pos="3048000" algn="l"/>
                <a:tab pos="3352800" algn="l"/>
                <a:tab pos="3657600" algn="l"/>
                <a:tab pos="3962400" algn="l"/>
                <a:tab pos="4267200" algn="l"/>
                <a:tab pos="4572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09600" algn="l"/>
                <a:tab pos="914400" algn="l"/>
                <a:tab pos="1219200" algn="l"/>
                <a:tab pos="1524000" algn="l"/>
                <a:tab pos="1828800" algn="l"/>
                <a:tab pos="2133600" algn="l"/>
                <a:tab pos="2438400" algn="l"/>
                <a:tab pos="2743200" algn="l"/>
                <a:tab pos="3048000" algn="l"/>
                <a:tab pos="3352800" algn="l"/>
                <a:tab pos="3657600" algn="l"/>
                <a:tab pos="3962400" algn="l"/>
                <a:tab pos="4267200" algn="l"/>
                <a:tab pos="4572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09600" algn="l"/>
                <a:tab pos="914400" algn="l"/>
                <a:tab pos="1219200" algn="l"/>
                <a:tab pos="1524000" algn="l"/>
                <a:tab pos="1828800" algn="l"/>
                <a:tab pos="2133600" algn="l"/>
                <a:tab pos="2438400" algn="l"/>
                <a:tab pos="2743200" algn="l"/>
                <a:tab pos="3048000" algn="l"/>
                <a:tab pos="3352800" algn="l"/>
                <a:tab pos="3657600" algn="l"/>
                <a:tab pos="3962400" algn="l"/>
                <a:tab pos="4267200" algn="l"/>
                <a:tab pos="4572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09600" algn="l"/>
                <a:tab pos="914400" algn="l"/>
                <a:tab pos="1219200" algn="l"/>
                <a:tab pos="1524000" algn="l"/>
                <a:tab pos="1828800" algn="l"/>
                <a:tab pos="2133600" algn="l"/>
                <a:tab pos="2438400" algn="l"/>
                <a:tab pos="2743200" algn="l"/>
                <a:tab pos="3048000" algn="l"/>
                <a:tab pos="3352800" algn="l"/>
                <a:tab pos="3657600" algn="l"/>
                <a:tab pos="3962400" algn="l"/>
                <a:tab pos="4267200" algn="l"/>
                <a:tab pos="4572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sz="1400" b="1" dirty="0">
                <a:latin typeface="Courier New" panose="02070309020205020404" pitchFamily="49" charset="0"/>
              </a:rPr>
              <a:t>Military time: 18:30</a:t>
            </a:r>
          </a:p>
          <a:p>
            <a:pPr eaLnBrk="1" hangingPunct="1"/>
            <a:r>
              <a:rPr lang="en-US" sz="1400" b="1" dirty="0">
                <a:latin typeface="Courier New" panose="02070309020205020404" pitchFamily="49" charset="0"/>
              </a:rPr>
              <a:t>Standard time: 6:30:22 PM</a:t>
            </a:r>
          </a:p>
          <a:p>
            <a:pPr eaLnBrk="1" hangingPunct="1"/>
            <a:r>
              <a:rPr lang="en-US" sz="1400" b="1" dirty="0">
                <a:latin typeface="Courier New" panose="02070309020205020404" pitchFamily="49" charset="0"/>
              </a:rPr>
              <a:t> </a:t>
            </a:r>
          </a:p>
          <a:p>
            <a:pPr eaLnBrk="1" hangingPunct="1"/>
            <a:r>
              <a:rPr lang="en-US" sz="1400" b="1" dirty="0">
                <a:latin typeface="Courier New" panose="02070309020205020404" pitchFamily="49" charset="0"/>
              </a:rPr>
              <a:t>New standard time: 8:20:20 PM</a:t>
            </a:r>
          </a:p>
          <a:p>
            <a:pPr eaLnBrk="1" hangingPunct="1"/>
            <a:endParaRPr lang="en-US" sz="1400" b="1" dirty="0"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27463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7867</TotalTime>
  <Words>1704</Words>
  <Application>Microsoft Office PowerPoint</Application>
  <PresentationFormat>On-screen Show (4:3)</PresentationFormat>
  <Paragraphs>693</Paragraphs>
  <Slides>39</Slides>
  <Notes>32</Notes>
  <HiddenSlides>0</HiddenSlides>
  <MMClips>0</MMClips>
  <ScaleCrop>false</ScaleCrop>
  <HeadingPairs>
    <vt:vector size="8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54" baseType="lpstr">
      <vt:lpstr>ＭＳ Ｐゴシック</vt:lpstr>
      <vt:lpstr>宋体</vt:lpstr>
      <vt:lpstr>Arial</vt:lpstr>
      <vt:lpstr>Arial</vt:lpstr>
      <vt:lpstr>Arial Black</vt:lpstr>
      <vt:lpstr>AvantGarde</vt:lpstr>
      <vt:lpstr>Calibri</vt:lpstr>
      <vt:lpstr>Courier</vt:lpstr>
      <vt:lpstr>Courier New</vt:lpstr>
      <vt:lpstr>Monotype Sorts</vt:lpstr>
      <vt:lpstr>Tahoma</vt:lpstr>
      <vt:lpstr>Times New Roman</vt:lpstr>
      <vt:lpstr>Wingdings</vt:lpstr>
      <vt:lpstr>Office Theme</vt:lpstr>
      <vt:lpstr>Picture</vt:lpstr>
      <vt:lpstr>Constructors and Destructors</vt:lpstr>
      <vt:lpstr>Constructors</vt:lpstr>
      <vt:lpstr>Constructors’ Properties</vt:lpstr>
      <vt:lpstr>Constructors and Destructors</vt:lpstr>
      <vt:lpstr>A Simple Program – Default Constructor</vt:lpstr>
      <vt:lpstr>A Simple Program – Constructor with Arguments</vt:lpstr>
      <vt:lpstr>Output of the following Program?</vt:lpstr>
      <vt:lpstr>Constructor inside the class</vt:lpstr>
      <vt:lpstr>Constructor outside the class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Using Destructors </vt:lpstr>
      <vt:lpstr>When Constructors and Destructors Are Called </vt:lpstr>
      <vt:lpstr>PowerPoint Presentation</vt:lpstr>
      <vt:lpstr>PowerPoint Presentation</vt:lpstr>
      <vt:lpstr>PowerPoint Presentation</vt:lpstr>
      <vt:lpstr>PowerPoint Presentation</vt:lpstr>
      <vt:lpstr>When do Constructors Get Called?</vt:lpstr>
      <vt:lpstr>What Constructors Do</vt:lpstr>
      <vt:lpstr>Constructing Arrays of Objects</vt:lpstr>
      <vt:lpstr>Arrays of Objects and Non-Default Constructors</vt:lpstr>
      <vt:lpstr>Pointers to Objects</vt:lpstr>
      <vt:lpstr>Pointers to Objects</vt:lpstr>
      <vt:lpstr>Reference to Objects</vt:lpstr>
      <vt:lpstr>Reference to Objects</vt:lpstr>
      <vt:lpstr>Reference and Pointers to Objects</vt:lpstr>
      <vt:lpstr>The this Pointer</vt:lpstr>
      <vt:lpstr>Using the this Pointer</vt:lpstr>
      <vt:lpstr>Using the this Pointer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aleem</dc:creator>
  <cp:lastModifiedBy>Microsoft account</cp:lastModifiedBy>
  <cp:revision>553</cp:revision>
  <dcterms:created xsi:type="dcterms:W3CDTF">2012-08-28T12:59:58Z</dcterms:created>
  <dcterms:modified xsi:type="dcterms:W3CDTF">2024-10-17T10:43:46Z</dcterms:modified>
</cp:coreProperties>
</file>