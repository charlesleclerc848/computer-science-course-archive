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4" r:id="rId7"/>
    <p:sldId id="261" r:id="rId8"/>
    <p:sldId id="262" r:id="rId9"/>
    <p:sldId id="263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57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12/9/2024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Polymorphism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92601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Learning Objectives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Understand </a:t>
            </a:r>
            <a:r>
              <a:rPr lang="en-US" dirty="0"/>
              <a:t>the concept of polymorphism.</a:t>
            </a:r>
          </a:p>
          <a:p>
            <a:r>
              <a:rPr lang="en-US" dirty="0"/>
              <a:t>Explore the types of polymorphism.</a:t>
            </a:r>
          </a:p>
          <a:p>
            <a:r>
              <a:rPr lang="en-US" dirty="0"/>
              <a:t>Learn how to implement polymorphism in programming.</a:t>
            </a:r>
          </a:p>
          <a:p>
            <a:r>
              <a:rPr lang="en-US" dirty="0"/>
              <a:t>Grasp its importance in real-world applications.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6312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Polymorphism?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Definition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Polymorphism means "many forms." It allows one interface to be used for different underlying forms (data types or classes).</a:t>
            </a:r>
          </a:p>
          <a:p>
            <a:r>
              <a:rPr lang="en-US" b="1" dirty="0"/>
              <a:t>Key Idea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A single action can behave differently based on the context.</a:t>
            </a:r>
          </a:p>
          <a:p>
            <a:r>
              <a:rPr lang="en-US" b="1" dirty="0"/>
              <a:t>Real-world Example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The word "run" has different meanings: </a:t>
            </a:r>
            <a:r>
              <a:rPr lang="en-US" i="1" dirty="0"/>
              <a:t>run a race</a:t>
            </a:r>
            <a:r>
              <a:rPr lang="en-US" dirty="0"/>
              <a:t>, </a:t>
            </a:r>
            <a:r>
              <a:rPr lang="en-US" i="1" dirty="0"/>
              <a:t>run a program</a:t>
            </a:r>
            <a:r>
              <a:rPr lang="en-US" dirty="0"/>
              <a:t>, or </a:t>
            </a:r>
            <a:r>
              <a:rPr lang="en-US" i="1" dirty="0"/>
              <a:t>run a machine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329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Polymorphism?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Promotes </a:t>
            </a:r>
            <a:r>
              <a:rPr lang="en-US" dirty="0"/>
              <a:t>flexibility in code design.</a:t>
            </a:r>
          </a:p>
          <a:p>
            <a:r>
              <a:rPr lang="en-US" dirty="0"/>
              <a:t>Enhances code reusability and readability.</a:t>
            </a:r>
          </a:p>
          <a:p>
            <a:r>
              <a:rPr lang="en-US" dirty="0"/>
              <a:t>Supports scalable and maintainable software development.</a:t>
            </a:r>
          </a:p>
          <a:p>
            <a:r>
              <a:rPr lang="en-US" dirty="0"/>
              <a:t>Encourages loose coupling between objects.</a:t>
            </a:r>
          </a:p>
        </p:txBody>
      </p:sp>
    </p:spTree>
    <p:extLst>
      <p:ext uri="{BB962C8B-B14F-4D97-AF65-F5344CB8AC3E}">
        <p14:creationId xmlns:p14="http://schemas.microsoft.com/office/powerpoint/2010/main" val="3752591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Types of Polymorphism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Compile-time </a:t>
            </a:r>
            <a:r>
              <a:rPr lang="en-US" b="1" dirty="0"/>
              <a:t>Polymorphism (Static Binding):</a:t>
            </a:r>
            <a:endParaRPr lang="en-US" dirty="0"/>
          </a:p>
          <a:p>
            <a:pPr lvl="1"/>
            <a:r>
              <a:rPr lang="en-US" dirty="0"/>
              <a:t>Achieved through method overloading or operator overloading.</a:t>
            </a:r>
          </a:p>
          <a:p>
            <a:pPr lvl="1"/>
            <a:r>
              <a:rPr lang="en-US" dirty="0"/>
              <a:t>The method to be executed is determined at compile time.</a:t>
            </a:r>
          </a:p>
          <a:p>
            <a:r>
              <a:rPr lang="en-US" b="1" dirty="0"/>
              <a:t>Run-time Polymorphism (Dynamic Binding):</a:t>
            </a:r>
            <a:endParaRPr lang="en-US" dirty="0"/>
          </a:p>
          <a:p>
            <a:pPr lvl="1"/>
            <a:r>
              <a:rPr lang="en-US" dirty="0"/>
              <a:t>Achieved through method overriding.</a:t>
            </a:r>
          </a:p>
          <a:p>
            <a:pPr lvl="1"/>
            <a:r>
              <a:rPr lang="en-US" dirty="0"/>
              <a:t>The method to be executed is determined at runtime.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76966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https://media.geeksforgeeks.org/wp-content/uploads/20190705113259/Polymorphism-1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76" t="11223" r="9340" b="15030"/>
          <a:stretch/>
        </p:blipFill>
        <p:spPr bwMode="auto">
          <a:xfrm>
            <a:off x="1075875" y="1270000"/>
            <a:ext cx="8198127" cy="3733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329249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Compile-time 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Definition</a:t>
            </a:r>
            <a:r>
              <a:rPr lang="en-US" dirty="0"/>
              <a:t>: Method or function behavior is determined at compile time.</a:t>
            </a:r>
          </a:p>
          <a:p>
            <a:r>
              <a:rPr lang="en-US" b="1" dirty="0"/>
              <a:t>How it's achieved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Method Overloading</a:t>
            </a:r>
            <a:r>
              <a:rPr lang="en-US" dirty="0"/>
              <a:t>: Multiple methods with the same name but different parameters.</a:t>
            </a:r>
          </a:p>
          <a:p>
            <a:pPr lvl="1"/>
            <a:r>
              <a:rPr lang="en-US" b="1" dirty="0"/>
              <a:t>Operator Overloading</a:t>
            </a:r>
            <a:r>
              <a:rPr lang="en-US" dirty="0"/>
              <a:t>: Redefining the functionality of operators for user-defined data types.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793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Time Polymorphism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Definition</a:t>
            </a:r>
            <a:r>
              <a:rPr lang="en-US" dirty="0"/>
              <a:t>: Behavior is determined at runtime based on the object's type.</a:t>
            </a:r>
          </a:p>
          <a:p>
            <a:r>
              <a:rPr lang="en-US" b="1" dirty="0"/>
              <a:t>How it's achieved</a:t>
            </a:r>
            <a:r>
              <a:rPr lang="en-US" dirty="0"/>
              <a:t>:</a:t>
            </a:r>
          </a:p>
          <a:p>
            <a:pPr lvl="1"/>
            <a:r>
              <a:rPr lang="en-US" b="1" dirty="0"/>
              <a:t>Method Overriding</a:t>
            </a:r>
            <a:r>
              <a:rPr lang="en-US" dirty="0"/>
              <a:t>: A subclass provides a specific implementation of a method declared in its superclass.</a:t>
            </a:r>
          </a:p>
          <a:p>
            <a:pPr lvl="1"/>
            <a:r>
              <a:rPr lang="en-US" dirty="0"/>
              <a:t>Requires inheritance and a base-class reference or pointer.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20837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Advantages of Polymorphism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Simplifies </a:t>
            </a:r>
            <a:r>
              <a:rPr lang="en-US" dirty="0"/>
              <a:t>code and reduces redundancy.</a:t>
            </a:r>
          </a:p>
          <a:p>
            <a:r>
              <a:rPr lang="en-US" dirty="0"/>
              <a:t>Makes systems more extensible.</a:t>
            </a:r>
          </a:p>
          <a:p>
            <a:r>
              <a:rPr lang="en-US" dirty="0"/>
              <a:t>Improves functionality in object-oriented systems.</a:t>
            </a:r>
          </a:p>
          <a:p>
            <a:r>
              <a:rPr lang="en-US" dirty="0"/>
              <a:t>Encourages the use of interfaces and abstractions.</a:t>
            </a:r>
          </a:p>
        </p:txBody>
      </p:sp>
    </p:spTree>
    <p:extLst>
      <p:ext uri="{BB962C8B-B14F-4D97-AF65-F5344CB8AC3E}">
        <p14:creationId xmlns:p14="http://schemas.microsoft.com/office/powerpoint/2010/main" val="4575407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Definition: The period when the source code is translated into machine code (executable format) by a compiler</a:t>
            </a:r>
            <a:r>
              <a:rPr lang="en-US" sz="2000" dirty="0" smtClean="0"/>
              <a:t>.</a:t>
            </a:r>
          </a:p>
          <a:p>
            <a:r>
              <a:rPr lang="en-US" sz="2000" dirty="0" smtClean="0"/>
              <a:t>Key </a:t>
            </a:r>
            <a:r>
              <a:rPr lang="en-US" sz="2000" dirty="0"/>
              <a:t>Activities</a:t>
            </a:r>
            <a:r>
              <a:rPr lang="en-US" sz="2000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Syntax </a:t>
            </a:r>
            <a:r>
              <a:rPr lang="en-US" sz="1800" dirty="0"/>
              <a:t>checking</a:t>
            </a:r>
            <a:r>
              <a:rPr lang="en-US" sz="1800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Type </a:t>
            </a:r>
            <a:r>
              <a:rPr lang="en-US" sz="1800" dirty="0"/>
              <a:t>checking (ensuring variables and functions are used correctly according to their declared types</a:t>
            </a:r>
            <a:r>
              <a:rPr lang="en-US" sz="1800" dirty="0" smtClean="0"/>
              <a:t>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Memory </a:t>
            </a:r>
            <a:r>
              <a:rPr lang="en-US" sz="1800" dirty="0"/>
              <a:t>allocation for static variables and constants</a:t>
            </a:r>
            <a:r>
              <a:rPr lang="en-US" sz="1800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Compilation </a:t>
            </a:r>
            <a:r>
              <a:rPr lang="en-US" sz="1800" dirty="0"/>
              <a:t>errors like missing semicolons, undeclared variables, or type mismatches are detected.</a:t>
            </a:r>
          </a:p>
        </p:txBody>
      </p:sp>
    </p:spTree>
    <p:extLst>
      <p:ext uri="{BB962C8B-B14F-4D97-AF65-F5344CB8AC3E}">
        <p14:creationId xmlns:p14="http://schemas.microsoft.com/office/powerpoint/2010/main" val="3831816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 </a:t>
            </a:r>
            <a:r>
              <a:rPr lang="en-US" dirty="0" smtClean="0"/>
              <a:t>Time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Declaring variables without a </a:t>
            </a:r>
            <a:r>
              <a:rPr lang="en-US" sz="2400" dirty="0" smtClean="0"/>
              <a:t>type</a:t>
            </a:r>
          </a:p>
          <a:p>
            <a:pPr marL="457200" lvl="1" indent="0">
              <a:buNone/>
            </a:pPr>
            <a:r>
              <a:rPr lang="en-US" sz="2000" dirty="0" err="1"/>
              <a:t>int</a:t>
            </a:r>
            <a:r>
              <a:rPr lang="en-US" sz="2000" dirty="0"/>
              <a:t> x; // Compiles successfully.</a:t>
            </a:r>
          </a:p>
          <a:p>
            <a:pPr marL="457200" lvl="1" indent="0">
              <a:buNone/>
            </a:pPr>
            <a:r>
              <a:rPr lang="en-US" sz="2000" dirty="0"/>
              <a:t>y = 5; // Compile-time error: `y` is not declared</a:t>
            </a:r>
            <a:r>
              <a:rPr lang="en-US" sz="2000" dirty="0" smtClean="0"/>
              <a:t>.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r>
              <a:rPr lang="en-US" sz="2400" dirty="0"/>
              <a:t>Syntax </a:t>
            </a:r>
            <a:r>
              <a:rPr lang="en-US" sz="2400" dirty="0" smtClean="0"/>
              <a:t>errors</a:t>
            </a:r>
          </a:p>
          <a:p>
            <a:pPr marL="457200" lvl="1" indent="0">
              <a:buNone/>
            </a:pPr>
            <a:r>
              <a:rPr lang="en-US" sz="2000" dirty="0" err="1"/>
              <a:t>cout</a:t>
            </a:r>
            <a:r>
              <a:rPr lang="en-US" sz="2000" dirty="0"/>
              <a:t> &lt;&lt; "Hello World" // Missing semicolon causes a compile-time error.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730940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Time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Definition: The period when the compiled program is executed.</a:t>
            </a:r>
            <a:endParaRPr lang="en-US" sz="2000" dirty="0" smtClean="0"/>
          </a:p>
          <a:p>
            <a:r>
              <a:rPr lang="en-US" sz="2000" dirty="0" smtClean="0"/>
              <a:t>Key </a:t>
            </a:r>
            <a:r>
              <a:rPr lang="en-US" sz="2000" dirty="0"/>
              <a:t>Activities</a:t>
            </a:r>
            <a:r>
              <a:rPr lang="en-US" sz="2000" dirty="0" smtClean="0"/>
              <a:t>: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/>
              <a:t>Dynamic memory allocation</a:t>
            </a:r>
            <a:r>
              <a:rPr lang="en-US" sz="1800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Input/output </a:t>
            </a:r>
            <a:r>
              <a:rPr lang="en-US" sz="1800" dirty="0"/>
              <a:t>operations</a:t>
            </a:r>
            <a:r>
              <a:rPr lang="en-US" sz="1800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Actual </a:t>
            </a:r>
            <a:r>
              <a:rPr lang="en-US" sz="1800" dirty="0"/>
              <a:t>execution of program logic</a:t>
            </a:r>
            <a:r>
              <a:rPr lang="en-US" sz="1800" dirty="0" smtClean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sz="1800" dirty="0" smtClean="0"/>
              <a:t>Runtime </a:t>
            </a:r>
            <a:r>
              <a:rPr lang="en-US" sz="1800" dirty="0"/>
              <a:t>errors, such as division by zero or accessing invalid memory, may occur.</a:t>
            </a:r>
          </a:p>
        </p:txBody>
      </p:sp>
    </p:spTree>
    <p:extLst>
      <p:ext uri="{BB962C8B-B14F-4D97-AF65-F5344CB8AC3E}">
        <p14:creationId xmlns:p14="http://schemas.microsoft.com/office/powerpoint/2010/main" val="4954012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 Time Examples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034149"/>
          </a:xfrm>
        </p:spPr>
        <p:txBody>
          <a:bodyPr>
            <a:normAutofit/>
          </a:bodyPr>
          <a:lstStyle/>
          <a:p>
            <a:r>
              <a:rPr lang="en-US" sz="2400" dirty="0"/>
              <a:t>Division by zero</a:t>
            </a:r>
            <a:endParaRPr lang="en-US" sz="2400" dirty="0" smtClean="0"/>
          </a:p>
          <a:p>
            <a:pPr marL="457200" lvl="1" indent="0">
              <a:buNone/>
            </a:pPr>
            <a:r>
              <a:rPr lang="en-US" sz="2000" dirty="0" err="1"/>
              <a:t>int</a:t>
            </a:r>
            <a:r>
              <a:rPr lang="en-US" sz="2000" dirty="0"/>
              <a:t> x = 10, y = 0;</a:t>
            </a:r>
          </a:p>
          <a:p>
            <a:pPr marL="457200" lvl="1" indent="0">
              <a:buNone/>
            </a:pPr>
            <a:r>
              <a:rPr lang="en-US" sz="2000" dirty="0" err="1"/>
              <a:t>cout</a:t>
            </a:r>
            <a:r>
              <a:rPr lang="en-US" sz="2000" dirty="0"/>
              <a:t> &lt;&lt; x / y; // Runtime error: Division by zero.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r>
              <a:rPr lang="en-US" sz="2400" dirty="0"/>
              <a:t>File not found</a:t>
            </a:r>
            <a:endParaRPr lang="en-US" sz="2400" dirty="0" smtClean="0"/>
          </a:p>
          <a:p>
            <a:pPr marL="457200" lvl="1" indent="0">
              <a:buNone/>
            </a:pPr>
            <a:r>
              <a:rPr lang="en-US" sz="2000" dirty="0" err="1"/>
              <a:t>ifstream</a:t>
            </a:r>
            <a:r>
              <a:rPr lang="en-US" sz="2000" dirty="0"/>
              <a:t> file("nonexistent.txt");</a:t>
            </a:r>
          </a:p>
          <a:p>
            <a:pPr marL="457200" lvl="1" indent="0">
              <a:buNone/>
            </a:pPr>
            <a:r>
              <a:rPr lang="en-US" sz="2000" dirty="0"/>
              <a:t>if (!file) {</a:t>
            </a:r>
          </a:p>
          <a:p>
            <a:pPr marL="457200" lvl="1" indent="0">
              <a:buNone/>
            </a:pPr>
            <a:r>
              <a:rPr lang="en-US" sz="2000" dirty="0"/>
              <a:t>    </a:t>
            </a:r>
            <a:r>
              <a:rPr lang="en-US" sz="2000" dirty="0" err="1"/>
              <a:t>cout</a:t>
            </a:r>
            <a:r>
              <a:rPr lang="en-US" sz="2000" dirty="0"/>
              <a:t> &lt;&lt; "File not found!"; // Detected at runtime.</a:t>
            </a:r>
          </a:p>
          <a:p>
            <a:pPr marL="457200" lvl="1" indent="0">
              <a:buNone/>
            </a:pPr>
            <a:r>
              <a:rPr lang="en-US" sz="2000" dirty="0"/>
              <a:t>}</a:t>
            </a:r>
          </a:p>
          <a:p>
            <a:pPr marL="457200" lvl="1" indent="0">
              <a:buNone/>
            </a:pPr>
            <a:endParaRPr lang="en-US" sz="2000" dirty="0" smtClean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73389241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68</TotalTime>
  <Words>446</Words>
  <Application>Microsoft Office PowerPoint</Application>
  <PresentationFormat>Widescreen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Trebuchet MS</vt:lpstr>
      <vt:lpstr>Wingdings</vt:lpstr>
      <vt:lpstr>Wingdings 3</vt:lpstr>
      <vt:lpstr>Facet</vt:lpstr>
      <vt:lpstr>Polymorphism</vt:lpstr>
      <vt:lpstr>Learning Objectives </vt:lpstr>
      <vt:lpstr>What is Polymorphism? </vt:lpstr>
      <vt:lpstr>Why Polymorphism? </vt:lpstr>
      <vt:lpstr>Types of Polymorphism </vt:lpstr>
      <vt:lpstr>PowerPoint Presentation</vt:lpstr>
      <vt:lpstr>Compile-time Polymorphism</vt:lpstr>
      <vt:lpstr>Run Time Polymorphism</vt:lpstr>
      <vt:lpstr>Advantages of Polymorphism </vt:lpstr>
      <vt:lpstr>Compile Time</vt:lpstr>
      <vt:lpstr>Compile Time Examples</vt:lpstr>
      <vt:lpstr>Run Time</vt:lpstr>
      <vt:lpstr>Run Time Examples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Polymorphism</dc:title>
  <dc:creator>Mishal Muneer</dc:creator>
  <cp:lastModifiedBy>Microsoft account</cp:lastModifiedBy>
  <cp:revision>11</cp:revision>
  <dcterms:created xsi:type="dcterms:W3CDTF">2024-12-09T06:23:38Z</dcterms:created>
  <dcterms:modified xsi:type="dcterms:W3CDTF">2024-12-09T09:23:00Z</dcterms:modified>
</cp:coreProperties>
</file>