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20"/>
  </p:notesMasterIdLst>
  <p:sldIdLst>
    <p:sldId id="256" r:id="rId3"/>
    <p:sldId id="271" r:id="rId4"/>
    <p:sldId id="27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taha" initials="M" lastIdx="4" clrIdx="0">
    <p:extLst>
      <p:ext uri="{19B8F6BF-5375-455C-9EA6-DF929625EA0E}">
        <p15:presenceInfo xmlns:p15="http://schemas.microsoft.com/office/powerpoint/2012/main" userId="Munt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8T17:44:34.898" idx="1">
    <p:pos x="10" y="10"/>
    <p:text>notion=tasawaur and concept</p:text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8C7AD-8F41-493A-87A9-DB6D2E09A953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FD387-26F0-43EE-9D10-5902CDA3A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7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484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5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667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91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05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70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97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354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128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41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4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38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4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2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80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13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1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18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3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9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89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92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167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58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148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15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441615-5A44-410C-89F4-7540CC2153E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64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EEEDD-194D-4DD5-937E-553FA254329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859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9082E-3C0F-48C1-AF91-E8B1B0DF5DF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894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7EBE2-120C-4AA5-8863-7091BC941A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16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41925D-18D4-4F2E-8E4E-BFF18070A18A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504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AE92D-E9CF-4182-918D-E2DF720104D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620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F2CF68-0C7E-4B18-A5B7-19E18E8AD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5657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A25D3-A3D3-45E1-A26B-27F22D2ABE7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1751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79975-D461-46C0-9BA3-FEABCE9F60C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9178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0C275-A2B6-4458-8506-3A566F6F2D0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352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F9B4A-C263-434F-8630-F35A9FDD4542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44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F7D291-EDD0-4339-A28D-B16448925DBA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1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E9F8A-BBC2-4445-9A74-6C4C5980038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8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Material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None/>
              <a:defRPr/>
            </a:pPr>
            <a:r>
              <a:rPr lang="en-US" b="1" spc="200" dirty="0">
                <a:solidFill>
                  <a:srgbClr val="262626"/>
                </a:solidFill>
                <a:latin typeface="Garamond" pitchFamily="18" charset="0"/>
              </a:rPr>
              <a:t>Recommended Book(s)</a:t>
            </a:r>
          </a:p>
          <a:p>
            <a:pPr marL="0" lvl="0" indent="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None/>
              <a:defRPr/>
            </a:pPr>
            <a:r>
              <a:rPr lang="en-US" b="1" spc="200" dirty="0">
                <a:solidFill>
                  <a:srgbClr val="262626"/>
                </a:solidFill>
                <a:latin typeface="Garamond" pitchFamily="18" charset="0"/>
              </a:rPr>
              <a:t>For C++:</a:t>
            </a:r>
          </a:p>
          <a:p>
            <a:pPr marL="457200" lvl="0" indent="-45720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Object Oriented Programming in C++ by Robert </a:t>
            </a:r>
            <a:r>
              <a:rPr lang="en-US" spc="200" dirty="0" err="1">
                <a:solidFill>
                  <a:srgbClr val="262626"/>
                </a:solidFill>
                <a:latin typeface="Garamond" pitchFamily="18" charset="0"/>
              </a:rPr>
              <a:t>Lafore</a:t>
            </a: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 (Recommended book</a:t>
            </a:r>
            <a:r>
              <a:rPr lang="en-US" spc="200" dirty="0" smtClean="0">
                <a:solidFill>
                  <a:srgbClr val="262626"/>
                </a:solidFill>
                <a:latin typeface="Garamond" pitchFamily="18" charset="0"/>
              </a:rPr>
              <a:t>).</a:t>
            </a:r>
            <a:endParaRPr lang="en-US" spc="200" dirty="0">
              <a:solidFill>
                <a:srgbClr val="262626"/>
              </a:solidFill>
              <a:latin typeface="Garamond" pitchFamily="18" charset="0"/>
            </a:endParaRPr>
          </a:p>
          <a:p>
            <a:pPr marL="457200" lvl="0" indent="-45720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C++ How to Program by </a:t>
            </a:r>
            <a:r>
              <a:rPr lang="en-US" spc="200" dirty="0" err="1">
                <a:solidFill>
                  <a:srgbClr val="262626"/>
                </a:solidFill>
                <a:latin typeface="Garamond" pitchFamily="18" charset="0"/>
              </a:rPr>
              <a:t>Deitel</a:t>
            </a: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 and </a:t>
            </a:r>
            <a:r>
              <a:rPr lang="en-US" spc="200" dirty="0" err="1">
                <a:solidFill>
                  <a:srgbClr val="262626"/>
                </a:solidFill>
                <a:latin typeface="Garamond" pitchFamily="18" charset="0"/>
              </a:rPr>
              <a:t>Deitel</a:t>
            </a: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 (Alternate book</a:t>
            </a:r>
            <a:r>
              <a:rPr lang="en-US" spc="200" dirty="0" smtClean="0">
                <a:solidFill>
                  <a:srgbClr val="262626"/>
                </a:solidFill>
                <a:latin typeface="Garamond" pitchFamily="18" charset="0"/>
              </a:rPr>
              <a:t>).</a:t>
            </a:r>
            <a:endParaRPr lang="en-US" spc="200" dirty="0">
              <a:solidFill>
                <a:srgbClr val="262626"/>
              </a:solidFill>
              <a:latin typeface="Garamond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3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Concepts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Object-oriented programming has four basic </a:t>
            </a:r>
            <a:r>
              <a:rPr lang="en-US" dirty="0" smtClean="0"/>
              <a:t>concepts,</a:t>
            </a:r>
            <a:r>
              <a:rPr lang="en-US" dirty="0"/>
              <a:t> help you understand the basic functionality of an OOP computer program</a:t>
            </a:r>
            <a:endParaRPr lang="en-US" dirty="0" smtClean="0"/>
          </a:p>
          <a:p>
            <a:r>
              <a:rPr lang="en-US" dirty="0" smtClean="0"/>
              <a:t>Abstraction</a:t>
            </a:r>
          </a:p>
          <a:p>
            <a:r>
              <a:rPr lang="en-US" dirty="0" smtClean="0"/>
              <a:t>Encapsulation</a:t>
            </a:r>
          </a:p>
          <a:p>
            <a:r>
              <a:rPr lang="en-US" dirty="0" smtClean="0"/>
              <a:t>Inheritance</a:t>
            </a:r>
          </a:p>
          <a:p>
            <a:r>
              <a:rPr lang="en-US" dirty="0" smtClean="0"/>
              <a:t>Polymorphism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857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80219" y="1165123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Modern computers are smaller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but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far more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complex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than early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computers.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They can execute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many programs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at the same time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Computer scientists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have introduced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notion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</a:t>
            </a:r>
            <a:r>
              <a:rPr kumimoji="0" lang="en-US" sz="2800" b="1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1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object-oriented programming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help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manage the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growing complexity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modern computers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Why OOP?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53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80219" y="1165123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spc="200" dirty="0" smtClean="0">
                <a:solidFill>
                  <a:schemeClr val="bg1"/>
                </a:solidFill>
                <a:latin typeface="Gill Sans MT" panose="020B0502020104020203"/>
              </a:rPr>
              <a:t>Programming Paradigm for </a:t>
            </a:r>
            <a:r>
              <a:rPr lang="en-US" sz="2800" b="1" spc="200" dirty="0" smtClean="0">
                <a:solidFill>
                  <a:srgbClr val="FF0000"/>
                </a:solidFill>
                <a:latin typeface="Gill Sans MT" panose="020B0502020104020203"/>
              </a:rPr>
              <a:t>System Modeling.</a:t>
            </a:r>
            <a:endParaRPr kumimoji="0" lang="en-US" sz="2800" b="1" i="0" u="none" strike="noStrike" kern="1200" cap="none" spc="20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Programming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model/style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that is associated with the concept of Class, Objects and various other concepts revolving around these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two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Oriented Programming is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design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concept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nothing but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technique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design applications.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Introduction </a:t>
            </a: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to OOP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4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Understanding Object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</a:t>
            </a: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anything that can be represented by data in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 computer’s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memory and manipulated by a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computer program.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is an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instance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of a class.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Anything that we see are nothing but objects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Objects can be anything like pen, car, computer, bike, mobiles, etc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If there are objects then they will have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properties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behaviors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which will differentiate one object from other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E.g.: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Take an example of a car. Car has properties (Color, Model, and Brand) and behaviors (it can move forward and backward). Likewise different objects have different properties and behaviors.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22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Understanding </a:t>
            </a: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Class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8482781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Classes are something, which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defines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object.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You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can say Class is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blueprint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Object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Collection of objects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is called class.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logical entity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describes all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properties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behaviors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an Object.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define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attributes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methods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the objects of its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kind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act of creating a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new instance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an object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called </a:t>
            </a: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instantiation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050" name="Picture 2" descr="Class in Jav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0" b="8267"/>
          <a:stretch/>
        </p:blipFill>
        <p:spPr bwMode="auto">
          <a:xfrm>
            <a:off x="8903663" y="1586436"/>
            <a:ext cx="3181657" cy="431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88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Class &amp; Object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266" name="Picture 2" descr="Image result for class in c#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346" y="1454871"/>
            <a:ext cx="8428971" cy="449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71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What is Object Oriented Programming?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797" y="1439227"/>
            <a:ext cx="8510070" cy="396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6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52" y="1305877"/>
            <a:ext cx="8160959" cy="46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19" y="214634"/>
            <a:ext cx="6810375" cy="4695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833" y="3513123"/>
            <a:ext cx="62960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7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Object Oriented Language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We have specialized languages to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program object-oriented-</a:t>
            </a:r>
            <a:r>
              <a:rPr kumimoji="0" lang="en-US" sz="2800" b="0" i="0" u="none" strike="noStrike" kern="1200" cap="none" spc="20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ly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– Research has shown that we seem to think in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language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we speak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Easier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think in terms of objects using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oriented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language rather than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procedural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22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Characteristics of OOP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Everything is an object !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Computation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performed by objects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communicating with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each other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– Objects communicate by sending and receiving messages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Each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has its own memory, which consists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other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Every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is an instance of a class (has a </a:t>
            </a: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type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 is the repository for behaviour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associated with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0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179081"/>
            <a:ext cx="7729728" cy="1188720"/>
          </a:xfrm>
        </p:spPr>
        <p:txBody>
          <a:bodyPr/>
          <a:lstStyle/>
          <a:p>
            <a:r>
              <a:rPr lang="en-US" dirty="0" smtClean="0"/>
              <a:t>Object vs class</a:t>
            </a:r>
            <a:endParaRPr lang="en-US" dirty="0"/>
          </a:p>
        </p:txBody>
      </p:sp>
      <p:pic>
        <p:nvPicPr>
          <p:cNvPr id="1026" name="Picture 2" descr="Understanding Classes and Objects in Java - GeeksforGeek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65" y="1384158"/>
            <a:ext cx="10525869" cy="501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58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a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050" name="Picture 2" descr="Class Vs Object: Difference Between Class and Object in OOP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620" y="2272665"/>
            <a:ext cx="3386120" cy="420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3074" name="Picture 2" descr="Classes &amp; Objects in C++ - Simple Snippe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353" y="2390231"/>
            <a:ext cx="4739293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2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78" y="385143"/>
            <a:ext cx="10947042" cy="864108"/>
          </a:xfrm>
        </p:spPr>
        <p:txBody>
          <a:bodyPr/>
          <a:lstStyle/>
          <a:p>
            <a:r>
              <a:rPr lang="en-US" dirty="0" smtClean="0"/>
              <a:t>Structured vs object oriented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478" y="1545465"/>
            <a:ext cx="10947042" cy="452048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Structured programming </a:t>
            </a:r>
            <a:r>
              <a:rPr lang="en-US" sz="2000" dirty="0"/>
              <a:t>focuses on procedures and functions, breaking down tasks into smaller, reusable blocks of code. There’s no concept of objects or classes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Functions and data are separate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The program flows from top to bottom, using functions to operate on the data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No direct relationship between data and functions.</a:t>
            </a:r>
            <a:endParaRPr lang="en-US" sz="2000" dirty="0" smtClean="0"/>
          </a:p>
          <a:p>
            <a:pPr algn="just"/>
            <a:r>
              <a:rPr lang="en-US" sz="2000" b="1" dirty="0"/>
              <a:t>OOP</a:t>
            </a:r>
            <a:r>
              <a:rPr lang="en-US" sz="2000" dirty="0"/>
              <a:t> focuses on objects, which encapsulate both data (attributes) and functions (methods) that operate on that data. It supports features like inheritance, polymorphism, and encapsulation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Objects encapsulate both data and methods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Code revolves around objects that interact with each other. The class Car represents a blueprint, and each car object has its own properties and behaviors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It's more modular, supporting principles like encapsulation, inheritance, and polymorphism.</a:t>
            </a:r>
          </a:p>
        </p:txBody>
      </p:sp>
    </p:spTree>
    <p:extLst>
      <p:ext uri="{BB962C8B-B14F-4D97-AF65-F5344CB8AC3E}">
        <p14:creationId xmlns:p14="http://schemas.microsoft.com/office/powerpoint/2010/main" val="345170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341</TotalTime>
  <Words>627</Words>
  <Application>Microsoft Office PowerPoint</Application>
  <PresentationFormat>Widescreen</PresentationFormat>
  <Paragraphs>85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Garamond</vt:lpstr>
      <vt:lpstr>Gill Sans MT</vt:lpstr>
      <vt:lpstr>Organic</vt:lpstr>
      <vt:lpstr>Parcel</vt:lpstr>
      <vt:lpstr>Object Oriented Programming</vt:lpstr>
      <vt:lpstr>Course Material</vt:lpstr>
      <vt:lpstr>Basic Concepts of 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vs class</vt:lpstr>
      <vt:lpstr>Structure of a class</vt:lpstr>
      <vt:lpstr>PowerPoint Presentation</vt:lpstr>
      <vt:lpstr>Structured vs object oriented programming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Wasi</dc:creator>
  <cp:lastModifiedBy>Microsoft account</cp:lastModifiedBy>
  <cp:revision>24</cp:revision>
  <dcterms:created xsi:type="dcterms:W3CDTF">2022-04-24T09:46:42Z</dcterms:created>
  <dcterms:modified xsi:type="dcterms:W3CDTF">2024-10-11T17:40:10Z</dcterms:modified>
</cp:coreProperties>
</file>