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33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8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9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82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541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6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4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9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57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BFD9B5-7B1D-4855-8B99-73B2F16E6351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6D5B7-2B86-4E5B-BD00-2198904ED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8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Friend Functions and Classes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57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Friend Functions and Classes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F</a:t>
            </a:r>
            <a:r>
              <a:rPr lang="en-US" dirty="0" smtClean="0"/>
              <a:t>riend is a function or class that is not a member of a class, but has access to the private members of the class. </a:t>
            </a:r>
          </a:p>
          <a:p>
            <a:pPr algn="just"/>
            <a:r>
              <a:rPr lang="en-US" dirty="0" smtClean="0"/>
              <a:t>Classes keep a “list” of their friends, and only the external functions or classes whose names appear in the list are granted access</a:t>
            </a:r>
          </a:p>
          <a:p>
            <a:pPr algn="just"/>
            <a:r>
              <a:rPr lang="en-US" dirty="0" smtClean="0"/>
              <a:t>Friend function Syntax (in Class declaration):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129" y="4542973"/>
            <a:ext cx="7941741" cy="70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243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Friend Functions and Classes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Friend is a non-member function.</a:t>
            </a:r>
          </a:p>
          <a:p>
            <a:pPr algn="just"/>
            <a:r>
              <a:rPr lang="en-US" dirty="0" smtClean="0"/>
              <a:t>Friend function can access private and protected data members of a class which declared it as friend function.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Friend function is inherited without friendship.</a:t>
            </a:r>
          </a:p>
          <a:p>
            <a:pPr lvl="1" algn="just"/>
            <a:r>
              <a:rPr lang="en-US" dirty="0" smtClean="0"/>
              <a:t>It can access private and protected data members of Base class because Base declared it as friend. But Derived class does not automatically make this function a friend, to give access to his private and protected data.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47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Friend Functions and Classes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Not a </a:t>
            </a:r>
            <a:r>
              <a:rPr lang="en-US" smtClean="0"/>
              <a:t>good approach </a:t>
            </a:r>
            <a:r>
              <a:rPr lang="en-US" smtClean="0">
                <a:sym typeface="Wingdings" panose="05000000000000000000" pitchFamily="2" charset="2"/>
              </a:rPr>
              <a:t> </a:t>
            </a:r>
            <a:r>
              <a:rPr lang="en-US" smtClean="0"/>
              <a:t>Declare </a:t>
            </a:r>
            <a:r>
              <a:rPr lang="en-US" dirty="0" smtClean="0"/>
              <a:t>a complete class as a friend:</a:t>
            </a:r>
          </a:p>
          <a:p>
            <a:pPr algn="just"/>
            <a:r>
              <a:rPr lang="en-US" dirty="0" smtClean="0"/>
              <a:t>All functions of the friend class can access all private members of the current class</a:t>
            </a:r>
          </a:p>
          <a:p>
            <a:pPr algn="just"/>
            <a:r>
              <a:rPr lang="en-US" dirty="0" smtClean="0"/>
              <a:t>Only a member function which needs access to private members must be allowed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Syntax: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865" y="5128369"/>
            <a:ext cx="5198269" cy="63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5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- 1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Write a C++ program to implement a class </a:t>
            </a:r>
            <a:r>
              <a:rPr lang="en-US" dirty="0" err="1" smtClean="0"/>
              <a:t>BankAccount</a:t>
            </a:r>
            <a:r>
              <a:rPr lang="en-US" dirty="0" smtClean="0"/>
              <a:t> with private data members like balance and </a:t>
            </a:r>
            <a:r>
              <a:rPr lang="en-US" dirty="0" err="1" smtClean="0"/>
              <a:t>accountNumber</a:t>
            </a:r>
            <a:r>
              <a:rPr lang="en-US" dirty="0" smtClean="0"/>
              <a:t>. Define a friend function </a:t>
            </a:r>
            <a:r>
              <a:rPr lang="en-US" dirty="0" err="1" smtClean="0"/>
              <a:t>transferFunds</a:t>
            </a:r>
            <a:r>
              <a:rPr lang="en-US" dirty="0" smtClean="0"/>
              <a:t>() that allows transferring money between two </a:t>
            </a:r>
            <a:r>
              <a:rPr lang="en-US" dirty="0" err="1" smtClean="0"/>
              <a:t>BankAccount</a:t>
            </a:r>
            <a:r>
              <a:rPr lang="en-US" dirty="0" smtClean="0"/>
              <a:t> objects. The friend function should access the private members of both accounts to perform the transfer operation.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73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- 2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Design a C++ program that defines a Rectangle class with private members length and width. Write a friend function </a:t>
            </a:r>
            <a:r>
              <a:rPr lang="en-US" dirty="0" err="1" smtClean="0"/>
              <a:t>calculateArea</a:t>
            </a:r>
            <a:r>
              <a:rPr lang="en-US" dirty="0" smtClean="0"/>
              <a:t>() that computes the area of a rectangle. The function should be able to access the private members of the Rectangle object to perform the area calculation.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55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- 3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Write a C++ program that defines two classes: Employee and Department. The Employee class contains private details such as name, id, and salary. The Department class should be a friend of Employee, allowing it to access the private data of Employee objects. Implement a method in the Department class to display details of all employees working in a specific department.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64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 - 4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smtClean="0"/>
              <a:t>Create a C++ program that defines two classes: Book and Author. The Book class has private members like title, </a:t>
            </a:r>
            <a:r>
              <a:rPr lang="en-US" dirty="0" err="1" smtClean="0"/>
              <a:t>isbn</a:t>
            </a:r>
            <a:r>
              <a:rPr lang="en-US" dirty="0" smtClean="0"/>
              <a:t>, and pages. The Author class has a private member name. The Author class should be a friend of the Book class, allowing it to access the private data of the Book class. Implement a function in the Author class to print the details of all books written by the author.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377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454</Words>
  <Application>Microsoft Office PowerPoint</Application>
  <PresentationFormat>Widescreen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Friend Functions and Classes</vt:lpstr>
      <vt:lpstr>Friend Functions and Classes</vt:lpstr>
      <vt:lpstr>Friend Functions and Classes</vt:lpstr>
      <vt:lpstr>Friend Functions and Classes</vt:lpstr>
      <vt:lpstr>Example - 1</vt:lpstr>
      <vt:lpstr>Example - 2</vt:lpstr>
      <vt:lpstr>Example - 3</vt:lpstr>
      <vt:lpstr>Example - 4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Muhamad Mudasir</dc:creator>
  <cp:lastModifiedBy>Muhamad Mudasir</cp:lastModifiedBy>
  <cp:revision>8</cp:revision>
  <dcterms:created xsi:type="dcterms:W3CDTF">2024-11-18T10:03:32Z</dcterms:created>
  <dcterms:modified xsi:type="dcterms:W3CDTF">2024-11-18T10:09:43Z</dcterms:modified>
</cp:coreProperties>
</file>