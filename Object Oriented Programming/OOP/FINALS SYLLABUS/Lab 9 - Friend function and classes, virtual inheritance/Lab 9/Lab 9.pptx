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0"/>
  </p:notesMasterIdLst>
  <p:sldIdLst>
    <p:sldId id="256" r:id="rId2"/>
    <p:sldId id="262" r:id="rId3"/>
    <p:sldId id="268" r:id="rId4"/>
    <p:sldId id="269" r:id="rId5"/>
    <p:sldId id="270" r:id="rId6"/>
    <p:sldId id="267" r:id="rId7"/>
    <p:sldId id="263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2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232830"/>
            <a:ext cx="10058400" cy="50425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1663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– 09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Friend function and classes, virtual inheritance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- 1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91820"/>
            <a:ext cx="10058400" cy="521080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implement a class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private data members like balance and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accountNumber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Define a friend function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transferFunds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that allows transferring money between two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objects. The friend function should access the private members of both accounts to perform the transfer operation.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138" y="3480817"/>
            <a:ext cx="7606683" cy="270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- 2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91820"/>
            <a:ext cx="10058400" cy="521080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 C++ program that defines a Rectangle class with private members length and width. Write a friend function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calculateArea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that computes the area of a rectangle. The function should be able to access the private members of the Rectangle object to perform the area calculation.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9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91820"/>
            <a:ext cx="10058400" cy="521080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that defines two classes: Employee and Department. The Employee class contains private details such as name, id, and salary. The Department class should be a friend of Employee, allowing it to access the private data of Employee objects. Implement a method in the Department class to display details of all employees working in a specific department.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215" y="3746252"/>
            <a:ext cx="4372743" cy="255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60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- 4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91820"/>
            <a:ext cx="10058400" cy="521080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C++ program that defines two classes: Book and Author. The Book class has private members like title,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isbn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pages. The Author class has a private member name. The Author class should be a friend of the Book class, allowing it to access the private data of the Book class. Implement a function in the Author class to print the details of all books written by the author.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666" y="3496528"/>
            <a:ext cx="3658014" cy="262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2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- 5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91820"/>
            <a:ext cx="10058400" cy="521080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 base class Vehicle with attributes make and model, and a function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showDetails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 Use virtual inheritance to derive Car and Truck classes, each adding attributes (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numDoors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Car and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loadCapacity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Truck) and overriding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showDetails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 Create a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PickupTruck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that inherits from both Car and Truck, ensuring it properly manages attributes and functions of the Vehicle base class.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635" y="3829323"/>
            <a:ext cx="7386025" cy="247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777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- 6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199533"/>
            <a:ext cx="10058400" cy="507579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a Device class with attributes brand and model, and a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powerOn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 Derive Smartphone and Laptop classes using virtual inheritance, each adding specific attributes (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hasTouchscreen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Laptop and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batteryLife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Smartphone). Create a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HybridDevice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that inherits from both Smartphone and Laptop, overriding the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powerOn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method to demonstrate its hybrid functionality.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451" y="4249642"/>
            <a:ext cx="6852854" cy="178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40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–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199533"/>
            <a:ext cx="10058400" cy="507579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base class Person with attributes name and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nationalID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a method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displayInfo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 Virtually inherit it in Student and Teacher classes. Add attributes like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rollNumber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Student and subject for Teacher, each with their respective functions (study() and teach()). Create a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ResearchAssistant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inheriting from both Student and Teacher, adding its own attribute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researchField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function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conductResearch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470" y="3873120"/>
            <a:ext cx="7206630" cy="240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03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6692</TotalTime>
  <Words>517</Words>
  <Application>Microsoft Office PowerPoint</Application>
  <PresentationFormat>Widescreen</PresentationFormat>
  <Paragraphs>33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Times New Roman</vt:lpstr>
      <vt:lpstr>Retrospect</vt:lpstr>
      <vt:lpstr>LAB – 09</vt:lpstr>
      <vt:lpstr>Task - 1</vt:lpstr>
      <vt:lpstr>Task - 2</vt:lpstr>
      <vt:lpstr>Task - 3</vt:lpstr>
      <vt:lpstr>Task - 4</vt:lpstr>
      <vt:lpstr>Task - 5</vt:lpstr>
      <vt:lpstr>Task - 6</vt:lpstr>
      <vt:lpstr>Task – 7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Microsoft account</cp:lastModifiedBy>
  <cp:revision>560</cp:revision>
  <dcterms:created xsi:type="dcterms:W3CDTF">2022-09-18T18:36:50Z</dcterms:created>
  <dcterms:modified xsi:type="dcterms:W3CDTF">2024-12-06T03:32:30Z</dcterms:modified>
</cp:coreProperties>
</file>