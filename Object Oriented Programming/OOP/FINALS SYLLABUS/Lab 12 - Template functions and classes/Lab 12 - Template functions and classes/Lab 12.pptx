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8"/>
  </p:notesMasterIdLst>
  <p:sldIdLst>
    <p:sldId id="256" r:id="rId2"/>
    <p:sldId id="262" r:id="rId3"/>
    <p:sldId id="271" r:id="rId4"/>
    <p:sldId id="273" r:id="rId5"/>
    <p:sldId id="272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2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32830"/>
            <a:ext cx="10058400" cy="5042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1663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functions and classes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424"/>
            <a:ext cx="10058400" cy="492420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with a Person class that includes a data member for age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If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person’s age is less than 18, throw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NotEligibleToVoteException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(user-defined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Use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to inform the user they are not eligible to vote and terminate the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424"/>
            <a:ext cx="10115203" cy="492420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template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findElement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searches for a target element in a predefined static array and returns its index if found, or a message if not found. The function should work with arrays of different data types, such as integers, doubles, and strings. Demonstrate the function using three predefined arrays: one for integers, one for doubles, and one for strings. For each array, specify a target value and use the function to determine its index, displaying the results accordingly.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67938" y="4776789"/>
            <a:ext cx="5944621" cy="15258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target found at index: 2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target not found.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target found at index: 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424"/>
            <a:ext cx="10115203" cy="492420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template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concatenateArrays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takes two arrays of the same type and their sizes, and merges them into a single array. Demonstrate with both integer and string arrays.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25276" y="3330127"/>
            <a:ext cx="5944621" cy="15258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Concatenated Integer Array: 1 2 3 4 5 6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Concatenated String Array: Hello World C++ Templates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85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37481"/>
            <a:ext cx="6095090" cy="496514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template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WarehouseInventory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data members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(string),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itemWeight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 type),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itemQuantity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 type). Add functions to set item details, calculate total inventory weight, and display all inventory details.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70195" y="1394269"/>
            <a:ext cx="3893925" cy="41352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1 Details: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Name: Steel Rod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Weight: 12.5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Quantity: 100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Inventory Weight: 1250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2 Details: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Name: Cement Bag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Weight: 50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Quantity: 35.5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Inventory Weight: 1775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91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37481"/>
            <a:ext cx="6095090" cy="496514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template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GameScoreboard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data members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(string),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playerScore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 type),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gameLevel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 type). Include functions to set player details, update the score by adding points, and display the player's current status.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70195" y="488747"/>
            <a:ext cx="3893925" cy="621230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status of Player 1: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Name: Alice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Score: 500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Level: 2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updating score of Player 1: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Name: Alice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Score: 600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Level: 2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status of Player 2: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Name: Bob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Score: 1200.5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Level: 3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updating score of Player 2: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Name: Bob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Score: 1451.25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Level: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60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7215</TotalTime>
  <Words>476</Words>
  <Application>Microsoft Office PowerPoint</Application>
  <PresentationFormat>Widescreen</PresentationFormat>
  <Paragraphs>66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Times New Roman</vt:lpstr>
      <vt:lpstr>Retrospect</vt:lpstr>
      <vt:lpstr>LAB – 12</vt:lpstr>
      <vt:lpstr>Task - 1</vt:lpstr>
      <vt:lpstr>Task - 2</vt:lpstr>
      <vt:lpstr>Task - 3</vt:lpstr>
      <vt:lpstr>Task - 4</vt:lpstr>
      <vt:lpstr>Task - 5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617</cp:revision>
  <dcterms:created xsi:type="dcterms:W3CDTF">2022-09-18T18:36:50Z</dcterms:created>
  <dcterms:modified xsi:type="dcterms:W3CDTF">2024-12-25T17:30:43Z</dcterms:modified>
</cp:coreProperties>
</file>