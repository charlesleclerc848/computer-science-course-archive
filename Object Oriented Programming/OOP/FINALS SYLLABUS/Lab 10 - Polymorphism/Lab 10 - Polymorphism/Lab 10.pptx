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0"/>
  </p:notesMasterIdLst>
  <p:sldIdLst>
    <p:sldId id="256" r:id="rId2"/>
    <p:sldId id="269" r:id="rId3"/>
    <p:sldId id="268" r:id="rId4"/>
    <p:sldId id="262" r:id="rId5"/>
    <p:sldId id="270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2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32830"/>
            <a:ext cx="10058400" cy="5042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1663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10058400" cy="496514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Number that has one data member number with following member functions </a:t>
            </a:r>
          </a:p>
          <a:p>
            <a:pPr marL="457200" lvl="1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function to get value of number</a:t>
            </a:r>
          </a:p>
          <a:p>
            <a:pPr marL="457200" lvl="1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comparison operator to check if the values of numbers are equal 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44248" y="3277301"/>
            <a:ext cx="4511432" cy="30253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Number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are not equal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number was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number was 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23833"/>
            <a:ext cx="10058400" cy="497879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 the expression “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b+c-e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with operator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overloading.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21594" y="2980756"/>
            <a:ext cx="4321654" cy="2505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integer : 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integer :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the integer : 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b+c-e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is = : 2</a:t>
            </a:r>
          </a:p>
        </p:txBody>
      </p:sp>
    </p:spTree>
    <p:extLst>
      <p:ext uri="{BB962C8B-B14F-4D97-AF65-F5344CB8AC3E}">
        <p14:creationId xmlns:p14="http://schemas.microsoft.com/office/powerpoint/2010/main" val="265829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424"/>
            <a:ext cx="6054147" cy="492420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Time that has three data members hours, minutes and seconds. The class has the following member functions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get() method to get time from user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show() method to display time in proper format like HH:MM:SS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+ operator to add two times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85603" y="1378424"/>
            <a:ext cx="4029074" cy="42081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***** Enter First Time *****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hours : 03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minutes : 34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seconds: 53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***** Enter Second Time *****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hours : 05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minutes : 54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seconds: 33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Time : 9:29:26</a:t>
            </a:r>
          </a:p>
        </p:txBody>
      </p:sp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64776"/>
            <a:ext cx="10058400" cy="49378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Time that has three data members hours, minutes and seconds. The class has the following member functions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to initialize the time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function to show the time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 operator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the time by 1 minute</a:t>
            </a:r>
          </a:p>
          <a:p>
            <a:pPr marL="45720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 to decrease the time by 1 second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22787" y="4836257"/>
            <a:ext cx="5632893" cy="13461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Time 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3:34:56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After Operator Overloading = 3:35:55</a:t>
            </a:r>
          </a:p>
        </p:txBody>
      </p:sp>
    </p:spTree>
    <p:extLst>
      <p:ext uri="{BB962C8B-B14F-4D97-AF65-F5344CB8AC3E}">
        <p14:creationId xmlns:p14="http://schemas.microsoft.com/office/powerpoint/2010/main" val="74552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10058400" cy="49378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class Boolean that holds a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value. Overload the ! operator to invert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value. Write a program to demonstrate this functionality.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81642" y="3184877"/>
            <a:ext cx="4402550" cy="17965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value: true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value: false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40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37481"/>
            <a:ext cx="10058400" cy="493784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class Number that holds an integer. Overload the unary - operator to negate the number. Use this operator to reverse the sign of a number and display the result.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881642" y="3184877"/>
            <a:ext cx="4402550" cy="24516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negation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Value: 10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negation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Value: -10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0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64024"/>
            <a:ext cx="10058400" cy="735509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23833"/>
            <a:ext cx="10058400" cy="497879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base class Employee that has a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calculateSalary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that calculates the salary of an employee based on their hourly wage and the number of hours they have worked. Then, create derived classes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HourlyEmployee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SalariedEmployee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each implement the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calculateSalary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 to calculate the salary of an hourly employee or a salaried employee, respectively.</a:t>
            </a:r>
          </a:p>
          <a:p>
            <a:pPr algn="just">
              <a:lnSpc>
                <a:spcPct val="100000"/>
              </a:lnSpc>
            </a:pP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7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6777</TotalTime>
  <Words>462</Words>
  <Application>Microsoft Office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Times New Roman</vt:lpstr>
      <vt:lpstr>Wingdings</vt:lpstr>
      <vt:lpstr>Retrospect</vt:lpstr>
      <vt:lpstr>LAB – 10</vt:lpstr>
      <vt:lpstr>Task - 1</vt:lpstr>
      <vt:lpstr>Task - 2</vt:lpstr>
      <vt:lpstr>Task - 3</vt:lpstr>
      <vt:lpstr>Task - 4</vt:lpstr>
      <vt:lpstr>Task - 5</vt:lpstr>
      <vt:lpstr>Task - 6</vt:lpstr>
      <vt:lpstr>Task - 7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580</cp:revision>
  <dcterms:created xsi:type="dcterms:W3CDTF">2022-09-18T18:36:50Z</dcterms:created>
  <dcterms:modified xsi:type="dcterms:W3CDTF">2024-12-10T19:22:45Z</dcterms:modified>
</cp:coreProperties>
</file>