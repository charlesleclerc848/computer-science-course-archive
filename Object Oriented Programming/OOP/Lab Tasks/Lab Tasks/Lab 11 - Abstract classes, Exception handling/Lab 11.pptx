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7"/>
  </p:notesMasterIdLst>
  <p:sldIdLst>
    <p:sldId id="256" r:id="rId2"/>
    <p:sldId id="262" r:id="rId3"/>
    <p:sldId id="271" r:id="rId4"/>
    <p:sldId id="269" r:id="rId5"/>
    <p:sldId id="2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2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232830"/>
            <a:ext cx="10058400" cy="50425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1663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11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classes, Exception handling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78424"/>
            <a:ext cx="6054147" cy="492420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abstract class Sensor with data members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sensorName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currentReading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 pure virtual function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analyzeData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indent="-36576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TemperatureSensor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PressureSensor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check if readings are within acceptable ranges (e.g., temperature between 0-100°C, pressure between 10-200 psi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indent="-36576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alert if the reading exceeds </a:t>
            </a:r>
            <a:r>
              <a:rPr lang="en-US" sz="24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limits</a:t>
            </a:r>
            <a:r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Use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array of pointers to simulate data from multiple sensors.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71955" y="321086"/>
            <a:ext cx="4610779" cy="62816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=== Sensor Data Analysis ===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TempSensor_1 (Temperature)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Reading: 25.5°C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Temperature is within safe range.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Sensor: TempSensor_2 (Temperature)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Reading: 105°C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ALERT! Temperature out of range (0-100°C).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Sensor: PressureSensor_1 (Pressure)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Reading: 50 psi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Pressure is within safe range.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Sensor: PressureSensor_2 (Pressure)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Reading: 250 psi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ALERT! Pressure out of range (10-200 psi).</a:t>
            </a:r>
          </a:p>
        </p:txBody>
      </p:sp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78424"/>
            <a:ext cx="10115203" cy="492420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abstract class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DeliveryVehicle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data members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vehicleID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distanceTravelled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 pure virtual function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calculateFuelCost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indent="-36576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Truck and Motorcycle. Trucks consume 1 liter of fuel for every 5 km, motorcycles consume 1 liter for every 15 km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36576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distanceTravelled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exceeds 500 km, display "Maintenance Required." Use an array to process multiple vehicles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36576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uel price is 1.5$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DeliveryVehicle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*d[4];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D[0] = </a:t>
            </a:r>
            <a:r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Truck(“T001”,600);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36678" y="4329054"/>
            <a:ext cx="5944621" cy="24958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===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Information ===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Truck T001 | Distance: 600 km | Fuel Cost: $180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T001: Maintenance Required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Motorcycle M001 | Distance: 200 km | Fuel Cost: $20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Truck T002 | Distance: 450 km | Fuel Cost: $135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Motorcycle M002 | Distance: 550 km | Fuel Cost: $55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M002: Maintenance Required</a:t>
            </a:r>
          </a:p>
        </p:txBody>
      </p:sp>
    </p:spTree>
    <p:extLst>
      <p:ext uri="{BB962C8B-B14F-4D97-AF65-F5344CB8AC3E}">
        <p14:creationId xmlns:p14="http://schemas.microsoft.com/office/powerpoint/2010/main" val="25143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37481"/>
            <a:ext cx="10058400" cy="496514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perform arithmetic operations (addition, subtraction, multiplication, and division) on two numbers. Use exception handling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to:</a:t>
            </a:r>
          </a:p>
          <a:p>
            <a:pPr indent="-4572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Throw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exception if the user enters an invalid operator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4572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Throw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exception if the user attempts division by zero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error messages for each exception.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30" r="19266"/>
          <a:stretch/>
        </p:blipFill>
        <p:spPr>
          <a:xfrm>
            <a:off x="4729315" y="3907443"/>
            <a:ext cx="4251303" cy="21607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89" r="20481"/>
          <a:stretch/>
        </p:blipFill>
        <p:spPr>
          <a:xfrm>
            <a:off x="-25565" y="3907443"/>
            <a:ext cx="4754880" cy="188040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3206" y="4230418"/>
            <a:ext cx="3620005" cy="17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0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23833"/>
            <a:ext cx="10058400" cy="497879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accept user name and password and throw an exception if the password has less than 6 characters or does not contain a digit.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49"/>
          <a:stretch/>
        </p:blipFill>
        <p:spPr>
          <a:xfrm>
            <a:off x="581981" y="2891685"/>
            <a:ext cx="5544499" cy="18430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91"/>
          <a:stretch/>
        </p:blipFill>
        <p:spPr>
          <a:xfrm>
            <a:off x="6532155" y="2891685"/>
            <a:ext cx="4830453" cy="1683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32" r="20776"/>
          <a:stretch/>
        </p:blipFill>
        <p:spPr>
          <a:xfrm>
            <a:off x="4168403" y="4824123"/>
            <a:ext cx="3916153" cy="155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9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6909</TotalTime>
  <Words>438</Words>
  <Application>Microsoft Office PowerPoint</Application>
  <PresentationFormat>Widescreen</PresentationFormat>
  <Paragraphs>57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Calibri Light</vt:lpstr>
      <vt:lpstr>Times New Roman</vt:lpstr>
      <vt:lpstr>Wingdings</vt:lpstr>
      <vt:lpstr>Retrospect</vt:lpstr>
      <vt:lpstr>LAB – 11</vt:lpstr>
      <vt:lpstr>Task - 1</vt:lpstr>
      <vt:lpstr>Task - 2</vt:lpstr>
      <vt:lpstr>Task - 3</vt:lpstr>
      <vt:lpstr>Task - 4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Microsoft account</cp:lastModifiedBy>
  <cp:revision>604</cp:revision>
  <dcterms:created xsi:type="dcterms:W3CDTF">2022-09-18T18:36:50Z</dcterms:created>
  <dcterms:modified xsi:type="dcterms:W3CDTF">2025-01-01T10:30:24Z</dcterms:modified>
</cp:coreProperties>
</file>