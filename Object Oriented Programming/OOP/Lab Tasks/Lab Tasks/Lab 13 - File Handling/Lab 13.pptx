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8"/>
  </p:notesMasterIdLst>
  <p:sldIdLst>
    <p:sldId id="256" r:id="rId2"/>
    <p:sldId id="262" r:id="rId3"/>
    <p:sldId id="271" r:id="rId4"/>
    <p:sldId id="273" r:id="rId5"/>
    <p:sldId id="272" r:id="rId6"/>
    <p:sldId id="26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12/31/2024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12/31/2024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12/31/2024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12/31/2024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12/31/2024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12/31/2024</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12/31/2024</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12/31/2024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12/31/2024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12/31/2024</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12/31/2024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12/31/2024</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82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232830"/>
            <a:ext cx="10058400" cy="50425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12/31/2024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88720" y="11663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a:t>
            </a:r>
            <a:r>
              <a:rPr lang="en-US" sz="4800" dirty="0" smtClean="0">
                <a:latin typeface="Times New Roman" panose="02020603050405020304" pitchFamily="18" charset="0"/>
                <a:cs typeface="Times New Roman" panose="02020603050405020304" pitchFamily="18" charset="0"/>
              </a:rPr>
              <a:t>13</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File handling</a:t>
            </a:r>
            <a:endParaRPr lang="en-US" dirty="0" smtClean="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378424"/>
            <a:ext cx="10058400" cy="4924201"/>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Write a C++ program to create a text file named sample.txt, write predefined content into it, and then read the file to count the total number of lines and words. Use a </a:t>
            </a:r>
            <a:r>
              <a:rPr lang="en-US" sz="2800" b="1" dirty="0" err="1">
                <a:solidFill>
                  <a:schemeClr val="tx1"/>
                </a:solidFill>
                <a:latin typeface="Times New Roman" panose="02020603050405020304" pitchFamily="18" charset="0"/>
                <a:cs typeface="Times New Roman" panose="02020603050405020304" pitchFamily="18" charset="0"/>
              </a:rPr>
              <a:t>stringstream</a:t>
            </a:r>
            <a:r>
              <a:rPr lang="en-US" sz="2800" dirty="0">
                <a:solidFill>
                  <a:schemeClr val="tx1"/>
                </a:solidFill>
                <a:latin typeface="Times New Roman" panose="02020603050405020304" pitchFamily="18" charset="0"/>
                <a:cs typeface="Times New Roman" panose="02020603050405020304" pitchFamily="18" charset="0"/>
              </a:rPr>
              <a:t> to extract words from each line and increment the word count. Implement proper error handling to ensure the file is created and opened successfully. Finally, display the number of lines and words on the screen.</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7" name="Rectangle 6"/>
          <p:cNvSpPr/>
          <p:nvPr/>
        </p:nvSpPr>
        <p:spPr>
          <a:xfrm>
            <a:off x="3154169" y="4258174"/>
            <a:ext cx="6044422" cy="144659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r>
              <a:rPr lang="en-US" sz="2000" dirty="0">
                <a:latin typeface="Times New Roman" panose="02020603050405020304" pitchFamily="18" charset="0"/>
                <a:cs typeface="Times New Roman" panose="02020603050405020304" pitchFamily="18" charset="0"/>
              </a:rPr>
              <a:t>File 'sample.txt' created and content added successfully.</a:t>
            </a:r>
          </a:p>
          <a:p>
            <a:r>
              <a:rPr lang="en-US" sz="2000" dirty="0">
                <a:latin typeface="Times New Roman" panose="02020603050405020304" pitchFamily="18" charset="0"/>
                <a:cs typeface="Times New Roman" panose="02020603050405020304" pitchFamily="18" charset="0"/>
              </a:rPr>
              <a:t>Number of lines: 3</a:t>
            </a:r>
          </a:p>
          <a:p>
            <a:r>
              <a:rPr lang="en-US" sz="2000" dirty="0">
                <a:latin typeface="Times New Roman" panose="02020603050405020304" pitchFamily="18" charset="0"/>
                <a:cs typeface="Times New Roman" panose="02020603050405020304" pitchFamily="18" charset="0"/>
              </a:rPr>
              <a:t>Number of words: 18</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378424"/>
            <a:ext cx="10115203" cy="4924201"/>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John, a content writer, has a document with multiple sections and wants to quickly review the second half of the document for errors without reading the entire file from the start. Write a C++ program that opens a file called sample.txt, uses the </a:t>
            </a:r>
            <a:r>
              <a:rPr lang="en-US" sz="2800" b="1" dirty="0" err="1" smtClean="0">
                <a:solidFill>
                  <a:schemeClr val="tx1"/>
                </a:solidFill>
                <a:latin typeface="Times New Roman" panose="02020603050405020304" pitchFamily="18" charset="0"/>
                <a:cs typeface="Times New Roman" panose="02020603050405020304" pitchFamily="18" charset="0"/>
              </a:rPr>
              <a:t>seekg</a:t>
            </a:r>
            <a:r>
              <a:rPr lang="en-US" sz="2800" b="1" dirty="0" smtClean="0">
                <a:solidFill>
                  <a:schemeClr val="tx1"/>
                </a:solidFill>
                <a:latin typeface="Times New Roman" panose="02020603050405020304" pitchFamily="18" charset="0"/>
                <a:cs typeface="Times New Roman" panose="02020603050405020304" pitchFamily="18" charset="0"/>
              </a:rPr>
              <a:t>( )</a:t>
            </a:r>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function to move the file pointer to the middle of the file, and reads the content starting from the middle to the end. The program should efficiently display the content of the second half of the document without processing the first half.</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514392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378424"/>
            <a:ext cx="10115203" cy="4924201"/>
          </a:xfrm>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Write a C++ program that accepts a text </a:t>
            </a:r>
            <a:r>
              <a:rPr lang="en-US" sz="2800" dirty="0" smtClean="0">
                <a:solidFill>
                  <a:schemeClr val="tx1"/>
                </a:solidFill>
                <a:latin typeface="Times New Roman" panose="02020603050405020304" pitchFamily="18" charset="0"/>
                <a:cs typeface="Times New Roman" panose="02020603050405020304" pitchFamily="18" charset="0"/>
              </a:rPr>
              <a:t>file name, </a:t>
            </a:r>
            <a:r>
              <a:rPr lang="en-US" sz="2800" dirty="0">
                <a:solidFill>
                  <a:schemeClr val="tx1"/>
                </a:solidFill>
                <a:latin typeface="Times New Roman" panose="02020603050405020304" pitchFamily="18" charset="0"/>
                <a:cs typeface="Times New Roman" panose="02020603050405020304" pitchFamily="18" charset="0"/>
              </a:rPr>
              <a:t>a position, and </a:t>
            </a:r>
            <a:r>
              <a:rPr lang="en-US" sz="2800" dirty="0" smtClean="0">
                <a:solidFill>
                  <a:schemeClr val="tx1"/>
                </a:solidFill>
                <a:latin typeface="Times New Roman" panose="02020603050405020304" pitchFamily="18" charset="0"/>
                <a:cs typeface="Times New Roman" panose="02020603050405020304" pitchFamily="18" charset="0"/>
              </a:rPr>
              <a:t>a student name. </a:t>
            </a:r>
            <a:r>
              <a:rPr lang="en-US" sz="2800" dirty="0">
                <a:solidFill>
                  <a:schemeClr val="tx1"/>
                </a:solidFill>
                <a:latin typeface="Times New Roman" panose="02020603050405020304" pitchFamily="18" charset="0"/>
                <a:cs typeface="Times New Roman" panose="02020603050405020304" pitchFamily="18" charset="0"/>
              </a:rPr>
              <a:t>The program should use the </a:t>
            </a:r>
            <a:r>
              <a:rPr lang="en-US" sz="2800" b="1" dirty="0" err="1" smtClean="0">
                <a:solidFill>
                  <a:schemeClr val="tx1"/>
                </a:solidFill>
                <a:latin typeface="Times New Roman" panose="02020603050405020304" pitchFamily="18" charset="0"/>
                <a:cs typeface="Times New Roman" panose="02020603050405020304" pitchFamily="18" charset="0"/>
              </a:rPr>
              <a:t>seekp</a:t>
            </a:r>
            <a:r>
              <a:rPr lang="en-US" sz="2800" b="1" dirty="0" smtClean="0">
                <a:solidFill>
                  <a:schemeClr val="tx1"/>
                </a:solidFill>
                <a:latin typeface="Times New Roman" panose="02020603050405020304" pitchFamily="18" charset="0"/>
                <a:cs typeface="Times New Roman" panose="02020603050405020304" pitchFamily="18" charset="0"/>
              </a:rPr>
              <a:t>( )</a:t>
            </a:r>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function to move the write pointer to the specified position in the file and insert the student name at the position. </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2838735" y="3452884"/>
            <a:ext cx="6422232" cy="212905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a:t>
            </a:r>
            <a:r>
              <a:rPr lang="en-US" sz="2000" dirty="0" smtClean="0">
                <a:latin typeface="Times New Roman" panose="02020603050405020304" pitchFamily="18" charset="0"/>
                <a:cs typeface="Times New Roman" panose="02020603050405020304" pitchFamily="18" charset="0"/>
              </a:rPr>
              <a:t>Output</a:t>
            </a:r>
          </a:p>
          <a:p>
            <a:pPr algn="ct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Enter the filename: sample.txt</a:t>
            </a:r>
          </a:p>
          <a:p>
            <a:r>
              <a:rPr lang="en-US" sz="2000" dirty="0">
                <a:latin typeface="Times New Roman" panose="02020603050405020304" pitchFamily="18" charset="0"/>
                <a:cs typeface="Times New Roman" panose="02020603050405020304" pitchFamily="18" charset="0"/>
              </a:rPr>
              <a:t>Enter the position where you want to insert your name: 3</a:t>
            </a:r>
          </a:p>
          <a:p>
            <a:r>
              <a:rPr lang="en-US" sz="2000" dirty="0">
                <a:latin typeface="Times New Roman" panose="02020603050405020304" pitchFamily="18" charset="0"/>
                <a:cs typeface="Times New Roman" panose="02020603050405020304" pitchFamily="18" charset="0"/>
              </a:rPr>
              <a:t>Enter your name: Ahmad Khan</a:t>
            </a:r>
          </a:p>
          <a:p>
            <a:r>
              <a:rPr lang="en-US" sz="2000" dirty="0">
                <a:latin typeface="Times New Roman" panose="02020603050405020304" pitchFamily="18" charset="0"/>
                <a:cs typeface="Times New Roman" panose="02020603050405020304" pitchFamily="18" charset="0"/>
              </a:rPr>
              <a:t>Your name has been inserted successfully!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28529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337481"/>
            <a:ext cx="10058400" cy="4965144"/>
          </a:xfrm>
        </p:spPr>
        <p:txBody>
          <a:bodyPr>
            <a:noAutofit/>
          </a:bodyPr>
          <a:lstStyle/>
          <a:p>
            <a:pPr algn="just">
              <a:lnSpc>
                <a:spcPct val="100000"/>
              </a:lnSpc>
            </a:pPr>
            <a:r>
              <a:rPr lang="en-US" sz="2800" dirty="0">
                <a:latin typeface="Times New Roman" panose="02020603050405020304" pitchFamily="18" charset="0"/>
                <a:cs typeface="Times New Roman" panose="02020603050405020304" pitchFamily="18" charset="0"/>
              </a:rPr>
              <a:t>Sarah, a user of a digital diary application, wants to quickly review her diary entries in reverse order, from the most recent to the earliest, for a unique reflection experience. She wishes to open her diary.txt file and view its content starting from the last character, reading backward to the first, without modifying the file. Write a C++ program that uses </a:t>
            </a:r>
            <a:r>
              <a:rPr lang="en-US" sz="2800" b="1" dirty="0" smtClean="0">
                <a:latin typeface="Times New Roman" panose="02020603050405020304" pitchFamily="18" charset="0"/>
                <a:cs typeface="Times New Roman" panose="02020603050405020304" pitchFamily="18" charset="0"/>
              </a:rPr>
              <a:t>seekg(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 </a:t>
            </a:r>
            <a:r>
              <a:rPr lang="en-US" sz="2800" b="1" dirty="0" smtClean="0">
                <a:latin typeface="Times New Roman" panose="02020603050405020304" pitchFamily="18" charset="0"/>
                <a:cs typeface="Times New Roman" panose="02020603050405020304" pitchFamily="18" charset="0"/>
              </a:rPr>
              <a:t>tellg(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to read the file's content in reverse order and display it on the screen, simulating a reversed diary entry viewing tool.</a:t>
            </a:r>
            <a:endParaRPr lang="en-US" sz="28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33499162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464024"/>
            <a:ext cx="10058400" cy="735509"/>
          </a:xfrm>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a:solidFill>
                  <a:schemeClr val="tx1"/>
                </a:solidFill>
                <a:latin typeface="Times New Roman" panose="02020603050405020304" pitchFamily="18" charset="0"/>
                <a:cs typeface="Times New Roman" panose="02020603050405020304" pitchFamily="18" charset="0"/>
              </a:rPr>
              <a:t>5</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337481"/>
            <a:ext cx="10058400" cy="4965144"/>
          </a:xfrm>
        </p:spPr>
        <p:txBody>
          <a:bodyPr>
            <a:noAutofit/>
          </a:bodyPr>
          <a:lstStyle/>
          <a:p>
            <a:pPr algn="just">
              <a:lnSpc>
                <a:spcPct val="100000"/>
              </a:lnSpc>
            </a:pPr>
            <a:r>
              <a:rPr lang="en-US" sz="2800" dirty="0">
                <a:latin typeface="Times New Roman" panose="02020603050405020304" pitchFamily="18" charset="0"/>
                <a:cs typeface="Times New Roman" panose="02020603050405020304" pitchFamily="18" charset="0"/>
              </a:rPr>
              <a:t>Mark, a book lover, has a long novel saved in a text file named </a:t>
            </a:r>
            <a:r>
              <a:rPr lang="en-US" sz="2800" b="1" dirty="0">
                <a:latin typeface="Times New Roman" panose="02020603050405020304" pitchFamily="18" charset="0"/>
                <a:cs typeface="Times New Roman" panose="02020603050405020304" pitchFamily="18" charset="0"/>
              </a:rPr>
              <a:t>novel.txt</a:t>
            </a:r>
            <a:r>
              <a:rPr lang="en-US" sz="2800" dirty="0">
                <a:latin typeface="Times New Roman" panose="02020603050405020304" pitchFamily="18" charset="0"/>
                <a:cs typeface="Times New Roman" panose="02020603050405020304" pitchFamily="18" charset="0"/>
              </a:rPr>
              <a:t>. He wants to divide the novel into two parts for easier reading on different devices. He needs a tool that can automatically split the content of the novel into two separate files: one containing the first half and the other containing the second half. Write a C++ program that opens the </a:t>
            </a:r>
            <a:r>
              <a:rPr lang="en-US" sz="2800" b="1" dirty="0">
                <a:latin typeface="Times New Roman" panose="02020603050405020304" pitchFamily="18" charset="0"/>
                <a:cs typeface="Times New Roman" panose="02020603050405020304" pitchFamily="18" charset="0"/>
              </a:rPr>
              <a:t>novel.txt</a:t>
            </a:r>
            <a:r>
              <a:rPr lang="en-US" sz="2800" dirty="0">
                <a:latin typeface="Times New Roman" panose="02020603050405020304" pitchFamily="18" charset="0"/>
                <a:cs typeface="Times New Roman" panose="02020603050405020304" pitchFamily="18" charset="0"/>
              </a:rPr>
              <a:t> file, calculates the midpoint using </a:t>
            </a:r>
            <a:r>
              <a:rPr lang="en-US" sz="2800" b="1" dirty="0">
                <a:latin typeface="Times New Roman" panose="02020603050405020304" pitchFamily="18" charset="0"/>
                <a:cs typeface="Times New Roman" panose="02020603050405020304" pitchFamily="18" charset="0"/>
              </a:rPr>
              <a:t>tellg(), </a:t>
            </a:r>
            <a:r>
              <a:rPr lang="en-US" sz="2800" dirty="0">
                <a:latin typeface="Times New Roman" panose="02020603050405020304" pitchFamily="18" charset="0"/>
                <a:cs typeface="Times New Roman" panose="02020603050405020304" pitchFamily="18" charset="0"/>
              </a:rPr>
              <a:t>and splits the content into two files: </a:t>
            </a:r>
            <a:r>
              <a:rPr lang="en-US" sz="2800" b="1" dirty="0">
                <a:latin typeface="Times New Roman" panose="02020603050405020304" pitchFamily="18" charset="0"/>
                <a:cs typeface="Times New Roman" panose="02020603050405020304" pitchFamily="18" charset="0"/>
              </a:rPr>
              <a:t>novel_part1.txt</a:t>
            </a:r>
            <a:r>
              <a:rPr lang="en-US" sz="2800" dirty="0">
                <a:latin typeface="Times New Roman" panose="02020603050405020304" pitchFamily="18" charset="0"/>
                <a:cs typeface="Times New Roman" panose="02020603050405020304" pitchFamily="18" charset="0"/>
              </a:rPr>
              <a:t> for the first half and </a:t>
            </a:r>
            <a:r>
              <a:rPr lang="en-US" sz="2800" b="1" dirty="0">
                <a:latin typeface="Times New Roman" panose="02020603050405020304" pitchFamily="18" charset="0"/>
                <a:cs typeface="Times New Roman" panose="02020603050405020304" pitchFamily="18" charset="0"/>
              </a:rPr>
              <a:t>novel_part2.txt</a:t>
            </a:r>
            <a:r>
              <a:rPr lang="en-US" sz="2800" dirty="0">
                <a:latin typeface="Times New Roman" panose="02020603050405020304" pitchFamily="18" charset="0"/>
                <a:cs typeface="Times New Roman" panose="02020603050405020304" pitchFamily="18" charset="0"/>
              </a:rPr>
              <a:t> for the second half. The program should ensure that the content is split accurately without altering the text.</a:t>
            </a:r>
            <a:endParaRPr lang="en-US" sz="28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6</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27160595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7366</TotalTime>
  <Words>543</Words>
  <Application>Microsoft Office PowerPoint</Application>
  <PresentationFormat>Widescreen</PresentationFormat>
  <Paragraphs>35</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Retrospect</vt:lpstr>
      <vt:lpstr>LAB – 13</vt:lpstr>
      <vt:lpstr>Task - 1</vt:lpstr>
      <vt:lpstr>Task - 2</vt:lpstr>
      <vt:lpstr>Task - 3</vt:lpstr>
      <vt:lpstr>Task - 4</vt:lpstr>
      <vt:lpstr>Task - 5</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Microsoft account</cp:lastModifiedBy>
  <cp:revision>637</cp:revision>
  <dcterms:created xsi:type="dcterms:W3CDTF">2022-09-18T18:36:50Z</dcterms:created>
  <dcterms:modified xsi:type="dcterms:W3CDTF">2024-12-31T18:33:29Z</dcterms:modified>
</cp:coreProperties>
</file>