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1"/>
  </p:notesMasterIdLst>
  <p:sldIdLst>
    <p:sldId id="256" r:id="rId2"/>
    <p:sldId id="262" r:id="rId3"/>
    <p:sldId id="270" r:id="rId4"/>
    <p:sldId id="260" r:id="rId5"/>
    <p:sldId id="268" r:id="rId6"/>
    <p:sldId id="272" r:id="rId7"/>
    <p:sldId id="265" r:id="rId8"/>
    <p:sldId id="271" r:id="rId9"/>
    <p:sldId id="2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2439D-EB4B-4FB0-8FCF-F98E8606EACA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28867-5CFB-4CF7-B5DC-CFC116C37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5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28867-5CFB-4CF7-B5DC-CFC116C37B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63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046B-4E25-4DF1-9DE1-12E4A41B97A6}" type="datetime1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9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E1216-3170-4F6D-A3CF-E5C5608AA8CF}" type="datetime1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5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E345-4D4B-489D-AE9E-E4830A31EDB1}" type="datetime1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97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CABA-1141-4E49-A369-9B6F45643DFF}" type="datetime1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12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4340-9E8F-4ED5-AC11-E5BB2925CA43}" type="datetime1">
              <a:rPr lang="en-US" smtClean="0"/>
              <a:t>10/2/2024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5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AE39F-54E1-4E4D-A3A6-583B543675EE}" type="datetime1">
              <a:rPr lang="en-US" smtClean="0"/>
              <a:t>10/2/2024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09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E462-0C8B-4901-9C7A-7FEF6BCCE1D9}" type="datetime1">
              <a:rPr lang="en-US" smtClean="0"/>
              <a:t>10/2/2024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5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A8872F5-177D-4534-9718-DD8D4001B234}" type="datetime1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9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ECED-6A20-494B-8D7D-788231577CE4}" type="datetime1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22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D0AE-6D5A-40E9-98F9-7B2CF6A45989}" type="datetime1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5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82EA-7E95-40E9-9BD0-5300AFC5B999}" type="datetime1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2434106-2ABE-4E26-B24F-AA7802E7B0E5}" type="datetime1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79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–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structure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cs typeface="Times New Roman" panose="02020603050405020304" pitchFamily="18" charset="0"/>
              </a:rPr>
              <a:t>The University of Lahore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>
                <a:cs typeface="Times New Roman" panose="02020603050405020304" pitchFamily="18" charset="0"/>
              </a:rPr>
              <a:t>1</a:t>
            </a:fld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81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- 1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recursive function in C++ to calculate the factorial of a non-negative integer n. The function should return 1 for n = 0 or n = 1. If a negative number is entered, display an error message.</a:t>
            </a:r>
            <a:endParaRPr lang="en-US" sz="3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664" y="3643532"/>
            <a:ext cx="7595125" cy="234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52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recursive function in C++ that prints numbers from n down to 1 in descending order. The function should take a single integer n as input and recursively print the numbers. If n is less than or equal to 0, the function should terminate without printing anything.</a:t>
            </a:r>
            <a:endParaRPr lang="en-US" sz="3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792" y="4339989"/>
            <a:ext cx="8027094" cy="202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65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recursive function in C++ to find the greatest common divisor (GCD) of two integers using the Euclidean algorithm. The GCD of two numbers is the largest number that divides both of them without leaving a remainder. The recursive function should stop when one number is a divisor of the other.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084" y="4190288"/>
            <a:ext cx="8007187" cy="201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678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- 4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that uses recursion to generate the Fibonacci series up to n terms. The Fibonacci series is a sequence of numbers where each number is the sum of the two preceding ones, starting with 0 and 1. The recursive function should return the nth Fibonacci number, and the program should print the series up to the specified number of terms.</a:t>
            </a:r>
            <a:endParaRPr lang="en-US" sz="2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439964"/>
            <a:ext cx="10115203" cy="188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878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recursive function in C++ that counts the number of times a specific character appears in a given string. The function should take three parameters: the character to search for, the string (as a character array), and the current index (subscript) to examine. Use recursion to traverse through the string until the null terminator (\0) is encountered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should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when the end of the string is reached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+ recursive call if the current character matches the search character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the recursive call if the current character does not match the search character.</a:t>
            </a:r>
            <a:endParaRPr 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93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to store and display information using structure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185" y="2581646"/>
            <a:ext cx="5020095" cy="3722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814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 declares a structure to store roll number and marks of five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subjects. It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defines a structure variable, inputs the values and displays roll no, marks and average marks.</a:t>
            </a:r>
            <a:endParaRPr lang="en-US" sz="3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648" y="1935480"/>
            <a:ext cx="5700224" cy="410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801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 demonstrates the passing of entire structure as parameters to the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called function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682" y="3632180"/>
            <a:ext cx="6091595" cy="223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560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4962</TotalTime>
  <Words>477</Words>
  <Application>Microsoft Office PowerPoint</Application>
  <PresentationFormat>Widescreen</PresentationFormat>
  <Paragraphs>41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Wingdings</vt:lpstr>
      <vt:lpstr>Retrospect</vt:lpstr>
      <vt:lpstr>LAB – 02</vt:lpstr>
      <vt:lpstr>Task - 1</vt:lpstr>
      <vt:lpstr>Task - 2</vt:lpstr>
      <vt:lpstr>Task - 3</vt:lpstr>
      <vt:lpstr>Task - 4</vt:lpstr>
      <vt:lpstr>Task - 5</vt:lpstr>
      <vt:lpstr>Task - 6</vt:lpstr>
      <vt:lpstr>Task - 7</vt:lpstr>
      <vt:lpstr>Task - 8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Majid Hussain</dc:creator>
  <cp:lastModifiedBy>Microsoft account</cp:lastModifiedBy>
  <cp:revision>439</cp:revision>
  <dcterms:created xsi:type="dcterms:W3CDTF">2022-09-18T18:36:50Z</dcterms:created>
  <dcterms:modified xsi:type="dcterms:W3CDTF">2024-10-02T05:42:42Z</dcterms:modified>
</cp:coreProperties>
</file>