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9" r:id="rId1"/>
  </p:sldMasterIdLst>
  <p:notesMasterIdLst>
    <p:notesMasterId r:id="rId12"/>
  </p:notesMasterIdLst>
  <p:sldIdLst>
    <p:sldId id="256" r:id="rId2"/>
    <p:sldId id="272" r:id="rId3"/>
    <p:sldId id="277" r:id="rId4"/>
    <p:sldId id="278" r:id="rId5"/>
    <p:sldId id="279" r:id="rId6"/>
    <p:sldId id="276" r:id="rId7"/>
    <p:sldId id="273" r:id="rId8"/>
    <p:sldId id="268" r:id="rId9"/>
    <p:sldId id="275" r:id="rId10"/>
    <p:sldId id="280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7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3AB2439D-EB4B-4FB0-8FCF-F98E8606EACA}" type="datetimeFigureOut">
              <a:rPr lang="en-US" smtClean="0"/>
              <a:t>1/3/2025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C128867-5CFB-4CF7-B5DC-CFC116C37B2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95245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C128867-5CFB-4CF7-B5DC-CFC116C37B29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386382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684046B-4E25-4DF1-9DE1-12E4A41B97A6}" type="datetime1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179967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5DE1216-3170-4F6D-A3CF-E5C5608AA8CF}" type="datetime1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932546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1FEE345-4D4B-489D-AE9E-E4830A31EDB1}" type="datetime1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059773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7ACABA-1141-4E49-A369-9B6F45643DFF}" type="datetime1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371277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704340-9E8F-4ED5-AC11-E5BB2925CA43}" type="datetime1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9555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CDAE39F-54E1-4E4D-A3A6-583B543675EE}" type="datetime1">
              <a:rPr lang="en-US" smtClean="0"/>
              <a:t>1/3/2025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090998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8CE462-0C8B-4901-9C7A-7FEF6BCCE1D9}" type="datetime1">
              <a:rPr lang="en-US" smtClean="0"/>
              <a:t>1/3/2025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35528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DA8872F5-177D-4534-9718-DD8D4001B234}" type="datetime1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3199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255ECED-6A20-494B-8D7D-788231577CE4}" type="datetime1">
              <a:rPr lang="en-US" smtClean="0"/>
              <a:t>1/3/2025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5221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EFD0AE-6D5A-40E9-98F9-7B2CF6A45989}" type="datetime1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50501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48482EA-7E95-40E9-9BD0-5300AFC5B999}" type="datetime1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6165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52434106-2ABE-4E26-B24F-AA7802E7B0E5}" type="datetime1">
              <a:rPr lang="en-US" smtClean="0"/>
              <a:t>1/3/2025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F4CEE02E-1D84-46BB-93EA-A480D0C19957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6079339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hdr="0" dt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sz="440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- 01</a:t>
            </a:r>
            <a:endParaRPr lang="en-US" sz="4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Revision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" name="Picture 7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sp>
        <p:nvSpPr>
          <p:cNvPr id="9" name="Footer Placeholder 8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 smtClean="0">
                <a:cs typeface="Times New Roman" panose="02020603050405020304" pitchFamily="18" charset="0"/>
              </a:rPr>
              <a:t>The University of Lahore</a:t>
            </a:r>
            <a:endParaRPr lang="en-US" dirty="0">
              <a:cs typeface="Times New Roman" panose="02020603050405020304" pitchFamily="18" charset="0"/>
            </a:endParaRPr>
          </a:p>
        </p:txBody>
      </p:sp>
      <p:sp>
        <p:nvSpPr>
          <p:cNvPr id="10" name="Slide Number Placeholder 9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>
                <a:cs typeface="Times New Roman" panose="02020603050405020304" pitchFamily="18" charset="0"/>
              </a:rPr>
              <a:t>1</a:t>
            </a:fld>
            <a:endParaRPr lang="en-US" dirty="0"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628107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01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 function which takes two numbers from user and displays their difference.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2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5033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02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inputs two integers in main ( ) and passes the integers to swap( ). The swap( ) exchanges the values.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3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0597817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03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 function which takes one integer type of argument and returns factorial of the number.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4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10573" y="3376867"/>
            <a:ext cx="9031814" cy="247824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95529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04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contains a function which takes one integer type of argument and confirm that number is prime or not.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5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  <p:pic>
        <p:nvPicPr>
          <p:cNvPr id="8" name="Picture 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30676" y="3448331"/>
            <a:ext cx="7991607" cy="254278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7262986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05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to convert temperature from Fahrenheit to Centigrade using function</a:t>
            </a:r>
            <a:r>
              <a:rPr lang="en-US" sz="2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Formula : (1.8 *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cel</a:t>
            </a:r>
            <a:r>
              <a:rPr lang="en-US" sz="2800">
                <a:latin typeface="Times New Roman" panose="02020603050405020304" pitchFamily="18" charset="0"/>
                <a:cs typeface="Times New Roman" panose="02020603050405020304" pitchFamily="18" charset="0"/>
              </a:rPr>
              <a:t>) + 32</a:t>
            </a: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6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574660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06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function ‘sum’ to add the values for three variables and store the result in another variable. Function will take 3 arguments as default. Call the function in main with 1, 2 and then 3 variables.</a:t>
            </a:r>
          </a:p>
          <a:p>
            <a:pPr algn="just">
              <a:lnSpc>
                <a:spcPct val="10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7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1940862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07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program that inputs radius of circle and uses an inline function AREA() to calculate and return the area of circle.</a:t>
            </a:r>
          </a:p>
          <a:p>
            <a:pPr algn="just">
              <a:lnSpc>
                <a:spcPct val="100000"/>
              </a:lnSpc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Area = </a:t>
            </a:r>
            <a:r>
              <a:rPr lang="el-GR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π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</a:t>
            </a:r>
            <a:r>
              <a:rPr lang="en-US" sz="28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  <a:p>
            <a:pPr algn="just">
              <a:lnSpc>
                <a:spcPct val="100000"/>
              </a:lnSpc>
            </a:pPr>
            <a:endParaRPr lang="en-US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8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628360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08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three functions ‘output’. The first version takes no parameters and display 5 asterisk. The second version takes an integer and display the number of </a:t>
            </a:r>
            <a:r>
              <a:rPr lang="en-US" sz="28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</a:t>
            </a: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integers. The third version takes an integer and a character as parameters and displays the number of n characters.</a:t>
            </a:r>
            <a:endParaRPr lang="en-US" sz="2800" baseline="30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9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05376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859809"/>
            <a:ext cx="10058400" cy="863903"/>
          </a:xfrm>
        </p:spPr>
        <p:txBody>
          <a:bodyPr>
            <a:normAutofit/>
          </a:bodyPr>
          <a:lstStyle/>
          <a:p>
            <a:r>
              <a:rPr lang="en-US" sz="32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Lab Exercise 09</a:t>
            </a:r>
            <a:endParaRPr lang="en-US" sz="3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Write a C++ program that</a:t>
            </a:r>
            <a:r>
              <a:rPr lang="en-US" sz="3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:</a:t>
            </a:r>
          </a:p>
          <a:p>
            <a:pPr algn="just">
              <a:lnSpc>
                <a:spcPct val="100000"/>
              </a:lnSpc>
            </a:pPr>
            <a:r>
              <a:rPr lang="en-US" sz="3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1 - Defines 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getAverage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[], 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size) to return the average of array elements</a:t>
            </a:r>
            <a:r>
              <a:rPr lang="en-US" sz="3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3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2 - Defines 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function 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getMaximum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arr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[], </a:t>
            </a:r>
            <a:r>
              <a:rPr lang="en-US" sz="3600" baseline="30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int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size) to return the maximum value in the array</a:t>
            </a:r>
            <a:r>
              <a:rPr lang="en-US" sz="3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algn="just">
              <a:lnSpc>
                <a:spcPct val="100000"/>
              </a:lnSpc>
            </a:pPr>
            <a:r>
              <a:rPr lang="en-US" sz="3600" baseline="300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3 - In </a:t>
            </a:r>
            <a:r>
              <a:rPr lang="en-US" sz="36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main(), create an integer array {1000, 2, 3, 17, 50}, and use the functions to display the average and maximum values.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smtClean="0"/>
              <a:t>The University of Lahore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EE02E-1D84-46BB-93EA-A480D0C19957}" type="slidenum">
              <a:rPr lang="en-US" smtClean="0"/>
              <a:t>10</a:t>
            </a:fld>
            <a:endParaRPr 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0" y="-5"/>
            <a:ext cx="12219296" cy="4640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045210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Retrospect">
  <a:themeElements>
    <a:clrScheme name="Green">
      <a:dk1>
        <a:sysClr val="windowText" lastClr="000000"/>
      </a:dk1>
      <a:lt1>
        <a:sysClr val="window" lastClr="FFFFFF"/>
      </a:lt1>
      <a:dk2>
        <a:srgbClr val="455F51"/>
      </a:dk2>
      <a:lt2>
        <a:srgbClr val="E3DED1"/>
      </a:lt2>
      <a:accent1>
        <a:srgbClr val="549E39"/>
      </a:accent1>
      <a:accent2>
        <a:srgbClr val="8AB833"/>
      </a:accent2>
      <a:accent3>
        <a:srgbClr val="C0CF3A"/>
      </a:accent3>
      <a:accent4>
        <a:srgbClr val="029676"/>
      </a:accent4>
      <a:accent5>
        <a:srgbClr val="4AB5C4"/>
      </a:accent5>
      <a:accent6>
        <a:srgbClr val="0989B1"/>
      </a:accent6>
      <a:hlink>
        <a:srgbClr val="6B9F25"/>
      </a:hlink>
      <a:folHlink>
        <a:srgbClr val="BA6906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6976</TotalTime>
  <Words>394</Words>
  <Application>Microsoft Office PowerPoint</Application>
  <PresentationFormat>Widescreen</PresentationFormat>
  <Paragraphs>48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4" baseType="lpstr">
      <vt:lpstr>Calibri</vt:lpstr>
      <vt:lpstr>Calibri Light</vt:lpstr>
      <vt:lpstr>Times New Roman</vt:lpstr>
      <vt:lpstr>Retrospect</vt:lpstr>
      <vt:lpstr>LAB - 01</vt:lpstr>
      <vt:lpstr>Lab Exercise 01</vt:lpstr>
      <vt:lpstr>Lab Exercise 02</vt:lpstr>
      <vt:lpstr>Lab Exercise 03</vt:lpstr>
      <vt:lpstr>Lab Exercise 04</vt:lpstr>
      <vt:lpstr>Lab Exercise 05</vt:lpstr>
      <vt:lpstr>Lab Exercise 06</vt:lpstr>
      <vt:lpstr>Lab Exercise 07</vt:lpstr>
      <vt:lpstr>Lab Exercise 08</vt:lpstr>
      <vt:lpstr>Lab Exercise 09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Majid Hussain</dc:creator>
  <cp:lastModifiedBy>Microsoft account</cp:lastModifiedBy>
  <cp:revision>215</cp:revision>
  <dcterms:created xsi:type="dcterms:W3CDTF">2022-09-18T18:36:50Z</dcterms:created>
  <dcterms:modified xsi:type="dcterms:W3CDTF">2025-01-03T04:31:18Z</dcterms:modified>
</cp:coreProperties>
</file>