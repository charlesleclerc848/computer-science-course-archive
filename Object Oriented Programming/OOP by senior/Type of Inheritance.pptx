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4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1D10441-A252-4175-A687-63D70C2399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F39C642-1198-4D98-B5F9-F3339C153196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05</a:t>
            </a:r>
          </a:p>
          <a:p>
            <a:r>
              <a:rPr lang="en-US" dirty="0" smtClean="0"/>
              <a:t>25 October, 2022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Type of Inheritance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88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of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Single Inheritance</a:t>
            </a:r>
          </a:p>
          <a:p>
            <a:r>
              <a:rPr lang="en-US" dirty="0" smtClean="0"/>
              <a:t>Multiple Inheritance</a:t>
            </a:r>
          </a:p>
          <a:p>
            <a:r>
              <a:rPr lang="en-US" dirty="0" smtClean="0"/>
              <a:t>Multi-Level Inheritance</a:t>
            </a:r>
          </a:p>
          <a:p>
            <a:r>
              <a:rPr lang="en-US" dirty="0" smtClean="0"/>
              <a:t>Hierarchal inheritance</a:t>
            </a:r>
          </a:p>
          <a:p>
            <a:r>
              <a:rPr lang="en-US" dirty="0" smtClean="0"/>
              <a:t>Hybrid Inheritance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75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Single Inheritance</a:t>
            </a:r>
            <a:r>
              <a:rPr lang="en-US" dirty="0"/>
              <a:t>: In single inheritance, a class is allowed to inherit from only one class. i.e. one subclass is </a:t>
            </a:r>
            <a:r>
              <a:rPr lang="en-US" dirty="0" smtClean="0"/>
              <a:t>inherited </a:t>
            </a:r>
            <a:r>
              <a:rPr lang="en-US" dirty="0"/>
              <a:t>by one base class only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399" y="3450770"/>
            <a:ext cx="3469905" cy="2188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43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Multiple Inheritance: </a:t>
            </a:r>
            <a:r>
              <a:rPr lang="en-US" dirty="0"/>
              <a:t>Multiple Inheritance is a feature of C++ where a class can inherit from more than one class. </a:t>
            </a:r>
            <a:r>
              <a:rPr lang="en-US" dirty="0" err="1"/>
              <a:t>i.e</a:t>
            </a:r>
            <a:r>
              <a:rPr lang="en-US" dirty="0"/>
              <a:t> one subclass is inherited from more than one base class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4038600"/>
            <a:ext cx="768667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132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subclass_name</a:t>
            </a:r>
            <a:r>
              <a:rPr lang="en-US" dirty="0"/>
              <a:t> : </a:t>
            </a:r>
            <a:r>
              <a:rPr lang="en-US" dirty="0" err="1"/>
              <a:t>access_mode</a:t>
            </a:r>
            <a:r>
              <a:rPr lang="en-US" dirty="0"/>
              <a:t> base_class1, </a:t>
            </a:r>
            <a:r>
              <a:rPr lang="en-US" dirty="0" err="1"/>
              <a:t>access_mode</a:t>
            </a:r>
            <a:r>
              <a:rPr lang="en-US" dirty="0"/>
              <a:t> base_class2, ....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// body of subclass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486887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Inheritance(Example)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B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... .. ... 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class C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... .. ...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class A: public B, public C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... ... ...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40807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Multilevel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Multilevel Inheritance</a:t>
            </a:r>
            <a:r>
              <a:rPr lang="en-US" dirty="0"/>
              <a:t>: In this type of inheritance, a derived class is created from another derived class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971" y="3048000"/>
            <a:ext cx="4191000" cy="3125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0921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Multilevel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Syntax:-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C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... .. ... 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class B:public C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... .. ...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/>
              <a:t>class A: public B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... ... ...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335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Inheritance: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this type of inheritance, more than one subclass is inherited from a single base class. i.e. more than one derived class is created from a single base class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657600"/>
            <a:ext cx="5867400" cy="2486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1964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Inheritance: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27048"/>
            <a:ext cx="8653272" cy="53309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sz="1800" dirty="0" smtClean="0"/>
              <a:t>class </a:t>
            </a:r>
            <a:r>
              <a:rPr lang="en-US" sz="1800" dirty="0"/>
              <a:t>A  </a:t>
            </a:r>
          </a:p>
          <a:p>
            <a:pPr marL="0" indent="0">
              <a:buNone/>
            </a:pPr>
            <a:r>
              <a:rPr lang="en-US" sz="1800" dirty="0"/>
              <a:t>{  </a:t>
            </a:r>
          </a:p>
          <a:p>
            <a:pPr marL="0" indent="0">
              <a:buNone/>
            </a:pPr>
            <a:r>
              <a:rPr lang="en-US" sz="1800" dirty="0"/>
              <a:t>    // body of the class A.  </a:t>
            </a:r>
          </a:p>
          <a:p>
            <a:pPr marL="0" indent="0">
              <a:buNone/>
            </a:pPr>
            <a:r>
              <a:rPr lang="en-US" sz="1800" dirty="0"/>
              <a:t>}    </a:t>
            </a:r>
          </a:p>
          <a:p>
            <a:pPr marL="0" indent="0">
              <a:buNone/>
            </a:pPr>
            <a:r>
              <a:rPr lang="en-US" sz="1800" dirty="0"/>
              <a:t>class B : public A   </a:t>
            </a:r>
          </a:p>
          <a:p>
            <a:pPr marL="0" indent="0">
              <a:buNone/>
            </a:pPr>
            <a:r>
              <a:rPr lang="en-US" sz="1800" dirty="0"/>
              <a:t>{  </a:t>
            </a:r>
          </a:p>
          <a:p>
            <a:pPr marL="0" indent="0">
              <a:buNone/>
            </a:pPr>
            <a:r>
              <a:rPr lang="en-US" sz="1800" dirty="0"/>
              <a:t>    // body of class B.  </a:t>
            </a:r>
          </a:p>
          <a:p>
            <a:pPr marL="0" indent="0">
              <a:buNone/>
            </a:pPr>
            <a:r>
              <a:rPr lang="en-US" sz="1800" dirty="0"/>
              <a:t>}  </a:t>
            </a:r>
          </a:p>
          <a:p>
            <a:pPr marL="0" indent="0">
              <a:buNone/>
            </a:pPr>
            <a:r>
              <a:rPr lang="en-US" sz="1800" dirty="0"/>
              <a:t>class C : public A  </a:t>
            </a:r>
          </a:p>
          <a:p>
            <a:pPr marL="0" indent="0">
              <a:buNone/>
            </a:pPr>
            <a:r>
              <a:rPr lang="en-US" sz="1800" dirty="0"/>
              <a:t>{  </a:t>
            </a:r>
          </a:p>
          <a:p>
            <a:pPr marL="0" indent="0">
              <a:buNone/>
            </a:pPr>
            <a:r>
              <a:rPr lang="en-US" sz="1800" dirty="0"/>
              <a:t>    // body of class C.  </a:t>
            </a:r>
          </a:p>
          <a:p>
            <a:pPr marL="0" indent="0">
              <a:buNone/>
            </a:pPr>
            <a:r>
              <a:rPr lang="en-US" sz="1800" dirty="0"/>
              <a:t>}   </a:t>
            </a:r>
          </a:p>
          <a:p>
            <a:pPr marL="0" indent="0">
              <a:buNone/>
            </a:pPr>
            <a:r>
              <a:rPr lang="en-US" sz="1800" dirty="0"/>
              <a:t>class D : public A  </a:t>
            </a:r>
          </a:p>
          <a:p>
            <a:pPr marL="0" indent="0">
              <a:buNone/>
            </a:pPr>
            <a:r>
              <a:rPr lang="en-US" sz="1800" dirty="0"/>
              <a:t>{  </a:t>
            </a:r>
          </a:p>
          <a:p>
            <a:pPr marL="0" indent="0">
              <a:buNone/>
            </a:pPr>
            <a:r>
              <a:rPr lang="en-US" sz="1800" dirty="0"/>
              <a:t>    // body of class D.  </a:t>
            </a:r>
          </a:p>
          <a:p>
            <a:pPr marL="0" indent="0">
              <a:buNone/>
            </a:pPr>
            <a:r>
              <a:rPr lang="en-US" sz="18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57992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(Virtual) Inheritance: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Hybrid </a:t>
            </a:r>
            <a:r>
              <a:rPr lang="en-US" sz="2000" dirty="0"/>
              <a:t>Inheritance is implemented by combining more than one type of inheritance. For example: Combining Hierarchical inheritance and Multiple Inheritance. </a:t>
            </a:r>
          </a:p>
          <a:p>
            <a:r>
              <a:rPr lang="en-US" sz="2000" dirty="0"/>
              <a:t>Below image shows the combination of hierarchical and multiple inheritances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14" y="3352800"/>
            <a:ext cx="5486400" cy="277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47617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109</TotalTime>
  <Words>327</Words>
  <Application>Microsoft Office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Civic</vt:lpstr>
      <vt:lpstr>Type of Inheritance</vt:lpstr>
      <vt:lpstr>Type of Inheritance</vt:lpstr>
      <vt:lpstr>Single Inheritance</vt:lpstr>
      <vt:lpstr>Multiple Inheritance: </vt:lpstr>
      <vt:lpstr>Multiple Inheritance</vt:lpstr>
      <vt:lpstr>Multiple Inheritance(Example)</vt:lpstr>
      <vt:lpstr>Multilevel Inheritance</vt:lpstr>
      <vt:lpstr>Multilevel Inheritance</vt:lpstr>
      <vt:lpstr>Hierarchical Inheritance:</vt:lpstr>
      <vt:lpstr>Hierarchical Inheritance:</vt:lpstr>
      <vt:lpstr>Hybrid (Virtual) Inheritance: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 of Inheritance</dc:title>
  <dc:creator>Cyber World</dc:creator>
  <cp:lastModifiedBy>Cyber World</cp:lastModifiedBy>
  <cp:revision>5</cp:revision>
  <dcterms:created xsi:type="dcterms:W3CDTF">2022-10-24T06:15:28Z</dcterms:created>
  <dcterms:modified xsi:type="dcterms:W3CDTF">2022-10-24T14:12:32Z</dcterms:modified>
</cp:coreProperties>
</file>