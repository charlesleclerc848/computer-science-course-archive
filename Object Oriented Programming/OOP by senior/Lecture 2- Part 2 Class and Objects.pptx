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702" r:id="rId3"/>
  </p:sldMasterIdLst>
  <p:notesMasterIdLst>
    <p:notesMasterId r:id="rId19"/>
  </p:notesMasterIdLst>
  <p:sldIdLst>
    <p:sldId id="256" r:id="rId4"/>
    <p:sldId id="257" r:id="rId5"/>
    <p:sldId id="259" r:id="rId6"/>
    <p:sldId id="260" r:id="rId7"/>
    <p:sldId id="261" r:id="rId8"/>
    <p:sldId id="262" r:id="rId9"/>
    <p:sldId id="263" r:id="rId10"/>
    <p:sldId id="267" r:id="rId11"/>
    <p:sldId id="268" r:id="rId12"/>
    <p:sldId id="269" r:id="rId13"/>
    <p:sldId id="264" r:id="rId14"/>
    <p:sldId id="265" r:id="rId15"/>
    <p:sldId id="266" r:id="rId16"/>
    <p:sldId id="258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46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4BC5B-6FB1-4830-A112-D629E1E8FDCD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54FFA-8472-46B7-9CDF-8262C69E3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941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54FFA-8472-46B7-9CDF-8262C69E3E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52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91A6-6C73-4B85-92E0-062DC6886B41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D819-ADFD-4604-B3E5-1E63E0A78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2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91A6-6C73-4B85-92E0-062DC6886B41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D819-ADFD-4604-B3E5-1E63E0A78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9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91A6-6C73-4B85-92E0-062DC6886B41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D819-ADFD-4604-B3E5-1E63E0A78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5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91A6-6C73-4B85-92E0-062DC6886B41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D819-ADFD-4604-B3E5-1E63E0A78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1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91A6-6C73-4B85-92E0-062DC6886B41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D819-ADFD-4604-B3E5-1E63E0A78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07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91A6-6C73-4B85-92E0-062DC6886B41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D819-ADFD-4604-B3E5-1E63E0A78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26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91A6-6C73-4B85-92E0-062DC6886B41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D819-ADFD-4604-B3E5-1E63E0A78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65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91A6-6C73-4B85-92E0-062DC6886B41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D819-ADFD-4604-B3E5-1E63E0A78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0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91A6-6C73-4B85-92E0-062DC6886B41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D819-ADFD-4604-B3E5-1E63E0A78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7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91A6-6C73-4B85-92E0-062DC6886B41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D819-ADFD-4604-B3E5-1E63E0A78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17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91A6-6C73-4B85-92E0-062DC6886B41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D819-ADFD-4604-B3E5-1E63E0A78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19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300" y="1871136"/>
            <a:ext cx="5111752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300" y="3657597"/>
            <a:ext cx="5111752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5037663"/>
            <a:ext cx="673100" cy="2794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5037663"/>
            <a:ext cx="3910976" cy="2794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8" y="5037663"/>
            <a:ext cx="413375" cy="2794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3522131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595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4404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752606"/>
            <a:ext cx="6119016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2" y="3846056"/>
            <a:ext cx="6119018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3710585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639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2560320"/>
            <a:ext cx="3538728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2560320"/>
            <a:ext cx="3538728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5990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2658533"/>
            <a:ext cx="3538728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3243267"/>
            <a:ext cx="3538728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2658533"/>
            <a:ext cx="3538728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3243267"/>
            <a:ext cx="3538728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095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926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3512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61" y="1388534"/>
            <a:ext cx="278884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2" y="982136"/>
            <a:ext cx="4102100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61" y="3031065"/>
            <a:ext cx="2788841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912533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305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883832"/>
            <a:ext cx="4681362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5" y="1041400"/>
            <a:ext cx="2297510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3255432"/>
            <a:ext cx="4681362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16240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4815415"/>
            <a:ext cx="7207250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1041404"/>
            <a:ext cx="7579479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5382153"/>
            <a:ext cx="7207250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6136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3" y="982132"/>
            <a:ext cx="7194549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3" y="4343404"/>
            <a:ext cx="7194549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414019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5794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2" y="982132"/>
            <a:ext cx="6972299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10" y="3352800"/>
            <a:ext cx="66294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4343404"/>
            <a:ext cx="7207250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510" y="879961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82787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414019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2012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3308581"/>
            <a:ext cx="720725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2" y="4777381"/>
            <a:ext cx="720725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51081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2" y="982132"/>
            <a:ext cx="6972299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2" y="3639312"/>
            <a:ext cx="7207251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2" y="4529667"/>
            <a:ext cx="720725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510" y="879961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2599261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34290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044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7250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2" y="3630168"/>
            <a:ext cx="7207251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2" y="4470404"/>
            <a:ext cx="7207253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4290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4563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767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20" y="982136"/>
            <a:ext cx="1418171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51" y="982132"/>
            <a:ext cx="5574769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0181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2386744"/>
            <a:ext cx="67437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441615-5A44-410C-89F4-7540CC2153E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577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EEEDD-194D-4DD5-937E-553FA254329C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30407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2386744"/>
            <a:ext cx="67437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9082E-3C0F-48C1-AF91-E8B1B0DF5DF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372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2638044"/>
            <a:ext cx="3203828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40" y="2638044"/>
            <a:ext cx="3202685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7EBE2-120C-4AA5-8863-7091BC941AC6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79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2313440"/>
            <a:ext cx="320268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3143250"/>
            <a:ext cx="3202686" cy="2596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9" y="3143250"/>
            <a:ext cx="3190113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40"/>
            <a:ext cx="320268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41925D-18D4-4F2E-8E4E-BFF18070A18A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9959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AE92D-E9CF-4182-918D-E2DF720104D4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43757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F2CF68-0C7E-4B18-A5B7-19E18E8ADD6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376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2243835"/>
            <a:ext cx="3364992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7A25D3-A3D3-45E1-A26B-27F22D2ABE7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6236208"/>
            <a:ext cx="3843598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1217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4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5" y="2243828"/>
            <a:ext cx="3371249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3" y="0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3549925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F79975-D461-46C0-9BA3-FEABCE9F60C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6236208"/>
            <a:ext cx="3843598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58356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F0C275-A2B6-4458-8506-3A566F6F2D0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12474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973956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5" y="937260"/>
            <a:ext cx="4648867" cy="498348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3F9B4A-C263-434F-8630-F35A9FDD4542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370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091A6-6C73-4B85-92E0-062DC6886B41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6D819-ADFD-4604-B3E5-1E63E0A78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3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982135"/>
            <a:ext cx="7200897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2" y="2556932"/>
            <a:ext cx="7200897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2" y="5969000"/>
            <a:ext cx="5479425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7" y="5969000"/>
            <a:ext cx="4070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79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964692"/>
            <a:ext cx="5797296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2638048"/>
            <a:ext cx="5797296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E9F8A-BBC2-4445-9A74-6C4C5980038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6236208"/>
            <a:ext cx="442589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6217920"/>
            <a:ext cx="27432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4964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Object Oriented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Lecture-03</a:t>
            </a:r>
          </a:p>
          <a:p>
            <a:r>
              <a:rPr lang="en-US" dirty="0" smtClean="0"/>
              <a:t>Class and Object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9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Simple </a:t>
            </a:r>
            <a:r>
              <a:rPr lang="en-US" dirty="0" smtClean="0"/>
              <a:t>Class</a:t>
            </a:r>
            <a:endParaRPr lang="en-US" dirty="0"/>
          </a:p>
          <a:p>
            <a:r>
              <a:rPr lang="en-US" dirty="0" smtClean="0"/>
              <a:t>C</a:t>
            </a:r>
            <a:r>
              <a:rPr lang="en-US" dirty="0"/>
              <a:t>++ Objects as Physical Objects </a:t>
            </a:r>
          </a:p>
          <a:p>
            <a:r>
              <a:rPr lang="en-US" dirty="0" smtClean="0"/>
              <a:t>C</a:t>
            </a:r>
            <a:r>
              <a:rPr lang="en-US" dirty="0"/>
              <a:t>++ Objects as Data Types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493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and Object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Everything in C++ is associated with classes and objects, along with its attributes and methods.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example: in real life, a car is an </a:t>
            </a:r>
            <a:r>
              <a:rPr lang="en-US" b="1" dirty="0"/>
              <a:t>object</a:t>
            </a:r>
            <a:r>
              <a:rPr lang="en-US" dirty="0"/>
              <a:t>. The car has </a:t>
            </a:r>
            <a:r>
              <a:rPr lang="en-US" b="1" dirty="0"/>
              <a:t>attributes</a:t>
            </a:r>
            <a:r>
              <a:rPr lang="en-US" dirty="0"/>
              <a:t>, such as weight and color, and </a:t>
            </a:r>
            <a:r>
              <a:rPr lang="en-US" b="1" dirty="0"/>
              <a:t>methods</a:t>
            </a:r>
            <a:r>
              <a:rPr lang="en-US" dirty="0"/>
              <a:t>, such as drive and brake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Attributes and methods are basically </a:t>
            </a:r>
            <a:r>
              <a:rPr lang="en-US" b="1" dirty="0"/>
              <a:t>variables </a:t>
            </a:r>
            <a:r>
              <a:rPr lang="en-US" dirty="0"/>
              <a:t>and </a:t>
            </a:r>
            <a:r>
              <a:rPr lang="en-US" b="1" dirty="0"/>
              <a:t>functions </a:t>
            </a:r>
            <a:r>
              <a:rPr lang="en-US" dirty="0"/>
              <a:t>that belongs to the class. These are often referred to as "class members".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818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Create a Class</a:t>
            </a:r>
          </a:p>
          <a:p>
            <a:r>
              <a:rPr lang="en-US" dirty="0"/>
              <a:t>To create a class, use the </a:t>
            </a:r>
            <a:r>
              <a:rPr lang="en-US" dirty="0">
                <a:solidFill>
                  <a:srgbClr val="FF0000"/>
                </a:solidFill>
              </a:rPr>
              <a:t>class </a:t>
            </a:r>
            <a:r>
              <a:rPr lang="en-US" dirty="0" smtClean="0"/>
              <a:t>keyword</a:t>
            </a:r>
            <a:r>
              <a:rPr lang="en-US" dirty="0"/>
              <a:t>.</a:t>
            </a:r>
            <a:endParaRPr lang="en-US" dirty="0" smtClean="0"/>
          </a:p>
          <a:p>
            <a:r>
              <a:rPr lang="en-US" dirty="0" smtClean="0"/>
              <a:t>For example create a class classes </a:t>
            </a:r>
            <a:r>
              <a:rPr lang="en-US" dirty="0" err="1" smtClean="0">
                <a:solidFill>
                  <a:srgbClr val="FF0000"/>
                </a:solidFill>
              </a:rPr>
              <a:t>Myclass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97"/>
          <a:stretch/>
        </p:blipFill>
        <p:spPr bwMode="auto">
          <a:xfrm>
            <a:off x="557509" y="4267200"/>
            <a:ext cx="7824491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6683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Explained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</a:t>
            </a:r>
            <a:r>
              <a:rPr lang="en-US" dirty="0">
                <a:solidFill>
                  <a:srgbClr val="FF0000"/>
                </a:solidFill>
              </a:rPr>
              <a:t>class</a:t>
            </a:r>
            <a:r>
              <a:rPr lang="en-US" dirty="0"/>
              <a:t> keyword is used to create a class called </a:t>
            </a:r>
            <a:r>
              <a:rPr lang="en-US" dirty="0" err="1">
                <a:solidFill>
                  <a:srgbClr val="FF0000"/>
                </a:solidFill>
              </a:rPr>
              <a:t>MyClass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r>
              <a:rPr lang="en-US" dirty="0" smtClean="0"/>
              <a:t>The </a:t>
            </a:r>
            <a:r>
              <a:rPr lang="en-US" dirty="0">
                <a:solidFill>
                  <a:srgbClr val="FF0000"/>
                </a:solidFill>
              </a:rPr>
              <a:t>public</a:t>
            </a:r>
            <a:r>
              <a:rPr lang="en-US" dirty="0"/>
              <a:t> keyword is an </a:t>
            </a:r>
            <a:r>
              <a:rPr lang="en-US" b="1" dirty="0">
                <a:solidFill>
                  <a:srgbClr val="FF0000"/>
                </a:solidFill>
              </a:rPr>
              <a:t>access </a:t>
            </a:r>
            <a:r>
              <a:rPr lang="en-US" b="1" dirty="0" err="1">
                <a:solidFill>
                  <a:srgbClr val="FF0000"/>
                </a:solidFill>
              </a:rPr>
              <a:t>specifier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/>
              <a:t>which specifies that members (attributes and methods) of the class are accessible from outside the class. You will learn more about access </a:t>
            </a:r>
            <a:r>
              <a:rPr lang="en-US" dirty="0" err="1"/>
              <a:t>specifiers</a:t>
            </a:r>
            <a:r>
              <a:rPr lang="en-US" dirty="0"/>
              <a:t> later</a:t>
            </a:r>
            <a:r>
              <a:rPr lang="en-US" dirty="0" smtClean="0"/>
              <a:t>.</a:t>
            </a:r>
          </a:p>
          <a:p>
            <a:pPr lvl="0"/>
            <a:r>
              <a:rPr lang="en-US" dirty="0"/>
              <a:t>Inside the class, there is an integer variable </a:t>
            </a:r>
            <a:r>
              <a:rPr lang="en-US" dirty="0" err="1"/>
              <a:t>myNum</a:t>
            </a:r>
            <a:r>
              <a:rPr lang="en-US" dirty="0"/>
              <a:t> and a string variable </a:t>
            </a:r>
            <a:r>
              <a:rPr lang="en-US" dirty="0" err="1"/>
              <a:t>myString</a:t>
            </a:r>
            <a:r>
              <a:rPr lang="en-US" dirty="0"/>
              <a:t>. When variables are declared within a class, they are called </a:t>
            </a:r>
            <a:r>
              <a:rPr lang="en-US" b="1" dirty="0">
                <a:solidFill>
                  <a:srgbClr val="FF0000"/>
                </a:solidFill>
              </a:rPr>
              <a:t>attributes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At last, end the class definition with a semicolon ;.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48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</a:t>
            </a:r>
            <a:r>
              <a:rPr lang="en-US" dirty="0" smtClean="0"/>
              <a:t>an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C++, an object is created from a class. We have already created the class named </a:t>
            </a:r>
            <a:r>
              <a:rPr lang="en-US" dirty="0" err="1"/>
              <a:t>MyClass</a:t>
            </a:r>
            <a:r>
              <a:rPr lang="en-US" dirty="0"/>
              <a:t>, so now we can use this to create objects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To create an object of </a:t>
            </a:r>
            <a:r>
              <a:rPr lang="en-US" dirty="0" err="1">
                <a:solidFill>
                  <a:srgbClr val="FF0000"/>
                </a:solidFill>
              </a:rPr>
              <a:t>MyClass</a:t>
            </a:r>
            <a:r>
              <a:rPr lang="en-US" dirty="0">
                <a:solidFill>
                  <a:srgbClr val="FF0000"/>
                </a:solidFill>
              </a:rPr>
              <a:t>, specify the class name, followed by the object name</a:t>
            </a:r>
            <a:r>
              <a:rPr lang="en-US" dirty="0"/>
              <a:t>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To </a:t>
            </a:r>
            <a:r>
              <a:rPr lang="en-US" dirty="0">
                <a:solidFill>
                  <a:srgbClr val="FF0000"/>
                </a:solidFill>
              </a:rPr>
              <a:t>access the class attributes (</a:t>
            </a:r>
            <a:r>
              <a:rPr lang="en-US" dirty="0" err="1">
                <a:solidFill>
                  <a:srgbClr val="FF0000"/>
                </a:solidFill>
              </a:rPr>
              <a:t>myNum</a:t>
            </a:r>
            <a:r>
              <a:rPr lang="en-US" dirty="0">
                <a:solidFill>
                  <a:srgbClr val="FF0000"/>
                </a:solidFill>
              </a:rPr>
              <a:t> and </a:t>
            </a:r>
            <a:r>
              <a:rPr lang="en-US" dirty="0" err="1">
                <a:solidFill>
                  <a:srgbClr val="FF0000"/>
                </a:solidFill>
              </a:rPr>
              <a:t>myString</a:t>
            </a:r>
            <a:r>
              <a:rPr lang="en-US" dirty="0">
                <a:solidFill>
                  <a:srgbClr val="FF0000"/>
                </a:solidFill>
              </a:rPr>
              <a:t>), use the dot syntax (.) on the object: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23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287" y="838200"/>
            <a:ext cx="7046913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3153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Member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2" y="2438400"/>
            <a:ext cx="7334248" cy="37338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The data </a:t>
            </a:r>
            <a:r>
              <a:rPr lang="en-US" dirty="0" smtClean="0">
                <a:solidFill>
                  <a:srgbClr val="FF0000"/>
                </a:solidFill>
              </a:rPr>
              <a:t>items  or data Attributes within </a:t>
            </a:r>
            <a:r>
              <a:rPr lang="en-US" dirty="0">
                <a:solidFill>
                  <a:srgbClr val="FF0000"/>
                </a:solidFill>
              </a:rPr>
              <a:t>a class are called </a:t>
            </a:r>
            <a:r>
              <a:rPr lang="en-US" i="1" dirty="0">
                <a:solidFill>
                  <a:srgbClr val="FF0000"/>
                </a:solidFill>
              </a:rPr>
              <a:t>data members </a:t>
            </a:r>
            <a:r>
              <a:rPr lang="en-US" dirty="0">
                <a:solidFill>
                  <a:srgbClr val="FF0000"/>
                </a:solidFill>
              </a:rPr>
              <a:t>(or sometimes </a:t>
            </a:r>
            <a:r>
              <a:rPr lang="en-US" i="1" dirty="0">
                <a:solidFill>
                  <a:srgbClr val="FF0000"/>
                </a:solidFill>
              </a:rPr>
              <a:t>member data</a:t>
            </a:r>
            <a:r>
              <a:rPr lang="en-US" dirty="0">
                <a:solidFill>
                  <a:srgbClr val="FF0000"/>
                </a:solidFill>
              </a:rPr>
              <a:t>).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There </a:t>
            </a:r>
            <a:r>
              <a:rPr lang="en-US" dirty="0"/>
              <a:t>can be any </a:t>
            </a:r>
            <a:r>
              <a:rPr lang="en-US" dirty="0" smtClean="0"/>
              <a:t>number of </a:t>
            </a:r>
            <a:r>
              <a:rPr lang="en-US" dirty="0"/>
              <a:t>data members in a class, just as there can be any number of data items in a structure. </a:t>
            </a:r>
            <a:r>
              <a:rPr lang="en-US" dirty="0" smtClean="0"/>
              <a:t>The data </a:t>
            </a:r>
            <a:r>
              <a:rPr lang="en-US" dirty="0"/>
              <a:t>member </a:t>
            </a:r>
            <a:r>
              <a:rPr lang="en-US" dirty="0" smtClean="0"/>
              <a:t>some data </a:t>
            </a:r>
            <a:r>
              <a:rPr lang="en-US" dirty="0"/>
              <a:t>follows the keyword </a:t>
            </a:r>
            <a:r>
              <a:rPr lang="en-US" b="1" dirty="0">
                <a:solidFill>
                  <a:srgbClr val="FF0000"/>
                </a:solidFill>
              </a:rPr>
              <a:t>private, </a:t>
            </a:r>
            <a:r>
              <a:rPr lang="en-US" dirty="0"/>
              <a:t>so </a:t>
            </a:r>
            <a:r>
              <a:rPr lang="en-US" dirty="0">
                <a:solidFill>
                  <a:srgbClr val="FF0000"/>
                </a:solidFill>
              </a:rPr>
              <a:t>it can be accessed from within </a:t>
            </a:r>
            <a:r>
              <a:rPr lang="en-US" dirty="0" smtClean="0">
                <a:solidFill>
                  <a:srgbClr val="FF0000"/>
                </a:solidFill>
              </a:rPr>
              <a:t>the class</a:t>
            </a:r>
            <a:r>
              <a:rPr lang="en-US" dirty="0">
                <a:solidFill>
                  <a:srgbClr val="FF0000"/>
                </a:solidFill>
              </a:rPr>
              <a:t>, but not from outside.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12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Member functions </a:t>
            </a:r>
            <a:r>
              <a:rPr lang="en-US" dirty="0"/>
              <a:t>are functions that are included within a </a:t>
            </a:r>
            <a:r>
              <a:rPr lang="en-US" dirty="0" smtClean="0"/>
              <a:t>class, also known as </a:t>
            </a:r>
            <a:r>
              <a:rPr lang="en-US" i="1" dirty="0" smtClean="0"/>
              <a:t>methods</a:t>
            </a:r>
            <a:r>
              <a:rPr lang="en-US" dirty="0"/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50520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Functions Are Public, Data Is Private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Usually the data within a class is private and the functions are public. This is a result of </a:t>
            </a:r>
            <a:r>
              <a:rPr lang="en-US" dirty="0" smtClean="0"/>
              <a:t>the way </a:t>
            </a:r>
            <a:r>
              <a:rPr lang="en-US" dirty="0"/>
              <a:t>classes are used.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data is hidden so it will be safe from accidental manipulation, </a:t>
            </a:r>
            <a:r>
              <a:rPr lang="en-US" dirty="0" smtClean="0"/>
              <a:t>while the </a:t>
            </a:r>
            <a:r>
              <a:rPr lang="en-US" dirty="0"/>
              <a:t>functions that operate on the data are public so they can be accessed from outside the class.</a:t>
            </a:r>
          </a:p>
          <a:p>
            <a:r>
              <a:rPr lang="en-US" dirty="0"/>
              <a:t>However, there is no rule that says data must be private and functions public; in some </a:t>
            </a:r>
            <a:r>
              <a:rPr lang="en-US" dirty="0" smtClean="0"/>
              <a:t>circumstances you </a:t>
            </a:r>
            <a:r>
              <a:rPr lang="en-US" dirty="0"/>
              <a:t>may find you’ll need to use private functions and public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320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5842000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438400" y="314980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Multiple Objects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350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914400"/>
            <a:ext cx="6651721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133600" y="545068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Example Program 2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437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Explanation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33400" y="2590800"/>
            <a:ext cx="7848600" cy="3581400"/>
          </a:xfrm>
        </p:spPr>
        <p:txBody>
          <a:bodyPr/>
          <a:lstStyle/>
          <a:p>
            <a:r>
              <a:rPr lang="en-US" dirty="0"/>
              <a:t>The class </a:t>
            </a:r>
            <a:r>
              <a:rPr lang="en-US" dirty="0" err="1"/>
              <a:t>smallobj</a:t>
            </a:r>
            <a:r>
              <a:rPr lang="en-US" dirty="0"/>
              <a:t> defined in this program contains </a:t>
            </a:r>
            <a:r>
              <a:rPr lang="en-US" dirty="0">
                <a:solidFill>
                  <a:srgbClr val="FF0000"/>
                </a:solidFill>
              </a:rPr>
              <a:t>one data item and two member functions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/>
              <a:t>The two member functions provide the only access to the data item from outside the class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The first </a:t>
            </a:r>
            <a:r>
              <a:rPr lang="en-US" dirty="0">
                <a:solidFill>
                  <a:srgbClr val="FF0000"/>
                </a:solidFill>
              </a:rPr>
              <a:t>member function sets the data item to a value, and the second displays the value.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266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and Object Concept</a:t>
            </a:r>
            <a:endParaRPr lang="en-US" dirty="0"/>
          </a:p>
        </p:txBody>
      </p:sp>
      <p:pic>
        <p:nvPicPr>
          <p:cNvPr id="4" name="Picture 2" descr="Classes &amp; Objects in C++ - Simple Snippet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37424" y="2557463"/>
            <a:ext cx="5069152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111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 </a:t>
            </a:r>
            <a:r>
              <a:rPr lang="en-US" dirty="0" smtClean="0"/>
              <a:t>Write a C++ code to display student information for 3 students(name, </a:t>
            </a:r>
            <a:r>
              <a:rPr lang="en-US" dirty="0" err="1" smtClean="0"/>
              <a:t>Reg_No</a:t>
            </a:r>
            <a:r>
              <a:rPr lang="en-US" dirty="0" smtClean="0"/>
              <a:t>, Department, CGPA and Current Semester and list of registered Courses) using class and object.</a:t>
            </a:r>
          </a:p>
          <a:p>
            <a:r>
              <a:rPr lang="en-US" dirty="0" err="1" smtClean="0"/>
              <a:t>Set_value</a:t>
            </a:r>
            <a:r>
              <a:rPr lang="en-US" dirty="0" smtClean="0"/>
              <a:t>() function to get user input for each student.</a:t>
            </a:r>
          </a:p>
          <a:p>
            <a:r>
              <a:rPr lang="en-US" dirty="0" err="1" smtClean="0"/>
              <a:t>Print_value</a:t>
            </a:r>
            <a:r>
              <a:rPr lang="en-US" dirty="0" smtClean="0"/>
              <a:t>() function to print the record for each user.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70703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ppt/theme/theme3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cel" id="{8BEC4385-4EB9-4D53-BFB5-0EA123736B6D}" vid="{4DB32801-28C0-48B0-8C1D-A9A58613615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63</TotalTime>
  <Words>594</Words>
  <Application>Microsoft Office PowerPoint</Application>
  <PresentationFormat>On-screen Show (4:3)</PresentationFormat>
  <Paragraphs>50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Theme3</vt:lpstr>
      <vt:lpstr>Organic</vt:lpstr>
      <vt:lpstr>Parcel</vt:lpstr>
      <vt:lpstr>Object Oriented Programming</vt:lpstr>
      <vt:lpstr>Lecture Outline</vt:lpstr>
      <vt:lpstr>Class and Object Concept</vt:lpstr>
      <vt:lpstr>Create a Class</vt:lpstr>
      <vt:lpstr>Example Explained</vt:lpstr>
      <vt:lpstr>Create an Object</vt:lpstr>
      <vt:lpstr>PowerPoint Presentation</vt:lpstr>
      <vt:lpstr>Data Member</vt:lpstr>
      <vt:lpstr>Member Functions</vt:lpstr>
      <vt:lpstr>Functions Are Public, Data Is Private</vt:lpstr>
      <vt:lpstr>PowerPoint Presentation</vt:lpstr>
      <vt:lpstr>PowerPoint Presentation</vt:lpstr>
      <vt:lpstr>Explanation </vt:lpstr>
      <vt:lpstr>Class and Object Concept</vt:lpstr>
      <vt:lpstr>Class Activity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Cyber World</dc:creator>
  <cp:lastModifiedBy>Cyber World</cp:lastModifiedBy>
  <cp:revision>25</cp:revision>
  <dcterms:created xsi:type="dcterms:W3CDTF">1979-12-31T19:05:21Z</dcterms:created>
  <dcterms:modified xsi:type="dcterms:W3CDTF">1979-12-31T20:09:21Z</dcterms:modified>
</cp:coreProperties>
</file>