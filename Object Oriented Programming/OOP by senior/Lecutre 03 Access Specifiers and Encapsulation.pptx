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702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7" r:id="rId8"/>
    <p:sldId id="266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4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239E0-DAFB-4237-A23F-34EA3DA8D768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7DFC6-55C3-4B7A-B47B-52F9BB51C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76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7DFC6-55C3-4B7A-B47B-52F9BB51C3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4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2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9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5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0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2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6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7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1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19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300" y="1871136"/>
            <a:ext cx="5111752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300" y="3657597"/>
            <a:ext cx="5111752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5037663"/>
            <a:ext cx="673100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5037663"/>
            <a:ext cx="3910976" cy="2794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8" y="5037663"/>
            <a:ext cx="413375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59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404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752606"/>
            <a:ext cx="6119016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2" y="3846056"/>
            <a:ext cx="6119018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3710585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639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2560320"/>
            <a:ext cx="3538728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2560320"/>
            <a:ext cx="3538728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990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2658533"/>
            <a:ext cx="3538728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3243267"/>
            <a:ext cx="3538728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2658533"/>
            <a:ext cx="3538728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3243267"/>
            <a:ext cx="3538728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095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26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351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61" y="1388534"/>
            <a:ext cx="278884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2" y="982136"/>
            <a:ext cx="4102100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61" y="3031065"/>
            <a:ext cx="2788841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912533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305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883832"/>
            <a:ext cx="4681362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5" y="1041400"/>
            <a:ext cx="2297510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3255432"/>
            <a:ext cx="468136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624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4815415"/>
            <a:ext cx="7207250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1041404"/>
            <a:ext cx="7579479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5382153"/>
            <a:ext cx="7207250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6136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3" y="982132"/>
            <a:ext cx="7194549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3" y="4343404"/>
            <a:ext cx="7194549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414019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79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2" y="982132"/>
            <a:ext cx="6972299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10" y="3352800"/>
            <a:ext cx="66294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4343404"/>
            <a:ext cx="7207250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82787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414019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2012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3308581"/>
            <a:ext cx="720725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777381"/>
            <a:ext cx="720725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1081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2" y="982132"/>
            <a:ext cx="6972299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2" y="3639312"/>
            <a:ext cx="7207251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529667"/>
            <a:ext cx="720725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25992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34290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4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7250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2" y="3630168"/>
            <a:ext cx="7207251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470404"/>
            <a:ext cx="72072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4290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563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767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20" y="982136"/>
            <a:ext cx="1418171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1" y="982132"/>
            <a:ext cx="5574769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0181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2386744"/>
            <a:ext cx="67437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441615-5A44-410C-89F4-7540CC2153E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77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EEEDD-194D-4DD5-937E-553FA254329C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040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2386744"/>
            <a:ext cx="67437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9082E-3C0F-48C1-AF91-E8B1B0DF5DF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72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2638044"/>
            <a:ext cx="3203828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40" y="2638044"/>
            <a:ext cx="3202685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7EBE2-120C-4AA5-8863-7091BC941AC6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7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2313440"/>
            <a:ext cx="320268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3143250"/>
            <a:ext cx="3202686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9" y="3143250"/>
            <a:ext cx="3190113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40"/>
            <a:ext cx="320268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41925D-18D4-4F2E-8E4E-BFF18070A18A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959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AE92D-E9CF-4182-918D-E2DF720104D4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3757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F2CF68-0C7E-4B18-A5B7-19E18E8ADD6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37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2243835"/>
            <a:ext cx="3364992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7A25D3-A3D3-45E1-A26B-27F22D2ABE7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6236208"/>
            <a:ext cx="3843598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1217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5" y="2243828"/>
            <a:ext cx="3371249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3" y="0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3549925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F79975-D461-46C0-9BA3-FEABCE9F60C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6236208"/>
            <a:ext cx="3843598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8356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0C275-A2B6-4458-8506-3A566F6F2D0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2474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973956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5" y="937260"/>
            <a:ext cx="4648867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F9B4A-C263-434F-8630-F35A9FDD4542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7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22161-9906-4207-A49D-BB692A76948C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9B074-AF8D-40FC-8BC6-00193B1D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3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982135"/>
            <a:ext cx="7200897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2556932"/>
            <a:ext cx="7200897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2" y="5969000"/>
            <a:ext cx="547942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7" y="5969000"/>
            <a:ext cx="4070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79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964692"/>
            <a:ext cx="5797296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2638048"/>
            <a:ext cx="5797296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E9F8A-BBC2-4445-9A74-6C4C5980038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6236208"/>
            <a:ext cx="442589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6217920"/>
            <a:ext cx="27432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96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Access Specifiers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8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Specifiers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are quite familiar with the </a:t>
            </a:r>
            <a:r>
              <a:rPr lang="en-US" dirty="0"/>
              <a:t>public</a:t>
            </a:r>
            <a:r>
              <a:rPr lang="en-US" dirty="0"/>
              <a:t> keyword that </a:t>
            </a:r>
            <a:r>
              <a:rPr lang="en-US" dirty="0" smtClean="0"/>
              <a:t>appears </a:t>
            </a:r>
            <a:r>
              <a:rPr lang="en-US" dirty="0"/>
              <a:t>in all of our class examples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The </a:t>
            </a:r>
            <a:r>
              <a:rPr lang="en-US" dirty="0"/>
              <a:t>public</a:t>
            </a:r>
            <a:r>
              <a:rPr lang="en-US" dirty="0"/>
              <a:t> keyword is an </a:t>
            </a:r>
            <a:r>
              <a:rPr lang="en-US" b="1" dirty="0"/>
              <a:t>access </a:t>
            </a:r>
            <a:r>
              <a:rPr lang="en-US" b="1" dirty="0" err="1"/>
              <a:t>specifier</a:t>
            </a:r>
            <a:r>
              <a:rPr lang="en-US" b="1" dirty="0"/>
              <a:t>.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Access </a:t>
            </a:r>
            <a:r>
              <a:rPr lang="en-US" dirty="0" err="1">
                <a:solidFill>
                  <a:srgbClr val="FF0000"/>
                </a:solidFill>
              </a:rPr>
              <a:t>specifiers</a:t>
            </a:r>
            <a:r>
              <a:rPr lang="en-US" dirty="0">
                <a:solidFill>
                  <a:srgbClr val="FF0000"/>
                </a:solidFill>
              </a:rPr>
              <a:t> define how the members (attributes and methods) of a class can be </a:t>
            </a:r>
            <a:r>
              <a:rPr lang="en-US" dirty="0" smtClean="0">
                <a:solidFill>
                  <a:srgbClr val="FF0000"/>
                </a:solidFill>
              </a:rPr>
              <a:t>accessed.</a:t>
            </a:r>
          </a:p>
          <a:p>
            <a:r>
              <a:rPr lang="en-US" dirty="0"/>
              <a:t>In the example above, the members are </a:t>
            </a:r>
            <a:r>
              <a:rPr lang="en-US" dirty="0"/>
              <a:t>public</a:t>
            </a:r>
            <a:r>
              <a:rPr lang="en-US" dirty="0"/>
              <a:t> - which means that they can be accessed and modified from outside the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209800"/>
            <a:ext cx="4114800" cy="1634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50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Specifiers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However, what if we want members to be private and hidden from the outside world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22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Specifiers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</a:t>
            </a:r>
            <a:r>
              <a:rPr lang="en-US" dirty="0"/>
              <a:t>C++, there are three access </a:t>
            </a:r>
            <a:r>
              <a:rPr lang="en-US" dirty="0" err="1"/>
              <a:t>specifiers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public</a:t>
            </a:r>
            <a:r>
              <a:rPr lang="en-US" dirty="0" smtClean="0"/>
              <a:t> : members </a:t>
            </a:r>
            <a:r>
              <a:rPr lang="en-US" dirty="0"/>
              <a:t>are accessible from outside the class</a:t>
            </a:r>
          </a:p>
          <a:p>
            <a:r>
              <a:rPr lang="en-US" dirty="0">
                <a:solidFill>
                  <a:srgbClr val="FF0000"/>
                </a:solidFill>
              </a:rPr>
              <a:t>private 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smtClean="0"/>
              <a:t>members </a:t>
            </a:r>
            <a:r>
              <a:rPr lang="en-US" dirty="0"/>
              <a:t>cannot be accessed (or viewed) from outside the class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Protected: </a:t>
            </a:r>
            <a:r>
              <a:rPr lang="en-US" dirty="0" smtClean="0"/>
              <a:t>members </a:t>
            </a:r>
            <a:r>
              <a:rPr lang="en-US" dirty="0"/>
              <a:t>cannot be accessed from outside the class, however, they can be accessed in inherited classes. You will learn more about Inheritance later.</a:t>
            </a:r>
          </a:p>
        </p:txBody>
      </p:sp>
    </p:spTree>
    <p:extLst>
      <p:ext uri="{BB962C8B-B14F-4D97-AF65-F5344CB8AC3E}">
        <p14:creationId xmlns:p14="http://schemas.microsoft.com/office/powerpoint/2010/main" val="243386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Specifiers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38400"/>
            <a:ext cx="7755467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42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304800"/>
            <a:ext cx="6117289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828674"/>
            <a:ext cx="27813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5938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Private Access Specifiers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5257800" cy="379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3400" y="5421089"/>
            <a:ext cx="6553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Error:</a:t>
            </a:r>
          </a:p>
          <a:p>
            <a:r>
              <a:rPr lang="en-US" dirty="0" smtClean="0"/>
              <a:t>If </a:t>
            </a:r>
            <a:r>
              <a:rPr lang="en-US" dirty="0"/>
              <a:t>you try to access a private member, an error occurs</a:t>
            </a:r>
            <a:r>
              <a:rPr lang="en-US" dirty="0" smtClean="0"/>
              <a:t>:</a:t>
            </a:r>
          </a:p>
          <a:p>
            <a:r>
              <a:rPr lang="en-US" dirty="0"/>
              <a:t>error: </a:t>
            </a:r>
            <a:r>
              <a:rPr lang="en-US" dirty="0">
                <a:solidFill>
                  <a:srgbClr val="FF0000"/>
                </a:solidFill>
              </a:rPr>
              <a:t>y is private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420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access private members?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dirty="0">
                <a:solidFill>
                  <a:srgbClr val="FF0000"/>
                </a:solidFill>
              </a:rPr>
              <a:t>It is possible to access private members of a class using a public </a:t>
            </a:r>
            <a:r>
              <a:rPr lang="en-US" dirty="0" smtClean="0">
                <a:solidFill>
                  <a:srgbClr val="FF0000"/>
                </a:solidFill>
              </a:rPr>
              <a:t>method inside </a:t>
            </a:r>
            <a:r>
              <a:rPr lang="en-US" dirty="0">
                <a:solidFill>
                  <a:srgbClr val="FF0000"/>
                </a:solidFill>
              </a:rPr>
              <a:t>the same </a:t>
            </a:r>
            <a:r>
              <a:rPr lang="en-US" dirty="0" smtClean="0">
                <a:solidFill>
                  <a:srgbClr val="FF0000"/>
                </a:solidFill>
              </a:rPr>
              <a:t>class (Encapsulation).</a:t>
            </a:r>
          </a:p>
          <a:p>
            <a:r>
              <a:rPr lang="en-US" dirty="0"/>
              <a:t>It is considered good practice to declare your class attributes as </a:t>
            </a:r>
            <a:r>
              <a:rPr lang="en-US" dirty="0" smtClean="0"/>
              <a:t>private and methods public.</a:t>
            </a:r>
          </a:p>
          <a:p>
            <a:r>
              <a:rPr lang="en-US" dirty="0">
                <a:solidFill>
                  <a:srgbClr val="FF0000"/>
                </a:solidFill>
              </a:rPr>
              <a:t>By default, all members of a class are </a:t>
            </a:r>
            <a:r>
              <a:rPr lang="en-US" dirty="0">
                <a:solidFill>
                  <a:srgbClr val="FF0000"/>
                </a:solidFill>
              </a:rPr>
              <a:t>private</a:t>
            </a:r>
            <a:r>
              <a:rPr lang="en-US" dirty="0">
                <a:solidFill>
                  <a:srgbClr val="FF0000"/>
                </a:solidFill>
              </a:rPr>
              <a:t> if you don't specify an access </a:t>
            </a:r>
            <a:r>
              <a:rPr lang="en-US" dirty="0" err="1" smtClean="0">
                <a:solidFill>
                  <a:srgbClr val="FF0000"/>
                </a:solidFill>
              </a:rPr>
              <a:t>specifier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876800"/>
            <a:ext cx="447675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77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meaning of </a:t>
            </a:r>
            <a:r>
              <a:rPr lang="en-US" b="1" dirty="0"/>
              <a:t>Encapsulation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is to make sure that "sensitive" data is hidden from </a:t>
            </a:r>
            <a:r>
              <a:rPr lang="en-US" dirty="0" smtClean="0">
                <a:solidFill>
                  <a:srgbClr val="FF0000"/>
                </a:solidFill>
              </a:rPr>
              <a:t>users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FF0000"/>
                </a:solidFill>
              </a:rPr>
              <a:t>to </a:t>
            </a:r>
            <a:r>
              <a:rPr lang="en-US" dirty="0">
                <a:solidFill>
                  <a:srgbClr val="FF0000"/>
                </a:solidFill>
              </a:rPr>
              <a:t>make sure that "sensitive" data is hidden from </a:t>
            </a:r>
            <a:r>
              <a:rPr lang="en-US" dirty="0" smtClean="0">
                <a:solidFill>
                  <a:srgbClr val="FF0000"/>
                </a:solidFill>
              </a:rPr>
              <a:t>users.</a:t>
            </a:r>
          </a:p>
          <a:p>
            <a:pPr algn="just"/>
            <a:r>
              <a:rPr lang="en-US" b="1" dirty="0"/>
              <a:t>Data and Behavior are tightly coupled inside an object and both the information structure and implementation details of its operations are hidden from the outer world.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17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Encapsulation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00200"/>
            <a:ext cx="3267075" cy="381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3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Encapsulation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886700" cy="4351338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Implementation of Encapsulation:</a:t>
            </a:r>
          </a:p>
          <a:p>
            <a:pPr lvl="1"/>
            <a:r>
              <a:rPr lang="en-US" dirty="0" smtClean="0"/>
              <a:t>To </a:t>
            </a:r>
            <a:r>
              <a:rPr lang="en-US" dirty="0"/>
              <a:t>achieve this, you must declare </a:t>
            </a:r>
            <a:r>
              <a:rPr lang="en-US" dirty="0" smtClean="0"/>
              <a:t>class variables /attributes </a:t>
            </a:r>
            <a:r>
              <a:rPr lang="en-US" dirty="0"/>
              <a:t>as private </a:t>
            </a:r>
            <a:r>
              <a:rPr lang="en-US" dirty="0" smtClean="0"/>
              <a:t> (</a:t>
            </a:r>
            <a:r>
              <a:rPr lang="en-US" dirty="0"/>
              <a:t>cannot be accessed from outside the class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If you want others to read or modify the value of a private member, you can provide public </a:t>
            </a:r>
            <a:r>
              <a:rPr lang="en-US" dirty="0" smtClean="0"/>
              <a:t>methods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2228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"/>
            <a:ext cx="4495800" cy="654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273508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cel" id="{8BEC4385-4EB9-4D53-BFB5-0EA123736B6D}" vid="{4DB32801-28C0-48B0-8C1D-A9A58613615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23204067</TotalTime>
  <Words>185</Words>
  <Application>Microsoft Office PowerPoint</Application>
  <PresentationFormat>On-screen Show (4:3)</PresentationFormat>
  <Paragraphs>37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Theme3</vt:lpstr>
      <vt:lpstr>Organic</vt:lpstr>
      <vt:lpstr>Parcel</vt:lpstr>
      <vt:lpstr>Object Oriented Programming</vt:lpstr>
      <vt:lpstr>Access Specifiers</vt:lpstr>
      <vt:lpstr>Access Specifiers</vt:lpstr>
      <vt:lpstr>Access Specifiers</vt:lpstr>
      <vt:lpstr>Access Specifiers</vt:lpstr>
      <vt:lpstr>PowerPoint Presentation</vt:lpstr>
      <vt:lpstr>Example: Private Access Specifiers</vt:lpstr>
      <vt:lpstr>How to access private members?</vt:lpstr>
      <vt:lpstr>Encapsulation</vt:lpstr>
      <vt:lpstr>Example of Encapsulation</vt:lpstr>
      <vt:lpstr>Encapsulation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Cyber World</dc:creator>
  <cp:lastModifiedBy>Cyber World</cp:lastModifiedBy>
  <cp:revision>16</cp:revision>
  <dcterms:created xsi:type="dcterms:W3CDTF">1979-12-31T19:08:43Z</dcterms:created>
  <dcterms:modified xsi:type="dcterms:W3CDTF">2024-02-12T17:35:56Z</dcterms:modified>
</cp:coreProperties>
</file>