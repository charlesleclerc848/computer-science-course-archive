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5" r:id="rId9"/>
    <p:sldId id="262" r:id="rId10"/>
    <p:sldId id="266" r:id="rId11"/>
    <p:sldId id="264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FF36134-269D-476A-9AA5-86F1E12A2A79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2FFB399-E4D0-4969-BEC6-5237965D2965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file:///\\functi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Week 04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code: cs-216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17 oct, 2022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Inheritance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(Data Structures and Object Oriented Programming)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16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Inheritance is the process of creating new class called </a:t>
            </a:r>
            <a:r>
              <a:rPr lang="en-US" i="1" dirty="0" smtClean="0">
                <a:solidFill>
                  <a:srgbClr val="FF0000"/>
                </a:solidFill>
              </a:rPr>
              <a:t>derived class </a:t>
            </a:r>
            <a:r>
              <a:rPr lang="en-US" dirty="0" smtClean="0"/>
              <a:t>from a </a:t>
            </a:r>
            <a:r>
              <a:rPr lang="en-US" i="1" dirty="0" smtClean="0">
                <a:solidFill>
                  <a:srgbClr val="FF0000"/>
                </a:solidFill>
              </a:rPr>
              <a:t>base class</a:t>
            </a:r>
          </a:p>
          <a:p>
            <a:r>
              <a:rPr lang="en-US" dirty="0" smtClean="0"/>
              <a:t>Most powerful feature of  Object oriented programming</a:t>
            </a:r>
          </a:p>
          <a:p>
            <a:r>
              <a:rPr lang="en-US" dirty="0" smtClean="0"/>
              <a:t>Derived class inherits all the capabilities and characteristics of the base class and having some changes of its owns.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53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Sub Class: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class that inherits properties from another class is called Subclass or Derived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or child class.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Super Class: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class whose properties are inherited by a subclass is called Base Class 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Superclass or parent class.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dirty="0" smtClean="0"/>
              <a:t>Advantage:</a:t>
            </a:r>
          </a:p>
          <a:p>
            <a:pPr marL="0" indent="0">
              <a:buNone/>
            </a:pPr>
            <a:r>
              <a:rPr lang="en-US" dirty="0" smtClean="0"/>
              <a:t>1- Reusability</a:t>
            </a:r>
          </a:p>
          <a:p>
            <a:pPr marL="0" indent="0">
              <a:buNone/>
            </a:pPr>
            <a:r>
              <a:rPr lang="en-US" dirty="0" smtClean="0"/>
              <a:t>2- reduce Complexity of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02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(Example)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to create three separate classes and </a:t>
            </a:r>
            <a:r>
              <a:rPr lang="en-US" dirty="0"/>
              <a:t>The methods </a:t>
            </a:r>
            <a:r>
              <a:rPr lang="en-US" dirty="0" err="1"/>
              <a:t>fuelAmount</a:t>
            </a:r>
            <a:r>
              <a:rPr lang="en-US" dirty="0"/>
              <a:t>(), capacity(), </a:t>
            </a:r>
            <a:r>
              <a:rPr lang="en-US" dirty="0" smtClean="0"/>
              <a:t>apply Brakes() </a:t>
            </a:r>
            <a:r>
              <a:rPr lang="en-US" dirty="0"/>
              <a:t>will be the same for all three </a:t>
            </a:r>
            <a:r>
              <a:rPr lang="en-US" dirty="0" smtClean="0"/>
              <a:t>classes. Then </a:t>
            </a:r>
            <a:r>
              <a:rPr lang="en-US" dirty="0"/>
              <a:t>we have to write all of these functions in each of the </a:t>
            </a:r>
            <a:r>
              <a:rPr lang="en-US" dirty="0" smtClean="0"/>
              <a:t>three classes </a:t>
            </a:r>
            <a:r>
              <a:rPr lang="en-US" dirty="0"/>
              <a:t>as shown below figure: 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962400"/>
            <a:ext cx="7920038" cy="240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7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(Example)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Using inheritance, we have to write the functions only one time instead of three times as we have inherited the rest of the three classes from the base class (Vehicle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6543675" cy="284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5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Derived class (syntax)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Derived class can be define as: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class</a:t>
            </a:r>
            <a:r>
              <a:rPr lang="en-US" dirty="0" smtClean="0"/>
              <a:t> </a:t>
            </a:r>
            <a:r>
              <a:rPr lang="en-US" dirty="0"/>
              <a:t>&lt;</a:t>
            </a:r>
            <a:r>
              <a:rPr lang="en-US" dirty="0" err="1"/>
              <a:t>derived_class_name</a:t>
            </a:r>
            <a:r>
              <a:rPr lang="en-US" dirty="0"/>
              <a:t>&gt; 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&lt;access-</a:t>
            </a:r>
            <a:r>
              <a:rPr lang="en-US" dirty="0" err="1">
                <a:solidFill>
                  <a:srgbClr val="FF0000"/>
                </a:solidFill>
              </a:rPr>
              <a:t>specifier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r>
              <a:rPr lang="en-US" dirty="0"/>
              <a:t> &lt;</a:t>
            </a:r>
            <a:r>
              <a:rPr lang="en-US" dirty="0" err="1"/>
              <a:t>base_class_name</a:t>
            </a:r>
            <a:r>
              <a:rPr lang="en-US" dirty="0"/>
              <a:t>&gt;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</a:p>
          <a:p>
            <a:pPr marL="0" indent="0">
              <a:buNone/>
            </a:pPr>
            <a:r>
              <a:rPr lang="en-US" dirty="0" smtClean="0"/>
              <a:t>//</a:t>
            </a:r>
            <a:r>
              <a:rPr lang="en-US" dirty="0"/>
              <a:t>body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Where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keyword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create a new class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derived_class_name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name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new class, which will inherit the base class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access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specifier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either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private, public or protected. If neither is specified, PRIVATE is taken as default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base-class-name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name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base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derived class doesn’t inherit 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private data members. However, it does inherit a full parent object, which contains any private members which that class declares.</a:t>
            </a:r>
          </a:p>
        </p:txBody>
      </p:sp>
    </p:spTree>
    <p:extLst>
      <p:ext uri="{BB962C8B-B14F-4D97-AF65-F5344CB8AC3E}">
        <p14:creationId xmlns:p14="http://schemas.microsoft.com/office/powerpoint/2010/main" val="4128485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Derived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1. class ABC : private XYZ              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//private derivation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            {                }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2. class ABC : public XYZ              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//public derivation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            {               }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3. class ABC : protected XYZ          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//protected derivation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            {              }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4. class ABC: XYZ              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private derivation by default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{            }</a:t>
            </a:r>
          </a:p>
        </p:txBody>
      </p:sp>
    </p:spTree>
    <p:extLst>
      <p:ext uri="{BB962C8B-B14F-4D97-AF65-F5344CB8AC3E}">
        <p14:creationId xmlns:p14="http://schemas.microsoft.com/office/powerpoint/2010/main" val="396361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Derived class(Example)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class Animal{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eat()  ;        </a:t>
            </a:r>
            <a:r>
              <a:rPr lang="en-US" dirty="0" smtClean="0">
                <a:hlinkClick r:id="rId2" action="ppaction://hlinkfile"/>
              </a:rPr>
              <a:t>\\function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sleep() ;  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class Dog : public Animal 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// bark()   function</a:t>
            </a:r>
          </a:p>
          <a:p>
            <a:pPr marL="0" indent="0">
              <a:buNone/>
            </a:pPr>
            <a:r>
              <a:rPr lang="en-US" dirty="0" smtClean="0"/>
              <a:t>};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67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4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#include &lt;string&gt;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                                   // </a:t>
            </a:r>
            <a:r>
              <a:rPr lang="en-US" dirty="0">
                <a:solidFill>
                  <a:srgbClr val="FF0000"/>
                </a:solidFill>
              </a:rPr>
              <a:t>Base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class Vehicle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public: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string brand = "Ford";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void </a:t>
            </a:r>
            <a:r>
              <a:rPr lang="en-US" dirty="0" smtClean="0"/>
              <a:t>horn) </a:t>
            </a:r>
            <a:r>
              <a:rPr lang="en-US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 &lt;&lt; "</a:t>
            </a:r>
            <a:r>
              <a:rPr lang="en-US" dirty="0" err="1"/>
              <a:t>Tuut</a:t>
            </a:r>
            <a:r>
              <a:rPr lang="en-US" dirty="0"/>
              <a:t>, </a:t>
            </a:r>
            <a:r>
              <a:rPr lang="en-US" dirty="0" err="1"/>
              <a:t>tuut</a:t>
            </a:r>
            <a:r>
              <a:rPr lang="en-US" dirty="0"/>
              <a:t>! \n" 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                                                          // </a:t>
            </a:r>
            <a:r>
              <a:rPr lang="en-US" dirty="0">
                <a:solidFill>
                  <a:srgbClr val="FF0000"/>
                </a:solidFill>
              </a:rPr>
              <a:t>Derived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class Car: public Vehicle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public: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string model = "Mustang";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                            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// main function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int</a:t>
            </a:r>
            <a:r>
              <a:rPr lang="en-US" dirty="0"/>
              <a:t> main() </a:t>
            </a:r>
            <a:r>
              <a:rPr lang="en-US" dirty="0" smtClean="0"/>
              <a:t>  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Car </a:t>
            </a:r>
            <a:r>
              <a:rPr lang="en-US" dirty="0" err="1"/>
              <a:t>myCar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</a:t>
            </a:r>
            <a:r>
              <a:rPr lang="en-US" dirty="0" err="1" smtClean="0"/>
              <a:t>myCar.horn</a:t>
            </a:r>
            <a:r>
              <a:rPr lang="en-US" dirty="0" smtClean="0"/>
              <a:t>();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myCar.brand</a:t>
            </a:r>
            <a:r>
              <a:rPr lang="en-US" dirty="0"/>
              <a:t> + " " + </a:t>
            </a:r>
            <a:r>
              <a:rPr lang="en-US" dirty="0" err="1"/>
              <a:t>myCar.model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return 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67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Protected Members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Access modifier protected is especially </a:t>
            </a:r>
            <a:r>
              <a:rPr lang="en-US" dirty="0" err="1" smtClean="0"/>
              <a:t>relavant</a:t>
            </a:r>
            <a:r>
              <a:rPr lang="en-US" dirty="0"/>
              <a:t> </a:t>
            </a:r>
            <a:r>
              <a:rPr lang="en-US" dirty="0" smtClean="0"/>
              <a:t>when it comes to inheritance</a:t>
            </a:r>
          </a:p>
          <a:p>
            <a:r>
              <a:rPr lang="en-US" dirty="0" smtClean="0"/>
              <a:t>Like private members private are inaccessible outside of class. However they are accessible to </a:t>
            </a:r>
            <a:r>
              <a:rPr lang="en-US" smtClean="0"/>
              <a:t>derived classes.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70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and Accessibility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83496968"/>
              </p:ext>
            </p:extLst>
          </p:nvPr>
        </p:nvGraphicFramePr>
        <p:xfrm>
          <a:off x="301625" y="1527175"/>
          <a:ext cx="8504240" cy="2026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26060"/>
                <a:gridCol w="2126060"/>
                <a:gridCol w="2126060"/>
                <a:gridCol w="21260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Access </a:t>
                      </a:r>
                      <a:r>
                        <a:rPr lang="en-US" dirty="0" err="1" smtClean="0"/>
                        <a:t>Specifier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Accessible from own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Accessible from derived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Accessible from object outside class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public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protected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no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private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74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Specifier’s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ublic</a:t>
            </a:r>
            <a:r>
              <a:rPr lang="en-US" dirty="0"/>
              <a:t>, </a:t>
            </a:r>
            <a:r>
              <a:rPr lang="en-US" b="1" dirty="0"/>
              <a:t>protected,</a:t>
            </a:r>
            <a:r>
              <a:rPr lang="en-US" dirty="0"/>
              <a:t> and </a:t>
            </a:r>
            <a:r>
              <a:rPr lang="en-US" b="1" dirty="0"/>
              <a:t>private</a:t>
            </a:r>
            <a:r>
              <a:rPr lang="en-US" dirty="0"/>
              <a:t> inheritance have the following features</a:t>
            </a:r>
            <a:r>
              <a:rPr lang="en-US" dirty="0" smtClean="0"/>
              <a:t>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</a:t>
            </a:r>
            <a:r>
              <a:rPr lang="en-US" dirty="0" smtClean="0"/>
              <a:t> inheritance makes public members of the </a:t>
            </a:r>
            <a:r>
              <a:rPr lang="en-US" dirty="0" smtClean="0">
                <a:solidFill>
                  <a:srgbClr val="FF0000"/>
                </a:solidFill>
              </a:rPr>
              <a:t>base</a:t>
            </a:r>
            <a:r>
              <a:rPr lang="en-US" dirty="0" smtClean="0"/>
              <a:t> class </a:t>
            </a:r>
            <a:r>
              <a:rPr lang="en-US" dirty="0" smtClean="0">
                <a:solidFill>
                  <a:srgbClr val="FF0000"/>
                </a:solidFill>
              </a:rPr>
              <a:t>public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derived class</a:t>
            </a:r>
            <a:r>
              <a:rPr lang="en-US" dirty="0" smtClean="0"/>
              <a:t>, and the </a:t>
            </a:r>
            <a:r>
              <a:rPr lang="en-US" dirty="0" smtClean="0">
                <a:solidFill>
                  <a:srgbClr val="FF0000"/>
                </a:solidFill>
              </a:rPr>
              <a:t>protected </a:t>
            </a:r>
            <a:r>
              <a:rPr lang="en-US" dirty="0" smtClean="0"/>
              <a:t>members of the base class remain protected in derived class.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Protected Inheritance </a:t>
            </a:r>
            <a:r>
              <a:rPr lang="en-US" dirty="0" smtClean="0"/>
              <a:t>makes the public and protected members of the base class protected in the derived class.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Private inheritance </a:t>
            </a:r>
            <a:r>
              <a:rPr lang="en-US" dirty="0" smtClean="0"/>
              <a:t>makes the public and protected members of the base class private in the derived class.</a:t>
            </a:r>
          </a:p>
          <a:p>
            <a:endParaRPr lang="en-US" dirty="0" smtClean="0"/>
          </a:p>
          <a:p>
            <a:pPr lvl="0"/>
            <a:r>
              <a:rPr lang="en-US" sz="2800" b="1" dirty="0">
                <a:latin typeface="euclid_circular_a"/>
              </a:rPr>
              <a:t>Note:</a:t>
            </a:r>
            <a:r>
              <a:rPr lang="en-US" sz="1900" dirty="0">
                <a:latin typeface="euclid_circular_a"/>
              </a:rPr>
              <a:t> </a:t>
            </a:r>
            <a:r>
              <a:rPr lang="en-US" sz="1900" dirty="0">
                <a:latin typeface="Droid Sans Mono"/>
              </a:rPr>
              <a:t>private</a:t>
            </a:r>
            <a:r>
              <a:rPr lang="en-US" sz="2800" dirty="0">
                <a:latin typeface="euclid_circular_a"/>
              </a:rPr>
              <a:t> members of the base class are inaccessible to the derived class.</a:t>
            </a:r>
            <a:r>
              <a:rPr lang="en-US" sz="800" dirty="0"/>
              <a:t> </a:t>
            </a:r>
            <a:endParaRPr lang="en-US" sz="3600" dirty="0">
              <a:latin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90100"/>
            <a:ext cx="19295" cy="276999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522" tIns="0" rIns="9522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17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599"/>
            <a:ext cx="5105400" cy="63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20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4495800" cy="50343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199664"/>
            <a:ext cx="4495800" cy="15993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381000"/>
            <a:ext cx="29337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74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examples </a:t>
            </a:r>
            <a:r>
              <a:rPr lang="en-US" smtClean="0"/>
              <a:t>from book.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8397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252</TotalTime>
  <Words>383</Words>
  <Application>Microsoft Office PowerPoint</Application>
  <PresentationFormat>On-screen Show (4:3)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Droid Sans Mono</vt:lpstr>
      <vt:lpstr>euclid_circular_a</vt:lpstr>
      <vt:lpstr>Georgia</vt:lpstr>
      <vt:lpstr>Times New Roman</vt:lpstr>
      <vt:lpstr>Wingdings</vt:lpstr>
      <vt:lpstr>Wingdings 2</vt:lpstr>
      <vt:lpstr>Civic</vt:lpstr>
      <vt:lpstr>Inheritance (Data Structures and Object Oriented Programming)</vt:lpstr>
      <vt:lpstr>Inheritance</vt:lpstr>
      <vt:lpstr>Inheritance</vt:lpstr>
      <vt:lpstr>Inheritance (Example)</vt:lpstr>
      <vt:lpstr>Inheritance (Example)</vt:lpstr>
      <vt:lpstr>Derived class (syntax)</vt:lpstr>
      <vt:lpstr>Derived class</vt:lpstr>
      <vt:lpstr>Derived class(Example)</vt:lpstr>
      <vt:lpstr>Inheritance(example)</vt:lpstr>
      <vt:lpstr>Protected Members</vt:lpstr>
      <vt:lpstr>Inheritance and Accessibility</vt:lpstr>
      <vt:lpstr>Access Specifier’s</vt:lpstr>
      <vt:lpstr>PowerPoint Presentation</vt:lpstr>
      <vt:lpstr>PowerPoint Presentation</vt:lpstr>
      <vt:lpstr>Examples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Cyber World</dc:creator>
  <cp:lastModifiedBy>haseena kainat</cp:lastModifiedBy>
  <cp:revision>29</cp:revision>
  <dcterms:created xsi:type="dcterms:W3CDTF">2022-10-16T17:41:09Z</dcterms:created>
  <dcterms:modified xsi:type="dcterms:W3CDTF">2024-03-11T18:19:33Z</dcterms:modified>
</cp:coreProperties>
</file>