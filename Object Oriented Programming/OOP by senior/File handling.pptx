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3"/>
  </p:notesMasterIdLst>
  <p:handoutMasterIdLst>
    <p:handoutMasterId r:id="rId14"/>
  </p:handoutMasterIdLst>
  <p:sldIdLst>
    <p:sldId id="496" r:id="rId5"/>
    <p:sldId id="508" r:id="rId6"/>
    <p:sldId id="509" r:id="rId7"/>
    <p:sldId id="510" r:id="rId8"/>
    <p:sldId id="511" r:id="rId9"/>
    <p:sldId id="513" r:id="rId10"/>
    <p:sldId id="512" r:id="rId11"/>
    <p:sldId id="4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28" y="234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0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2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76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Object Oriented Programming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Introduction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File handling in C++ involves working with files to perform operations such as reading, writing, and manipulating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C++ provides classes and functions in the </a:t>
            </a:r>
            <a:r>
              <a:rPr lang="en-US" sz="3600" b="1" dirty="0"/>
              <a:t>&lt;</a:t>
            </a:r>
            <a:r>
              <a:rPr lang="en-US" sz="3600" b="1" dirty="0" err="1"/>
              <a:t>fstream</a:t>
            </a:r>
            <a:r>
              <a:rPr lang="en-US" sz="3600" b="1" dirty="0"/>
              <a:t>&gt; </a:t>
            </a:r>
            <a:r>
              <a:rPr lang="en-US" sz="3200" dirty="0"/>
              <a:t>library for file handling operations.</a:t>
            </a:r>
          </a:p>
          <a:p>
            <a:pPr marL="0" indent="0">
              <a:buNone/>
            </a:pP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08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File Modes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C++ supports different file modes that define how a file can be opened and accessed: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ios::in: Open file for reading.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ios::out: Open file for writing.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ios::app: Append to a file (write at the end).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ios::</a:t>
            </a:r>
            <a:r>
              <a:rPr lang="en-US" sz="3200" dirty="0" err="1"/>
              <a:t>trunc</a:t>
            </a:r>
            <a:r>
              <a:rPr lang="en-US" sz="3200" dirty="0"/>
              <a:t> (Truncate Mode):It truncates (clears) the contents of the file if it already exists.</a:t>
            </a: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16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File Operations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Opening a File: Use </a:t>
            </a:r>
            <a:r>
              <a:rPr lang="en-US" sz="3200" b="1" dirty="0" err="1"/>
              <a:t>fstream</a:t>
            </a:r>
            <a:r>
              <a:rPr lang="en-US" sz="3200" dirty="0"/>
              <a:t> objects like </a:t>
            </a:r>
            <a:r>
              <a:rPr lang="en-US" sz="3200" b="1" dirty="0" err="1"/>
              <a:t>ifstream</a:t>
            </a:r>
            <a:r>
              <a:rPr lang="en-US" sz="3200" dirty="0"/>
              <a:t> for reading and </a:t>
            </a:r>
            <a:r>
              <a:rPr lang="en-US" sz="3200" b="1" dirty="0" err="1"/>
              <a:t>ofstream</a:t>
            </a:r>
            <a:r>
              <a:rPr lang="en-US" sz="3200" dirty="0"/>
              <a:t> for writing. Example: </a:t>
            </a:r>
            <a:r>
              <a:rPr lang="en-US" sz="3200" b="1" dirty="0" err="1"/>
              <a:t>ifstream</a:t>
            </a:r>
            <a:r>
              <a:rPr lang="en-US" sz="3200" b="1" dirty="0"/>
              <a:t> </a:t>
            </a:r>
            <a:r>
              <a:rPr lang="en-US" sz="3200" b="1" dirty="0" err="1"/>
              <a:t>inFile</a:t>
            </a:r>
            <a:r>
              <a:rPr lang="en-US" sz="3200" b="1" dirty="0"/>
              <a:t>("filename.txt");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Reading from a File: Use &gt;&gt; or </a:t>
            </a:r>
            <a:r>
              <a:rPr lang="en-US" sz="3200" dirty="0" err="1"/>
              <a:t>getline</a:t>
            </a:r>
            <a:r>
              <a:rPr lang="en-US" sz="3200" dirty="0"/>
              <a:t>() to read data from a file into variables or strings.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Writing to a File: Use &lt;&lt; to write data to a file. Example: </a:t>
            </a:r>
            <a:r>
              <a:rPr lang="en-US" sz="3200" dirty="0" err="1"/>
              <a:t>ofstream</a:t>
            </a:r>
            <a:r>
              <a:rPr lang="en-US" sz="3200" dirty="0"/>
              <a:t> </a:t>
            </a:r>
            <a:r>
              <a:rPr lang="en-US" sz="3200" dirty="0" err="1"/>
              <a:t>outFile</a:t>
            </a:r>
            <a:r>
              <a:rPr lang="en-US" sz="3200" dirty="0"/>
              <a:t>("output.txt"); </a:t>
            </a:r>
            <a:r>
              <a:rPr lang="en-US" sz="3200" dirty="0" err="1"/>
              <a:t>outFile</a:t>
            </a:r>
            <a:r>
              <a:rPr lang="en-US" sz="3200" dirty="0"/>
              <a:t> &lt;&lt; "Hello, File Handling!";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Closing a File: Use close() method to close the file after operations.</a:t>
            </a: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1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Example for write 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</a:t>
            </a: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D5F4439-0F86-2483-5DD8-34847A3E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42074"/>
            <a:ext cx="653459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9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 Example for </a:t>
            </a:r>
            <a:r>
              <a:rPr lang="en-US" dirty="0"/>
              <a:t>read</a:t>
            </a:r>
            <a:r>
              <a:rPr lang="en-US" sz="5400" dirty="0"/>
              <a:t> 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 </a:t>
            </a: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5F4439-0F86-2483-5DD8-34847A3E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8095" y="2075689"/>
            <a:ext cx="6956679" cy="372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3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C19D-A802-522E-F049-18A0DB4B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Best Practices for File Handling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EBFF-D256-ED24-3227-E5BC7CB39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Check if the file opened successfully before performing operations.</a:t>
            </a:r>
          </a:p>
          <a:p>
            <a:r>
              <a:rPr lang="en-US" sz="3200" dirty="0"/>
              <a:t>Handle file exceptions and errors using try-catch blocks.</a:t>
            </a:r>
          </a:p>
          <a:p>
            <a:r>
              <a:rPr lang="en-US" sz="3200" dirty="0"/>
              <a:t>Close files after use to release system resources.</a:t>
            </a:r>
          </a:p>
          <a:p>
            <a:r>
              <a:rPr lang="en-US" sz="3200" dirty="0"/>
              <a:t>Use file modes appropriately based on the intended file operation.</a:t>
            </a:r>
          </a:p>
          <a:p>
            <a:r>
              <a:rPr lang="en-US" sz="3200" dirty="0"/>
              <a:t>Avoid hardcoding file paths for portability and flexibility.</a:t>
            </a:r>
            <a:endParaRPr lang="en-PK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410C-DB7A-A950-CB00-FD666734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2/5/2024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A026-C043-3782-F2FF-5AF9A94C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File handling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64E-181D-08C8-1248-D5EEF643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2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questions!!!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Thank You….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3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A8DA88-2D67-4B30-8205-C520787112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FB608F-E2ED-4AA5-B472-3C2C89444F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Sketch presentation</Template>
  <TotalTime>37</TotalTime>
  <Words>322</Words>
  <Application>Microsoft Office PowerPoint</Application>
  <PresentationFormat>Widescreen</PresentationFormat>
  <Paragraphs>49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The Hand Black</vt:lpstr>
      <vt:lpstr>The Serif Hand Black</vt:lpstr>
      <vt:lpstr>SketchyVTI</vt:lpstr>
      <vt:lpstr>File handling</vt:lpstr>
      <vt:lpstr>Introduction</vt:lpstr>
      <vt:lpstr>File Modes in C++</vt:lpstr>
      <vt:lpstr> File Operations in C++</vt:lpstr>
      <vt:lpstr> Example for write In file</vt:lpstr>
      <vt:lpstr> Example for read In file</vt:lpstr>
      <vt:lpstr>Best Practices for File Handling in C++</vt:lpstr>
      <vt:lpstr>ANY questions!!!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Ali Ahmad</dc:creator>
  <cp:lastModifiedBy>Ali Ahmad</cp:lastModifiedBy>
  <cp:revision>1</cp:revision>
  <dcterms:created xsi:type="dcterms:W3CDTF">2024-05-02T01:06:06Z</dcterms:created>
  <dcterms:modified xsi:type="dcterms:W3CDTF">2024-05-02T01:43:11Z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