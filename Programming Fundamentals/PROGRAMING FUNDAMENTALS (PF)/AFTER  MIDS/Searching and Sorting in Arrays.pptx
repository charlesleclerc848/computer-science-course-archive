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5"/>
  </p:notesMasterIdLst>
  <p:sldIdLst>
    <p:sldId id="256" r:id="rId2"/>
    <p:sldId id="267" r:id="rId3"/>
    <p:sldId id="268" r:id="rId4"/>
    <p:sldId id="269" r:id="rId5"/>
    <p:sldId id="262" r:id="rId6"/>
    <p:sldId id="263" r:id="rId7"/>
    <p:sldId id="264" r:id="rId8"/>
    <p:sldId id="265" r:id="rId9"/>
    <p:sldId id="266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5/3/2024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5/3/2024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5/3/2024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5/3/2024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5/3/2024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5/3/2024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and Sorting in Arrays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 is a sequential searching algorithm where we start from one end and check every element of the list until the desired element is found. </a:t>
            </a: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simplest searching algorithm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steps are followed to search for an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list below.</a:t>
            </a: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4959" t="18630" r="4685" b="18960"/>
          <a:stretch/>
        </p:blipFill>
        <p:spPr>
          <a:xfrm>
            <a:off x="2881835" y="5198043"/>
            <a:ext cx="6489290" cy="116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5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086892"/>
            <a:ext cx="4937760" cy="4023360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from the first element, compare 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each element of array.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3716" t="4301" r="2870" b="5806"/>
          <a:stretch/>
        </p:blipFill>
        <p:spPr>
          <a:xfrm>
            <a:off x="7091824" y="1722613"/>
            <a:ext cx="4063856" cy="461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7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== k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return the index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Else, return 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found.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4959" t="14366" r="5096" b="15905"/>
          <a:stretch/>
        </p:blipFill>
        <p:spPr>
          <a:xfrm>
            <a:off x="2867690" y="2932411"/>
            <a:ext cx="6459794" cy="200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8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is a searching algorithm for finding an element's position in a sorted array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approach, the element is always searched in the middle of a portion of an array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can be implemented only on a sorted list of items. </a:t>
            </a: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elements are not sorted already, we need to sort them first.</a:t>
            </a: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array in which searching is to be performed is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76212" indent="0" algn="just">
              <a:lnSpc>
                <a:spcPct val="100000"/>
              </a:lnSpc>
              <a:buNone/>
            </a:pP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x=4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the element to be searched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two pointers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the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positions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respectively.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4685" t="17660" r="4636" b="17237"/>
          <a:stretch/>
        </p:blipFill>
        <p:spPr>
          <a:xfrm>
            <a:off x="3303639" y="2448238"/>
            <a:ext cx="5648632" cy="109138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5159" t="15142" r="5110" b="13700"/>
          <a:stretch/>
        </p:blipFill>
        <p:spPr>
          <a:xfrm>
            <a:off x="5102942" y="4483509"/>
            <a:ext cx="5589639" cy="184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8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the middle element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of the </a:t>
            </a:r>
            <a:r>
              <a:rPr lang="en-US" sz="3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US" sz="3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i.e. </a:t>
            </a:r>
            <a:r>
              <a:rPr lang="en-US" sz="3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rr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</a:t>
            </a:r>
            <a:r>
              <a:rPr lang="en-US" sz="3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low+high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)/2] = 6</a:t>
            </a: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== mid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then return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Else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compare the element to be searched with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elements of array.</a:t>
            </a: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6121" t="14991" r="6279" b="14991"/>
          <a:stretch/>
        </p:blipFill>
        <p:spPr>
          <a:xfrm>
            <a:off x="3398028" y="3264250"/>
            <a:ext cx="5456904" cy="181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7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&gt; mid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compare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the middle element of the elements on the right side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is done by setting 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= mid + 1;</a:t>
            </a: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Else,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</a:t>
            </a:r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 element of the elements on the left side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done by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setting high to </a:t>
            </a:r>
            <a:r>
              <a:rPr lang="en-US" sz="3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= mid -1;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5648" t="13852" r="6042" b="16129"/>
          <a:stretch/>
        </p:blipFill>
        <p:spPr>
          <a:xfrm>
            <a:off x="3375905" y="4519986"/>
            <a:ext cx="5501149" cy="181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45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 steps 3 to 6 until low meets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high.</a:t>
            </a: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6212" indent="0" algn="just">
              <a:lnSpc>
                <a:spcPct val="100000"/>
              </a:lnSpc>
              <a:buNone/>
            </a:pP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4 is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found.</a:t>
            </a:r>
            <a:endParaRPr lang="en-US" sz="3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0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11318" t="12526" r="9409" b="13470"/>
          <a:stretch/>
        </p:blipFill>
        <p:spPr>
          <a:xfrm>
            <a:off x="4836600" y="2477730"/>
            <a:ext cx="2521974" cy="19172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10099" t="14706" r="10628" b="14137"/>
          <a:stretch/>
        </p:blipFill>
        <p:spPr>
          <a:xfrm>
            <a:off x="4836600" y="4395020"/>
            <a:ext cx="2521974" cy="184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8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Bubble Sort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60504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Bubble sort is a sorting algorithm that compares two adjacent elements and swaps them until they are in the intended order.</a:t>
            </a:r>
            <a:endParaRPr lang="en-US" sz="30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160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Bubble Sort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68780"/>
            <a:ext cx="10058400" cy="3749597"/>
          </a:xfrm>
        </p:spPr>
        <p:txBody>
          <a:bodyPr>
            <a:noAutofit/>
          </a:bodyPr>
          <a:lstStyle/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Suppose we are trying to sort the elements in ascending order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30225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Iteration (Compare and Swap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833" lvl="1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Starting from the first index, compare the first and the second elements.</a:t>
            </a:r>
          </a:p>
          <a:p>
            <a:pPr marL="822833" lvl="1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first element is greater than the second element, they are swapped.</a:t>
            </a:r>
          </a:p>
          <a:p>
            <a:pPr marL="822833" lvl="1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compare the second and the third elements. Swap them if they are not in order.</a:t>
            </a:r>
          </a:p>
          <a:p>
            <a:pPr marL="822833" lvl="1" indent="-354013" algn="just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above process goes on until the last element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1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Bubble Sort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3778" b="3835"/>
          <a:stretch/>
        </p:blipFill>
        <p:spPr>
          <a:xfrm>
            <a:off x="1615042" y="1755058"/>
            <a:ext cx="3654463" cy="452775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4614" t="5245" r="3417" b="3348"/>
          <a:stretch/>
        </p:blipFill>
        <p:spPr>
          <a:xfrm>
            <a:off x="6597091" y="1856444"/>
            <a:ext cx="3992251" cy="438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89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Bubble Sort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639" t="5611" r="3674" b="5270"/>
          <a:stretch/>
        </p:blipFill>
        <p:spPr>
          <a:xfrm>
            <a:off x="1126776" y="1946693"/>
            <a:ext cx="4896465" cy="40853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l="2459" t="7057" r="2698" b="4139"/>
          <a:stretch/>
        </p:blipFill>
        <p:spPr>
          <a:xfrm>
            <a:off x="6448755" y="1990937"/>
            <a:ext cx="4542503" cy="268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0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3456</TotalTime>
  <Words>492</Words>
  <Application>Microsoft Office PowerPoint</Application>
  <PresentationFormat>Widescreen</PresentationFormat>
  <Paragraphs>75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Calibri Light</vt:lpstr>
      <vt:lpstr>Times New Roman</vt:lpstr>
      <vt:lpstr>Wingdings</vt:lpstr>
      <vt:lpstr>Retrospect</vt:lpstr>
      <vt:lpstr>Searching and Sorting in Arrays</vt:lpstr>
      <vt:lpstr>Linear Search</vt:lpstr>
      <vt:lpstr>Linear Search</vt:lpstr>
      <vt:lpstr>Linear Search</vt:lpstr>
      <vt:lpstr>Binary Search</vt:lpstr>
      <vt:lpstr>Binary Search</vt:lpstr>
      <vt:lpstr>Binary Search</vt:lpstr>
      <vt:lpstr>Binary Search</vt:lpstr>
      <vt:lpstr>Binary Search</vt:lpstr>
      <vt:lpstr>Bubble Sort</vt:lpstr>
      <vt:lpstr>Bubble Sort</vt:lpstr>
      <vt:lpstr>Bubble Sort</vt:lpstr>
      <vt:lpstr>Bubble Sort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Majid Hussain</cp:lastModifiedBy>
  <cp:revision>286</cp:revision>
  <dcterms:created xsi:type="dcterms:W3CDTF">2022-09-18T18:36:50Z</dcterms:created>
  <dcterms:modified xsi:type="dcterms:W3CDTF">2024-05-03T09:23:40Z</dcterms:modified>
</cp:coreProperties>
</file>