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8"/>
  </p:notesMasterIdLst>
  <p:sldIdLst>
    <p:sldId id="256" r:id="rId2"/>
    <p:sldId id="262" r:id="rId3"/>
    <p:sldId id="260" r:id="rId4"/>
    <p:sldId id="265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– 09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an array of five elements, take five values from user,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the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to each element of array and display the all array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606" y="2848797"/>
            <a:ext cx="5327877" cy="35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 adds all elements of array.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152" y="2533525"/>
            <a:ext cx="6326655" cy="345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there are two arrays of the same size. Array A consists of five elements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array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in not initialized yet. Write a program that copies the values of A into B. Verify your code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displaying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B.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43" y="3857414"/>
            <a:ext cx="9566874" cy="17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program that takes an integer value from user and search it in array. If found, then display message ‘Number Found’ else ‘Number Not Found’.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023" y="3545496"/>
            <a:ext cx="9154914" cy="261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78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Write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Program that finds maximum number in an array.</a:t>
            </a: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091" y="3199429"/>
            <a:ext cx="9188992" cy="178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4399</TotalTime>
  <Words>184</Words>
  <Application>Microsoft Office PowerPoint</Application>
  <PresentationFormat>Widescreen</PresentationFormat>
  <Paragraphs>25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Times New Roman</vt:lpstr>
      <vt:lpstr>Retrospect</vt:lpstr>
      <vt:lpstr>LAB – 09</vt:lpstr>
      <vt:lpstr>Task - 1</vt:lpstr>
      <vt:lpstr>Task - 2</vt:lpstr>
      <vt:lpstr>Task - 3</vt:lpstr>
      <vt:lpstr>Task - 4</vt:lpstr>
      <vt:lpstr>Task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383</cp:revision>
  <dcterms:created xsi:type="dcterms:W3CDTF">2022-09-18T18:36:50Z</dcterms:created>
  <dcterms:modified xsi:type="dcterms:W3CDTF">2023-11-29T04:54:42Z</dcterms:modified>
</cp:coreProperties>
</file>