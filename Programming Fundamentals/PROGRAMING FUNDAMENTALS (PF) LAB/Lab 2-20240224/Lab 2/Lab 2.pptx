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2"/>
  </p:notesMasterIdLst>
  <p:sldIdLst>
    <p:sldId id="256" r:id="rId2"/>
    <p:sldId id="262" r:id="rId3"/>
    <p:sldId id="261" r:id="rId4"/>
    <p:sldId id="263" r:id="rId5"/>
    <p:sldId id="260" r:id="rId6"/>
    <p:sldId id="265" r:id="rId7"/>
    <p:sldId id="264" r:id="rId8"/>
    <p:sldId id="258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3/6/2023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3/6/2023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3/6/2023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3/6/2023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3/6/2023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3/6/2023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-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- 1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will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the variable declaration and initialization. Also add proper comments for declaration and initialization starting points.</a:t>
            </a:r>
            <a:endParaRPr lang="en-US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52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 program illustrates the use of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sizeof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function which is used to find the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 space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allocated for each C++ data type.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7841" y="2919482"/>
            <a:ext cx="8563614" cy="3244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709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- 3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++ program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will get a decimal number from user and display it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Octal and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Hexadecimal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representation.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739" y="2943296"/>
            <a:ext cx="9113481" cy="322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783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will add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ASCII value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two characters and display the sum.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155" y="2930631"/>
            <a:ext cx="8294649" cy="2938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678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takes any ASCII value from user and display next five char after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 ASCII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value.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Hints: - if user enters 95, your program should display the char against the ASSCII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values of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96,97,98,99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100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r="16137" b="32699"/>
          <a:stretch/>
        </p:blipFill>
        <p:spPr>
          <a:xfrm>
            <a:off x="2323457" y="3863938"/>
            <a:ext cx="7548260" cy="230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8147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program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compute circumference of a circle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Hint: </a:t>
            </a:r>
            <a:endParaRPr lang="en-US" sz="28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ircumference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2 *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 *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radius;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9821" y="3721830"/>
            <a:ext cx="7639653" cy="244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989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will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area of the circle. The area of the circle is πr². The value of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π is </a:t>
            </a:r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constant that is 3.14 but radius can </a:t>
            </a:r>
            <a:r>
              <a:rPr lang="en-US" sz="3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change.</a:t>
            </a:r>
            <a:r>
              <a:rPr lang="en-US" sz="2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1198" y="3476848"/>
            <a:ext cx="8310564" cy="2687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813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converts a temperature from Celsius to Fahrenheit. Use the following formula:</a:t>
            </a:r>
          </a:p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= 1.8 x C + 32.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17109"/>
          <a:stretch/>
        </p:blipFill>
        <p:spPr>
          <a:xfrm>
            <a:off x="1651871" y="3443292"/>
            <a:ext cx="8920854" cy="273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14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- </a:t>
            </a:r>
            <a:r>
              <a:rPr lang="en-US" sz="36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en-US" sz="3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</a:t>
            </a:r>
            <a:r>
              <a:rPr lang="en-US" sz="2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C++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 that reads three integers representing hours, minutes, and seconds of a time. Then it should calculate the equivalent time in seconds.</a:t>
            </a:r>
            <a:endParaRPr lang="en-US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5590" y="3211688"/>
            <a:ext cx="7421780" cy="2952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056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2840</TotalTime>
  <Words>326</Words>
  <Application>Microsoft Office PowerPoint</Application>
  <PresentationFormat>Widescreen</PresentationFormat>
  <Paragraphs>44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Times New Roman</vt:lpstr>
      <vt:lpstr>Retrospect</vt:lpstr>
      <vt:lpstr>LAB - 02</vt:lpstr>
      <vt:lpstr>Task - 1</vt:lpstr>
      <vt:lpstr>Task - 2</vt:lpstr>
      <vt:lpstr>Task - 3</vt:lpstr>
      <vt:lpstr>Task - 4</vt:lpstr>
      <vt:lpstr>Task - 5</vt:lpstr>
      <vt:lpstr>Task - 6</vt:lpstr>
      <vt:lpstr>Task - 7</vt:lpstr>
      <vt:lpstr>Task - 8</vt:lpstr>
      <vt:lpstr>Task - 9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Majid Hussain</cp:lastModifiedBy>
  <cp:revision>213</cp:revision>
  <dcterms:created xsi:type="dcterms:W3CDTF">2022-09-18T18:36:50Z</dcterms:created>
  <dcterms:modified xsi:type="dcterms:W3CDTF">2023-03-06T18:21:42Z</dcterms:modified>
</cp:coreProperties>
</file>