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notesMasterIdLst>
    <p:notesMasterId r:id="rId11"/>
  </p:notesMasterIdLst>
  <p:sldIdLst>
    <p:sldId id="256" r:id="rId2"/>
    <p:sldId id="262" r:id="rId3"/>
    <p:sldId id="261" r:id="rId4"/>
    <p:sldId id="265" r:id="rId5"/>
    <p:sldId id="260" r:id="rId6"/>
    <p:sldId id="264" r:id="rId7"/>
    <p:sldId id="263" r:id="rId8"/>
    <p:sldId id="266" r:id="rId9"/>
    <p:sldId id="267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834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B2439D-EB4B-4FB0-8FCF-F98E8606EACA}" type="datetimeFigureOut">
              <a:rPr lang="en-US" smtClean="0"/>
              <a:t>5/1/2023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128867-5CFB-4CF7-B5DC-CFC116C37B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9524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128867-5CFB-4CF7-B5DC-CFC116C37B2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8638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4046B-4E25-4DF1-9DE1-12E4A41B97A6}" type="datetime1">
              <a:rPr lang="en-US" smtClean="0"/>
              <a:t>5/1/2023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7996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E1216-3170-4F6D-A3CF-E5C5608AA8CF}" type="datetime1">
              <a:rPr lang="en-US" smtClean="0"/>
              <a:t>5/1/2023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2546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EE345-4D4B-489D-AE9E-E4830A31EDB1}" type="datetime1">
              <a:rPr lang="en-US" smtClean="0"/>
              <a:t>5/1/2023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59773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ACABA-1141-4E49-A369-9B6F45643DFF}" type="datetime1">
              <a:rPr lang="en-US" smtClean="0"/>
              <a:t>5/1/2023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7127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04340-9E8F-4ED5-AC11-E5BB2925CA43}" type="datetime1">
              <a:rPr lang="en-US" smtClean="0"/>
              <a:t>5/1/2023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555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AE39F-54E1-4E4D-A3A6-583B543675EE}" type="datetime1">
              <a:rPr lang="en-US" smtClean="0"/>
              <a:t>5/1/2023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9099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CE462-0C8B-4901-9C7A-7FEF6BCCE1D9}" type="datetime1">
              <a:rPr lang="en-US" smtClean="0"/>
              <a:t>5/1/2023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5528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DA8872F5-177D-4534-9718-DD8D4001B234}" type="datetime1">
              <a:rPr lang="en-US" smtClean="0"/>
              <a:t>5/1/2023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199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5ECED-6A20-494B-8D7D-788231577CE4}" type="datetime1">
              <a:rPr lang="en-US" smtClean="0"/>
              <a:t>5/1/2023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5221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FD0AE-6D5A-40E9-98F9-7B2CF6A45989}" type="datetime1">
              <a:rPr lang="en-US" smtClean="0"/>
              <a:t>5/1/2023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0501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482EA-7E95-40E9-9BD0-5300AFC5B999}" type="datetime1">
              <a:rPr lang="en-US" smtClean="0"/>
              <a:t>5/1/2023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165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2434106-2ABE-4E26-B24F-AA7802E7B0E5}" type="datetime1">
              <a:rPr lang="en-US" smtClean="0"/>
              <a:t>5/1/2023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07933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LAB </a:t>
            </a:r>
            <a:r>
              <a:rPr lang="en-US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– 07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Functions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5"/>
            <a:ext cx="12219296" cy="464028"/>
          </a:xfrm>
          <a:prstGeom prst="rect">
            <a:avLst/>
          </a:prstGeom>
        </p:spPr>
      </p:pic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>
                <a:cs typeface="Times New Roman" panose="02020603050405020304" pitchFamily="18" charset="0"/>
              </a:rPr>
              <a:t>The University of Lahore</a:t>
            </a:r>
            <a:endParaRPr lang="en-US" dirty="0">
              <a:cs typeface="Times New Roman" panose="02020603050405020304" pitchFamily="18" charset="0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>
                <a:cs typeface="Times New Roman" panose="02020603050405020304" pitchFamily="18" charset="0"/>
              </a:rPr>
              <a:t>1</a:t>
            </a:fld>
            <a:endParaRPr lang="en-US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2810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859809"/>
            <a:ext cx="10058400" cy="863903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- 1</a:t>
            </a:r>
            <a:endParaRPr lang="en-US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Write a program that contains a function which displays your name.</a:t>
            </a:r>
            <a:endParaRPr lang="en-US" sz="3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2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5"/>
            <a:ext cx="12219296" cy="46402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8003" y="3214385"/>
            <a:ext cx="8216953" cy="2654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529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859809"/>
            <a:ext cx="10058400" cy="863903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- 2</a:t>
            </a:r>
            <a:endParaRPr lang="en-US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Write a program that contains a function which takes </a:t>
            </a:r>
            <a:r>
              <a:rPr lang="en-US" sz="3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two numbers </a:t>
            </a: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user and </a:t>
            </a:r>
            <a:r>
              <a:rPr lang="en-US" sz="3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displays their </a:t>
            </a: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difference.</a:t>
            </a:r>
            <a:endParaRPr lang="en-US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3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5"/>
            <a:ext cx="12219296" cy="46402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3077" y="3067666"/>
            <a:ext cx="8446404" cy="3085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77092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859809"/>
            <a:ext cx="10058400" cy="863903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- 3</a:t>
            </a:r>
            <a:endParaRPr lang="en-US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Write a program that inputs two integers in main ( ) and </a:t>
            </a:r>
            <a:r>
              <a:rPr lang="en-US" sz="3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passes the </a:t>
            </a:r>
            <a:r>
              <a:rPr 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integers to swap( )</a:t>
            </a:r>
            <a:r>
              <a:rPr lang="en-US" sz="3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swap( ) exchanges the values</a:t>
            </a:r>
            <a:r>
              <a:rPr lang="en-US" sz="3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4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5"/>
            <a:ext cx="12219296" cy="46402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9505" y="3215149"/>
            <a:ext cx="9220285" cy="2653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18147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859809"/>
            <a:ext cx="10058400" cy="863903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- 4</a:t>
            </a:r>
            <a:endParaRPr lang="en-US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Write a program that contains </a:t>
            </a:r>
            <a:r>
              <a:rPr lang="en-US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calculate_area</a:t>
            </a: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) which </a:t>
            </a:r>
            <a:r>
              <a:rPr lang="en-US" sz="3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takes radius </a:t>
            </a: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circle as an </a:t>
            </a:r>
            <a:r>
              <a:rPr lang="en-US" sz="3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argument and </a:t>
            </a: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returns area of circle to main ( ).</a:t>
            </a:r>
            <a:endParaRPr lang="en-US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5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5"/>
            <a:ext cx="12219296" cy="46402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0242" y="3511171"/>
            <a:ext cx="8072476" cy="2479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76782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859809"/>
            <a:ext cx="10058400" cy="863903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- 5</a:t>
            </a:r>
            <a:endParaRPr lang="en-US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024125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Write a program that contains a function which takes one integer type of argument </a:t>
            </a:r>
            <a:r>
              <a:rPr lang="en-US" sz="3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returns factorial </a:t>
            </a: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the number.</a:t>
            </a:r>
            <a:endParaRPr lang="en-US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The University of Lahore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6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5"/>
            <a:ext cx="12219296" cy="46402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0573" y="3376867"/>
            <a:ext cx="9031814" cy="2478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9894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859809"/>
            <a:ext cx="10058400" cy="863903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- 6</a:t>
            </a:r>
            <a:endParaRPr lang="en-US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US" sz="3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Write a program that contains a function which takes one integer type of argument and confirm that number is prime or not.</a:t>
            </a:r>
            <a:endParaRPr lang="en-US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7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5"/>
            <a:ext cx="12219296" cy="46402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0676" y="3448331"/>
            <a:ext cx="7991607" cy="2542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47833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859809"/>
            <a:ext cx="10058400" cy="863903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- </a:t>
            </a:r>
            <a:r>
              <a:rPr lang="en-US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en-US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Write the a program using function that takes as input the three </a:t>
            </a:r>
            <a:r>
              <a:rPr lang="en-US" sz="3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numbers. The </a:t>
            </a: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 returns true if the first number to the power of the </a:t>
            </a:r>
            <a:r>
              <a:rPr lang="en-US" sz="3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second number </a:t>
            </a: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equals the third number; otherwise, it returns false</a:t>
            </a:r>
            <a:r>
              <a:rPr lang="en-US" sz="3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8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5"/>
            <a:ext cx="12219296" cy="46402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7406" y="3502935"/>
            <a:ext cx="6371304" cy="2735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8790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859809"/>
            <a:ext cx="10058400" cy="863903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- </a:t>
            </a:r>
            <a:r>
              <a:rPr lang="en-US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en-US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Write the definition of a void function that takes as input a decimal </a:t>
            </a:r>
            <a:r>
              <a:rPr lang="en-US" sz="3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number and </a:t>
            </a: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outputs 3 times the value of the decimal number. Format your output </a:t>
            </a:r>
            <a:r>
              <a:rPr lang="en-US" sz="3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two </a:t>
            </a: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decimal </a:t>
            </a:r>
            <a:r>
              <a:rPr lang="en-US" sz="3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places.</a:t>
            </a:r>
            <a:endParaRPr lang="en-US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9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5"/>
            <a:ext cx="12219296" cy="46402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3911" y="3580796"/>
            <a:ext cx="9165137" cy="2583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22437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etrospect">
  <a:themeElements>
    <a:clrScheme name="Green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D26EA377-59BD-4C9C-9D94-EE8416EE4C7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4117</TotalTime>
  <Words>273</Words>
  <Application>Microsoft Office PowerPoint</Application>
  <PresentationFormat>Widescreen</PresentationFormat>
  <Paragraphs>37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Calibri</vt:lpstr>
      <vt:lpstr>Calibri Light</vt:lpstr>
      <vt:lpstr>Times New Roman</vt:lpstr>
      <vt:lpstr>Retrospect</vt:lpstr>
      <vt:lpstr>LAB – 07</vt:lpstr>
      <vt:lpstr>Task - 1</vt:lpstr>
      <vt:lpstr>Task - 2</vt:lpstr>
      <vt:lpstr>Task - 3</vt:lpstr>
      <vt:lpstr>Task - 4</vt:lpstr>
      <vt:lpstr>Task - 5</vt:lpstr>
      <vt:lpstr>Task - 6</vt:lpstr>
      <vt:lpstr>Task - 7</vt:lpstr>
      <vt:lpstr>Task - 8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Majid Hussain</dc:creator>
  <cp:lastModifiedBy>Majid Hussain</cp:lastModifiedBy>
  <cp:revision>335</cp:revision>
  <dcterms:created xsi:type="dcterms:W3CDTF">2022-09-18T18:36:50Z</dcterms:created>
  <dcterms:modified xsi:type="dcterms:W3CDTF">2023-05-01T06:51:04Z</dcterms:modified>
</cp:coreProperties>
</file>