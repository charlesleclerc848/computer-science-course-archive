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2"/>
  </p:notesMasterIdLst>
  <p:sldIdLst>
    <p:sldId id="256" r:id="rId2"/>
    <p:sldId id="262" r:id="rId3"/>
    <p:sldId id="270" r:id="rId4"/>
    <p:sldId id="260" r:id="rId5"/>
    <p:sldId id="268" r:id="rId6"/>
    <p:sldId id="269" r:id="rId7"/>
    <p:sldId id="272" r:id="rId8"/>
    <p:sldId id="265" r:id="rId9"/>
    <p:sldId id="271" r:id="rId10"/>
    <p:sldId id="2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12/13/2023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12/13/2023</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12/13/2023</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12/13/2023</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12/13/2023</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12/13/2023</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12/13/2023</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12/13/2023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12/13/2023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12/13/2023</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12/13/2023</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12/13/2023</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12/13/2023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11</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Pointers and structure</a:t>
            </a:r>
            <a:endParaRPr lang="en-US"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Write a C++ program that takes two numbers as input from the user, stores them in variables, and calculates their sum using pointers. The program should display the addresses of the variables holding the numbers and the calculated sum</a:t>
            </a:r>
            <a:r>
              <a:rPr lang="en-US" sz="3200" dirty="0" smtClean="0">
                <a:solidFill>
                  <a:schemeClr val="tx1"/>
                </a:solidFill>
                <a:latin typeface="Times New Roman" panose="02020603050405020304" pitchFamily="18" charset="0"/>
                <a:cs typeface="Times New Roman" panose="02020603050405020304" pitchFamily="18" charset="0"/>
              </a:rPr>
              <a:t>.</a:t>
            </a:r>
          </a:p>
          <a:p>
            <a:pPr algn="just">
              <a:lnSpc>
                <a:spcPct val="100000"/>
              </a:lnSpc>
            </a:pP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3439485" y="3908758"/>
            <a:ext cx="5379222" cy="2359307"/>
          </a:xfrm>
          <a:prstGeom prst="rect">
            <a:avLst/>
          </a:prstGeom>
        </p:spPr>
      </p:pic>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marL="0" indent="0" algn="just">
              <a:lnSpc>
                <a:spcPct val="100000"/>
              </a:lnSpc>
              <a:buNone/>
            </a:pPr>
            <a:r>
              <a:rPr lang="en-US" sz="3200" dirty="0">
                <a:solidFill>
                  <a:schemeClr val="tx1"/>
                </a:solidFill>
                <a:latin typeface="Times New Roman" panose="02020603050405020304" pitchFamily="18" charset="0"/>
                <a:cs typeface="Times New Roman" panose="02020603050405020304" pitchFamily="18" charset="0"/>
              </a:rPr>
              <a:t>Write a program to implement basic mathematics (Add, Subtract, Multiply) by </a:t>
            </a:r>
            <a:r>
              <a:rPr lang="en-US" sz="3200" dirty="0" smtClean="0">
                <a:solidFill>
                  <a:schemeClr val="tx1"/>
                </a:solidFill>
                <a:latin typeface="Times New Roman" panose="02020603050405020304" pitchFamily="18" charset="0"/>
                <a:cs typeface="Times New Roman" panose="02020603050405020304" pitchFamily="18" charset="0"/>
              </a:rPr>
              <a:t>using functions </a:t>
            </a:r>
            <a:r>
              <a:rPr lang="en-US" sz="3200" dirty="0">
                <a:solidFill>
                  <a:schemeClr val="tx1"/>
                </a:solidFill>
                <a:latin typeface="Times New Roman" panose="02020603050405020304" pitchFamily="18" charset="0"/>
                <a:cs typeface="Times New Roman" panose="02020603050405020304" pitchFamily="18" charset="0"/>
              </a:rPr>
              <a:t>and pointers.</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2925749" y="2941889"/>
            <a:ext cx="6399729" cy="3326175"/>
          </a:xfrm>
          <a:prstGeom prst="rect">
            <a:avLst/>
          </a:prstGeom>
        </p:spPr>
      </p:pic>
    </p:spTree>
    <p:extLst>
      <p:ext uri="{BB962C8B-B14F-4D97-AF65-F5344CB8AC3E}">
        <p14:creationId xmlns:p14="http://schemas.microsoft.com/office/powerpoint/2010/main" val="21212653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Write a program to declare a pointer of 1D Array and print its addresses.</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3686185" y="2787822"/>
            <a:ext cx="7246893" cy="3376617"/>
          </a:xfrm>
          <a:prstGeom prst="rect">
            <a:avLst/>
          </a:prstGeom>
        </p:spPr>
      </p:pic>
    </p:spTree>
    <p:extLst>
      <p:ext uri="{BB962C8B-B14F-4D97-AF65-F5344CB8AC3E}">
        <p14:creationId xmlns:p14="http://schemas.microsoft.com/office/powerpoint/2010/main" val="14076782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Write a program to sort a 2D array (using pointers).</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3865463" y="2509075"/>
            <a:ext cx="4511619" cy="3692844"/>
          </a:xfrm>
          <a:prstGeom prst="rect">
            <a:avLst/>
          </a:prstGeom>
        </p:spPr>
      </p:pic>
    </p:spTree>
    <p:extLst>
      <p:ext uri="{BB962C8B-B14F-4D97-AF65-F5344CB8AC3E}">
        <p14:creationId xmlns:p14="http://schemas.microsoft.com/office/powerpoint/2010/main" val="42028787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marL="0" indent="0" algn="just">
              <a:lnSpc>
                <a:spcPct val="100000"/>
              </a:lnSpc>
              <a:buNone/>
            </a:pPr>
            <a:r>
              <a:rPr lang="en-US" sz="3200" dirty="0" smtClean="0">
                <a:solidFill>
                  <a:schemeClr val="tx1"/>
                </a:solidFill>
                <a:latin typeface="Times New Roman" panose="02020603050405020304" pitchFamily="18" charset="0"/>
                <a:cs typeface="Times New Roman" panose="02020603050405020304" pitchFamily="18" charset="0"/>
              </a:rPr>
              <a:t>Write a program that counts the number of vowels in a given string using pointers. The program should ask the user to enter a string, count the number of vowels (a, e, </a:t>
            </a:r>
            <a:r>
              <a:rPr lang="en-US" sz="3200" dirty="0" err="1" smtClean="0">
                <a:solidFill>
                  <a:schemeClr val="tx1"/>
                </a:solidFill>
                <a:latin typeface="Times New Roman" panose="02020603050405020304" pitchFamily="18" charset="0"/>
                <a:cs typeface="Times New Roman" panose="02020603050405020304" pitchFamily="18" charset="0"/>
              </a:rPr>
              <a:t>i</a:t>
            </a:r>
            <a:r>
              <a:rPr lang="en-US" sz="3200" dirty="0" smtClean="0">
                <a:solidFill>
                  <a:schemeClr val="tx1"/>
                </a:solidFill>
                <a:latin typeface="Times New Roman" panose="02020603050405020304" pitchFamily="18" charset="0"/>
                <a:cs typeface="Times New Roman" panose="02020603050405020304" pitchFamily="18" charset="0"/>
              </a:rPr>
              <a:t>, o, u) using pointers in a function, and display the count.</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2431117" y="3960651"/>
            <a:ext cx="7390726" cy="2322161"/>
          </a:xfrm>
          <a:prstGeom prst="rect">
            <a:avLst/>
          </a:prstGeom>
        </p:spPr>
      </p:pic>
    </p:spTree>
    <p:extLst>
      <p:ext uri="{BB962C8B-B14F-4D97-AF65-F5344CB8AC3E}">
        <p14:creationId xmlns:p14="http://schemas.microsoft.com/office/powerpoint/2010/main" val="34553765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6</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marL="0" indent="0" algn="just">
              <a:lnSpc>
                <a:spcPct val="100000"/>
              </a:lnSpc>
              <a:buNone/>
            </a:pPr>
            <a:r>
              <a:rPr lang="en-US" sz="3200" dirty="0" smtClean="0">
                <a:solidFill>
                  <a:schemeClr val="tx1"/>
                </a:solidFill>
                <a:latin typeface="Times New Roman" panose="02020603050405020304" pitchFamily="18" charset="0"/>
                <a:cs typeface="Times New Roman" panose="02020603050405020304" pitchFamily="18" charset="0"/>
              </a:rPr>
              <a:t>Write </a:t>
            </a:r>
            <a:r>
              <a:rPr lang="en-US" sz="3200" dirty="0">
                <a:solidFill>
                  <a:schemeClr val="tx1"/>
                </a:solidFill>
                <a:latin typeface="Times New Roman" panose="02020603050405020304" pitchFamily="18" charset="0"/>
                <a:cs typeface="Times New Roman" panose="02020603050405020304" pitchFamily="18" charset="0"/>
              </a:rPr>
              <a:t>a program to concatenate two strings using pointers. The program should prompt the user to enter two strings, concatenate them using pointers, and display the concatenated string.</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7</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1436775" y="4005454"/>
            <a:ext cx="9379410" cy="2217977"/>
          </a:xfrm>
          <a:prstGeom prst="rect">
            <a:avLst/>
          </a:prstGeom>
        </p:spPr>
      </p:pic>
    </p:spTree>
    <p:extLst>
      <p:ext uri="{BB962C8B-B14F-4D97-AF65-F5344CB8AC3E}">
        <p14:creationId xmlns:p14="http://schemas.microsoft.com/office/powerpoint/2010/main" val="42709392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7</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Write a program to store and display information using structure</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3686185" y="2581646"/>
            <a:ext cx="5020095" cy="3722957"/>
          </a:xfrm>
          <a:prstGeom prst="rect">
            <a:avLst/>
          </a:prstGeom>
        </p:spPr>
      </p:pic>
    </p:spTree>
    <p:extLst>
      <p:ext uri="{BB962C8B-B14F-4D97-AF65-F5344CB8AC3E}">
        <p14:creationId xmlns:p14="http://schemas.microsoft.com/office/powerpoint/2010/main" val="7418147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8</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Autofit/>
          </a:bodyPr>
          <a:lstStyle/>
          <a:p>
            <a:pPr marL="0" indent="0" algn="just">
              <a:lnSpc>
                <a:spcPct val="100000"/>
              </a:lnSpc>
              <a:buNone/>
            </a:pPr>
            <a:r>
              <a:rPr lang="en-US" sz="3200" dirty="0">
                <a:solidFill>
                  <a:schemeClr val="tx1"/>
                </a:solidFill>
                <a:latin typeface="Times New Roman" panose="02020603050405020304" pitchFamily="18" charset="0"/>
                <a:cs typeface="Times New Roman" panose="02020603050405020304" pitchFamily="18" charset="0"/>
              </a:rPr>
              <a:t>Write a program that declares a structure to store roll number and marks of five </a:t>
            </a:r>
            <a:r>
              <a:rPr lang="en-US" sz="3200" dirty="0" smtClean="0">
                <a:solidFill>
                  <a:schemeClr val="tx1"/>
                </a:solidFill>
                <a:latin typeface="Times New Roman" panose="02020603050405020304" pitchFamily="18" charset="0"/>
                <a:cs typeface="Times New Roman" panose="02020603050405020304" pitchFamily="18" charset="0"/>
              </a:rPr>
              <a:t>subjects. It </a:t>
            </a:r>
            <a:r>
              <a:rPr lang="en-US" sz="3200" dirty="0">
                <a:solidFill>
                  <a:schemeClr val="tx1"/>
                </a:solidFill>
                <a:latin typeface="Times New Roman" panose="02020603050405020304" pitchFamily="18" charset="0"/>
                <a:cs typeface="Times New Roman" panose="02020603050405020304" pitchFamily="18" charset="0"/>
              </a:rPr>
              <a:t>defines a structure variable, inputs the values and displays roll no, marks and average marks.</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9</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8" name="Picture 7"/>
          <p:cNvPicPr>
            <a:picLocks noChangeAspect="1"/>
          </p:cNvPicPr>
          <p:nvPr/>
        </p:nvPicPr>
        <p:blipFill>
          <a:blip r:embed="rId3"/>
          <a:stretch>
            <a:fillRect/>
          </a:stretch>
        </p:blipFill>
        <p:spPr>
          <a:xfrm>
            <a:off x="6208648" y="1935480"/>
            <a:ext cx="5700224" cy="4100483"/>
          </a:xfrm>
          <a:prstGeom prst="rect">
            <a:avLst/>
          </a:prstGeom>
        </p:spPr>
      </p:pic>
    </p:spTree>
    <p:extLst>
      <p:ext uri="{BB962C8B-B14F-4D97-AF65-F5344CB8AC3E}">
        <p14:creationId xmlns:p14="http://schemas.microsoft.com/office/powerpoint/2010/main" val="2203801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9</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Write a program that demonstrates the passing of entire structure as parameters to the </a:t>
            </a:r>
            <a:r>
              <a:rPr lang="en-US" sz="3200" dirty="0" smtClean="0">
                <a:solidFill>
                  <a:schemeClr val="tx1"/>
                </a:solidFill>
                <a:latin typeface="Times New Roman" panose="02020603050405020304" pitchFamily="18" charset="0"/>
                <a:cs typeface="Times New Roman" panose="02020603050405020304" pitchFamily="18" charset="0"/>
              </a:rPr>
              <a:t>called function</a:t>
            </a:r>
            <a:r>
              <a:rPr lang="en-US" sz="3200" dirty="0">
                <a:solidFill>
                  <a:schemeClr val="tx1"/>
                </a:solidFill>
                <a:latin typeface="Times New Roman" panose="02020603050405020304" pitchFamily="18" charset="0"/>
                <a:cs typeface="Times New Roman" panose="02020603050405020304" pitchFamily="18" charset="0"/>
              </a:rPr>
              <a:t>.</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10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8" name="Picture 7"/>
          <p:cNvPicPr>
            <a:picLocks noChangeAspect="1"/>
          </p:cNvPicPr>
          <p:nvPr/>
        </p:nvPicPr>
        <p:blipFill>
          <a:blip r:embed="rId3"/>
          <a:stretch>
            <a:fillRect/>
          </a:stretch>
        </p:blipFill>
        <p:spPr>
          <a:xfrm>
            <a:off x="3080682" y="3632180"/>
            <a:ext cx="6091595" cy="2236914"/>
          </a:xfrm>
          <a:prstGeom prst="rect">
            <a:avLst/>
          </a:prstGeom>
        </p:spPr>
      </p:pic>
    </p:spTree>
    <p:extLst>
      <p:ext uri="{BB962C8B-B14F-4D97-AF65-F5344CB8AC3E}">
        <p14:creationId xmlns:p14="http://schemas.microsoft.com/office/powerpoint/2010/main" val="230456075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4935</TotalTime>
  <Words>324</Words>
  <Application>Microsoft Office PowerPoint</Application>
  <PresentationFormat>Widescreen</PresentationFormat>
  <Paragraphs>41</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Calibri Light</vt:lpstr>
      <vt:lpstr>Times New Roman</vt:lpstr>
      <vt:lpstr>Retrospect</vt:lpstr>
      <vt:lpstr>LAB – 11</vt:lpstr>
      <vt:lpstr>Task - 1</vt:lpstr>
      <vt:lpstr>Task - 2</vt:lpstr>
      <vt:lpstr>Task - 3</vt:lpstr>
      <vt:lpstr>Task - 4</vt:lpstr>
      <vt:lpstr>Task - 5</vt:lpstr>
      <vt:lpstr>Task - 6</vt:lpstr>
      <vt:lpstr>Task - 7</vt:lpstr>
      <vt:lpstr>Task - 8</vt:lpstr>
      <vt:lpstr>Task - 9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Majid Hussain</cp:lastModifiedBy>
  <cp:revision>425</cp:revision>
  <dcterms:created xsi:type="dcterms:W3CDTF">2022-09-18T18:36:50Z</dcterms:created>
  <dcterms:modified xsi:type="dcterms:W3CDTF">2023-12-13T05:56:16Z</dcterms:modified>
</cp:coreProperties>
</file>