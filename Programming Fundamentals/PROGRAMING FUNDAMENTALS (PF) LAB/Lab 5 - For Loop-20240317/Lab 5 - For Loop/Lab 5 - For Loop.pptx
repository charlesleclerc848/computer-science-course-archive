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11"/>
  </p:notesMasterIdLst>
  <p:sldIdLst>
    <p:sldId id="256" r:id="rId2"/>
    <p:sldId id="262" r:id="rId3"/>
    <p:sldId id="260" r:id="rId4"/>
    <p:sldId id="261" r:id="rId5"/>
    <p:sldId id="265" r:id="rId6"/>
    <p:sldId id="264" r:id="rId7"/>
    <p:sldId id="263" r:id="rId8"/>
    <p:sldId id="258" r:id="rId9"/>
    <p:sldId id="26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2439D-EB4B-4FB0-8FCF-F98E8606EACA}" type="datetimeFigureOut">
              <a:rPr lang="en-US" smtClean="0"/>
              <a:t>9/27/2023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128867-5CFB-4CF7-B5DC-CFC116C37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952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128867-5CFB-4CF7-B5DC-CFC116C37B2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863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046B-4E25-4DF1-9DE1-12E4A41B97A6}" type="datetime1">
              <a:rPr lang="en-US" smtClean="0"/>
              <a:t>9/27/2023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799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E1216-3170-4F6D-A3CF-E5C5608AA8CF}" type="datetime1">
              <a:rPr lang="en-US" smtClean="0"/>
              <a:t>9/27/2023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254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E345-4D4B-489D-AE9E-E4830A31EDB1}" type="datetime1">
              <a:rPr lang="en-US" smtClean="0"/>
              <a:t>9/27/2023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5977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ACABA-1141-4E49-A369-9B6F45643DFF}" type="datetime1">
              <a:rPr lang="en-US" smtClean="0"/>
              <a:t>9/27/2023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712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04340-9E8F-4ED5-AC11-E5BB2925CA43}" type="datetime1">
              <a:rPr lang="en-US" smtClean="0"/>
              <a:t>9/27/2023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555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AE39F-54E1-4E4D-A3A6-583B543675EE}" type="datetime1">
              <a:rPr lang="en-US" smtClean="0"/>
              <a:t>9/27/2023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909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E462-0C8B-4901-9C7A-7FEF6BCCE1D9}" type="datetime1">
              <a:rPr lang="en-US" smtClean="0"/>
              <a:t>9/27/2023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552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A8872F5-177D-4534-9718-DD8D4001B234}" type="datetime1">
              <a:rPr lang="en-US" smtClean="0"/>
              <a:t>9/27/2023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199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5ECED-6A20-494B-8D7D-788231577CE4}" type="datetime1">
              <a:rPr lang="en-US" smtClean="0"/>
              <a:t>9/27/2023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522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FD0AE-6D5A-40E9-98F9-7B2CF6A45989}" type="datetime1">
              <a:rPr lang="en-US" smtClean="0"/>
              <a:t>9/27/2023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050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482EA-7E95-40E9-9BD0-5300AFC5B999}" type="datetime1">
              <a:rPr lang="en-US" smtClean="0"/>
              <a:t>9/27/2023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16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2434106-2ABE-4E26-B24F-AA7802E7B0E5}" type="datetime1">
              <a:rPr lang="en-US" smtClean="0"/>
              <a:t>9/27/2023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0793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LAB - 05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cs typeface="Times New Roman" panose="02020603050405020304" pitchFamily="18" charset="0"/>
              </a:rPr>
              <a:t>The University of Lahore</a:t>
            </a:r>
            <a:endParaRPr lang="en-US" dirty="0"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>
                <a:cs typeface="Times New Roman" panose="02020603050405020304" pitchFamily="18" charset="0"/>
              </a:rPr>
              <a:t>1</a:t>
            </a:fld>
            <a:endParaRPr lang="en-US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810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- 1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a program using </a:t>
            </a:r>
            <a:r>
              <a:rPr lang="en-US" sz="2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loop 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display following output.</a:t>
            </a:r>
            <a:endParaRPr lang="en-US" sz="26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2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193" y="3538849"/>
            <a:ext cx="7864574" cy="2330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529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- 2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Modify the previous code that if value is equal to -2 then program should terminate the execution.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9938" y="3616917"/>
            <a:ext cx="7693083" cy="2252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678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- 3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Modify the previous code that if value is equal to -2 then program should 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skip that value and continue the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execution.</a:t>
            </a:r>
          </a:p>
          <a:p>
            <a:pPr algn="just">
              <a:lnSpc>
                <a:spcPct val="100000"/>
              </a:lnSpc>
            </a:pP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5380" y="3688365"/>
            <a:ext cx="7962199" cy="2180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709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- 4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a program that uses </a:t>
            </a: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loops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perform the following </a:t>
            </a: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steps:</a:t>
            </a:r>
          </a:p>
          <a:p>
            <a:pPr marL="514350" indent="-514350" algn="just">
              <a:lnSpc>
                <a:spcPct val="100000"/>
              </a:lnSpc>
              <a:buClrTx/>
              <a:buFont typeface="+mj-lt"/>
              <a:buAutoNum type="arabicPeriod"/>
            </a:pP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Prompt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user to input two integers: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firstNum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secondNum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firstNum</a:t>
            </a: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must be less than </a:t>
            </a:r>
            <a:r>
              <a:rPr lang="en-US" sz="24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secondNum</a:t>
            </a: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514350" indent="-514350" algn="just">
              <a:lnSpc>
                <a:spcPct val="100000"/>
              </a:lnSpc>
              <a:buClrTx/>
              <a:buFont typeface="+mj-lt"/>
              <a:buAutoNum type="arabicPeriod"/>
            </a:pP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odd numbers between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firstNum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secondNum</a:t>
            </a: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14350" indent="-514350" algn="just">
              <a:lnSpc>
                <a:spcPct val="100000"/>
              </a:lnSpc>
              <a:buClrTx/>
              <a:buFont typeface="+mj-lt"/>
              <a:buAutoNum type="arabicPeriod"/>
            </a:pP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sum of all even numbers between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firstNum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secondNum</a:t>
            </a: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14350" indent="-514350" algn="just">
              <a:lnSpc>
                <a:spcPct val="100000"/>
              </a:lnSpc>
              <a:buClrTx/>
              <a:buFont typeface="+mj-lt"/>
              <a:buAutoNum type="arabicPeriod"/>
            </a:pP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numbers and their squares between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firstNum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secondNum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lnSpc>
                <a:spcPct val="100000"/>
              </a:lnSpc>
              <a:buClrTx/>
              <a:buFont typeface="+mj-lt"/>
              <a:buAutoNum type="arabicPeriod"/>
            </a:pP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sum of the square of the odd numbers between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firstNum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secondNum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5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814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- 5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024125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a 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C++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 that accepts an upper limit from the user and it should display the following series up to the upper limit specified in a n 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variable.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3 9 27 81 ... n</a:t>
            </a:r>
          </a:p>
          <a:p>
            <a:pPr algn="just">
              <a:lnSpc>
                <a:spcPct val="10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2 3 0 5 6 7 0 9 ... 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The University of Lahore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3062" y="4476466"/>
            <a:ext cx="9949421" cy="1770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989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- 6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nested 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loop,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a C++ program that prints multiplication table from 1 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10.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0463" y="2934542"/>
            <a:ext cx="8992034" cy="3229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783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- 7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nested </a:t>
            </a:r>
            <a:r>
              <a:rPr lang="en-US" sz="2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loop, 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a C++ program that prints diamond stars </a:t>
            </a:r>
            <a:r>
              <a:rPr lang="en-US" sz="2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pattern.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5370" y="2535936"/>
            <a:ext cx="4908555" cy="3731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813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- 8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nested for loop, write a C++ program that prints 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following pattern.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1437" y="2706848"/>
            <a:ext cx="5830086" cy="3457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914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3627</TotalTime>
  <Words>304</Words>
  <Application>Microsoft Office PowerPoint</Application>
  <PresentationFormat>Widescreen</PresentationFormat>
  <Paragraphs>43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Calibri</vt:lpstr>
      <vt:lpstr>Calibri Light</vt:lpstr>
      <vt:lpstr>Times New Roman</vt:lpstr>
      <vt:lpstr>Retrospect</vt:lpstr>
      <vt:lpstr>LAB - 05</vt:lpstr>
      <vt:lpstr>Task - 1</vt:lpstr>
      <vt:lpstr>Task - 2</vt:lpstr>
      <vt:lpstr>Task - 3</vt:lpstr>
      <vt:lpstr>Task - 4</vt:lpstr>
      <vt:lpstr>Task - 5</vt:lpstr>
      <vt:lpstr>Task - 6</vt:lpstr>
      <vt:lpstr>Task - 7</vt:lpstr>
      <vt:lpstr>Task - 8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Majid Hussain</dc:creator>
  <cp:lastModifiedBy>Microsoft account</cp:lastModifiedBy>
  <cp:revision>282</cp:revision>
  <dcterms:created xsi:type="dcterms:W3CDTF">2022-09-18T18:36:50Z</dcterms:created>
  <dcterms:modified xsi:type="dcterms:W3CDTF">2023-09-27T04:43:35Z</dcterms:modified>
</cp:coreProperties>
</file>