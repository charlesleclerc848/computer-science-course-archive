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6"/>
  </p:notesMasterIdLst>
  <p:sldIdLst>
    <p:sldId id="256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2/27/2023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2/27/2023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2/27/2023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- 01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will show the following outputs simply by using </a:t>
            </a:r>
            <a:r>
              <a:rPr lang="en-US" sz="3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statements.</a:t>
            </a:r>
          </a:p>
          <a:p>
            <a:pPr marL="1471400" lvl="8" indent="0" algn="just">
              <a:lnSpc>
                <a:spcPct val="100000"/>
              </a:lnSpc>
              <a:buNone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1026" name="Picture 2" descr="diamond patter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87"/>
          <a:stretch/>
        </p:blipFill>
        <p:spPr bwMode="auto">
          <a:xfrm>
            <a:off x="6143625" y="3168654"/>
            <a:ext cx="2071687" cy="270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alf pyramid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8" r="19801" b="8881"/>
          <a:stretch/>
        </p:blipFill>
        <p:spPr bwMode="auto">
          <a:xfrm>
            <a:off x="1385887" y="3168654"/>
            <a:ext cx="1746011" cy="270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ttern 1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5" r="18375" b="9946"/>
          <a:stretch/>
        </p:blipFill>
        <p:spPr bwMode="auto">
          <a:xfrm>
            <a:off x="3795088" y="3168654"/>
            <a:ext cx="1751948" cy="270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ascal triangl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439" y="3112078"/>
            <a:ext cx="2812044" cy="265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814513" y="5869094"/>
            <a:ext cx="619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61386" y="5869093"/>
            <a:ext cx="619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69792" y="5847523"/>
            <a:ext cx="619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96785" y="5854188"/>
            <a:ext cx="619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81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accept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numbers from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 and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arithmetic operations on numbers.</a:t>
            </a:r>
          </a:p>
          <a:p>
            <a:pPr algn="just">
              <a:lnSpc>
                <a:spcPct val="100000"/>
              </a:lnSpc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640" y="2901536"/>
            <a:ext cx="6512040" cy="326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7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accept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SAP ID and student name from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 and display it on the screen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Use string, char and </a:t>
            </a: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getline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functions for student name variable to demonstrate the differences between char, string and </a:t>
            </a: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getline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0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2769</TotalTime>
  <Words>124</Words>
  <Application>Microsoft Office PowerPoint</Application>
  <PresentationFormat>Widescreen</PresentationFormat>
  <Paragraphs>21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Calibri Light</vt:lpstr>
      <vt:lpstr>Times New Roman</vt:lpstr>
      <vt:lpstr>Retrospect</vt:lpstr>
      <vt:lpstr>LAB - 01</vt:lpstr>
      <vt:lpstr>Task - 1</vt:lpstr>
      <vt:lpstr>Task - 2</vt:lpstr>
      <vt:lpstr>Task - 3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Majid Hussain</cp:lastModifiedBy>
  <cp:revision>182</cp:revision>
  <dcterms:created xsi:type="dcterms:W3CDTF">2022-09-18T18:36:50Z</dcterms:created>
  <dcterms:modified xsi:type="dcterms:W3CDTF">2023-02-27T18:51:51Z</dcterms:modified>
</cp:coreProperties>
</file>