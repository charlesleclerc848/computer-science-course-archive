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62" r:id="rId3"/>
    <p:sldId id="261" r:id="rId4"/>
    <p:sldId id="265" r:id="rId5"/>
    <p:sldId id="260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- 06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do-while loop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reverse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using while loop.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65" y="2751148"/>
            <a:ext cx="8553030" cy="26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calculates the factorial of a number using while loop.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305" y="3170732"/>
            <a:ext cx="8286349" cy="26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with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while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that lets the user enter a series of integers. The user should enter -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 to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the end of the series. After all the numbers have been entered, the program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display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largest and smallest numbers entered.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3931154"/>
            <a:ext cx="10058401" cy="22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using do-while loop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prints any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you enter until you enter 0.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827" y="2898216"/>
            <a:ext cx="6059248" cy="35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41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using do-while loop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asks the user to enter a number and decide whether it is a prime number or not. Also prompt that whether the user wants to keep continue or not (Y/N). If the user enters Y the program should provide another chance to test a number, otherwise exits.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The University of Lahore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295" y="3397449"/>
            <a:ext cx="4572345" cy="323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will convert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binary number to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decimal by using do-while loop. 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336" y="3423333"/>
            <a:ext cx="8432287" cy="243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8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C++ program that asks the user to guess a random number between 1 and 100 using a do-while loop. Provide hints like "too high" or "too low" until the user guesses correctly.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39" y="3345110"/>
            <a:ext cx="415290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- 8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print the Fibonacci series up to a given number using a do-while loop.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62" y="3343701"/>
            <a:ext cx="8869448" cy="185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8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4193</TotalTime>
  <Words>309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Times New Roman</vt:lpstr>
      <vt:lpstr>Retrospect</vt:lpstr>
      <vt:lpstr>LAB - 06</vt:lpstr>
      <vt:lpstr>Task - 1</vt:lpstr>
      <vt:lpstr>Task - 2</vt:lpstr>
      <vt:lpstr>Task - 3</vt:lpstr>
      <vt:lpstr>Task - 4</vt:lpstr>
      <vt:lpstr>Task - 5</vt:lpstr>
      <vt:lpstr>Task - 6</vt:lpstr>
      <vt:lpstr>Task - 7</vt:lpstr>
      <vt:lpstr>Task - 8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319</cp:revision>
  <dcterms:created xsi:type="dcterms:W3CDTF">2022-09-18T18:36:50Z</dcterms:created>
  <dcterms:modified xsi:type="dcterms:W3CDTF">2023-10-13T05:20:37Z</dcterms:modified>
</cp:coreProperties>
</file>