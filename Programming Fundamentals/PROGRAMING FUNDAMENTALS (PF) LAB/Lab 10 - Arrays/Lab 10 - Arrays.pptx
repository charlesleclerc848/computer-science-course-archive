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9"/>
  </p:notesMasterIdLst>
  <p:sldIdLst>
    <p:sldId id="256" r:id="rId2"/>
    <p:sldId id="262" r:id="rId3"/>
    <p:sldId id="270" r:id="rId4"/>
    <p:sldId id="260" r:id="rId5"/>
    <p:sldId id="268" r:id="rId6"/>
    <p:sldId id="265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12/8/2023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12/8/2023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12/8/2023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12/8/2023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12/8/2023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12/8/2023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12/8/2023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12/8/2023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12/8/2023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12/8/2023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12/8/2023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12/8/2023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12/8/2023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– 10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Arrays and pointers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- 1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program that reverse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elements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integer array.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406" y="3053441"/>
            <a:ext cx="8695478" cy="248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Write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program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prints string in reverse order.</a:t>
            </a:r>
            <a:endParaRPr lang="en-U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651" y="3008089"/>
            <a:ext cx="9347657" cy="210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6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input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nine elements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two dimensional array and print it.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342" y="3288890"/>
            <a:ext cx="9348276" cy="258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7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- 4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to input a matrix and print its transpose.</a:t>
            </a:r>
            <a:endParaRPr lang="en-U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824" y="2677985"/>
            <a:ext cx="7055887" cy="359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87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will add two matrixes entered by the user and print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850" y="2888438"/>
            <a:ext cx="8273406" cy="323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1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check whether the entered string is palindrome or not.</a:t>
            </a:r>
            <a:endParaRPr lang="en-U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b="15243"/>
          <a:stretch/>
        </p:blipFill>
        <p:spPr>
          <a:xfrm>
            <a:off x="2420405" y="3198467"/>
            <a:ext cx="7412149" cy="256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801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4765</TotalTime>
  <Words>151</Words>
  <Application>Microsoft Office PowerPoint</Application>
  <PresentationFormat>Widescreen</PresentationFormat>
  <Paragraphs>29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Times New Roman</vt:lpstr>
      <vt:lpstr>Retrospect</vt:lpstr>
      <vt:lpstr>LAB – 10</vt:lpstr>
      <vt:lpstr>Task - 1</vt:lpstr>
      <vt:lpstr>Task - 2</vt:lpstr>
      <vt:lpstr>Task - 3</vt:lpstr>
      <vt:lpstr>Task - 4</vt:lpstr>
      <vt:lpstr>Task - 5</vt:lpstr>
      <vt:lpstr>Task - 6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Majid Hussain</cp:lastModifiedBy>
  <cp:revision>408</cp:revision>
  <dcterms:created xsi:type="dcterms:W3CDTF">2022-09-18T18:36:50Z</dcterms:created>
  <dcterms:modified xsi:type="dcterms:W3CDTF">2023-12-08T11:14:41Z</dcterms:modified>
</cp:coreProperties>
</file>