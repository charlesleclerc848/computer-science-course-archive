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sldIdLst>
    <p:sldId id="256" r:id="rId2"/>
    <p:sldId id="262" r:id="rId3"/>
    <p:sldId id="260" r:id="rId4"/>
    <p:sldId id="265" r:id="rId5"/>
    <p:sldId id="268" r:id="rId6"/>
    <p:sldId id="269" r:id="rId7"/>
    <p:sldId id="264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5/8/2023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5/8/2023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5/8/2023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5/8/2023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5/8/2023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5/8/2023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- II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cube of a number by using inline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506" y="3380082"/>
            <a:ext cx="8820284" cy="24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overloaded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square( ) functions to calculate the square of an input value. The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should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of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US" sz="3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float. Write a main( ) program that exercises these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overloaded functions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argument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770" y="4106635"/>
            <a:ext cx="7625419" cy="218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defines a function called power() to calculate the power of a number. The function takes a double value for n and an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 for p, and returns the result as a double. The default value of p is 2. The program should prompt the user to enter the values of n and p, and then call the power() function to calculate the result.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817" y="4114800"/>
            <a:ext cx="5637661" cy="218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Fibonacci series using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call-by-reference method.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86" y="3115945"/>
            <a:ext cx="9080988" cy="287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7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to find the factors of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using function.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15" y="3038168"/>
            <a:ext cx="8780744" cy="263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7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2412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check whether a Number is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Palindrome or not using function.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The University of Lahore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8556"/>
          <a:stretch/>
        </p:blipFill>
        <p:spPr>
          <a:xfrm>
            <a:off x="2378598" y="3505431"/>
            <a:ext cx="7462100" cy="236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8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2412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check whether a Number is a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perfect square or not using function.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The University of Lahore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341" y="3429583"/>
            <a:ext cx="7928613" cy="256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4349</TotalTime>
  <Words>269</Words>
  <Application>Microsoft Office PowerPoint</Application>
  <PresentationFormat>Widescreen</PresentationFormat>
  <Paragraphs>33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Times New Roman</vt:lpstr>
      <vt:lpstr>Retrospect</vt:lpstr>
      <vt:lpstr>LAB – 08</vt:lpstr>
      <vt:lpstr>Task - 1</vt:lpstr>
      <vt:lpstr>Task - 2</vt:lpstr>
      <vt:lpstr>Task - 3</vt:lpstr>
      <vt:lpstr>Task - 4</vt:lpstr>
      <vt:lpstr>Task - 5</vt:lpstr>
      <vt:lpstr>Task - 6</vt:lpstr>
      <vt:lpstr>Task - 7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361</cp:revision>
  <dcterms:created xsi:type="dcterms:W3CDTF">2022-09-18T18:36:50Z</dcterms:created>
  <dcterms:modified xsi:type="dcterms:W3CDTF">2023-05-08T18:24:59Z</dcterms:modified>
</cp:coreProperties>
</file>