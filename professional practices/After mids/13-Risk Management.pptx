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6.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7.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8.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9.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0.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1.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2.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3.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14.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15.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16.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17.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18.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19.xml" ContentType="application/vnd.openxmlformats-officedocument.presentationml.notesSlide+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258" r:id="rId3"/>
    <p:sldId id="306" r:id="rId4"/>
    <p:sldId id="310" r:id="rId5"/>
    <p:sldId id="331" r:id="rId6"/>
    <p:sldId id="332" r:id="rId7"/>
    <p:sldId id="345" r:id="rId8"/>
    <p:sldId id="321" r:id="rId9"/>
    <p:sldId id="346" r:id="rId10"/>
    <p:sldId id="323" r:id="rId11"/>
    <p:sldId id="335" r:id="rId12"/>
    <p:sldId id="334" r:id="rId13"/>
    <p:sldId id="333" r:id="rId14"/>
    <p:sldId id="336" r:id="rId15"/>
    <p:sldId id="337" r:id="rId16"/>
    <p:sldId id="338" r:id="rId17"/>
    <p:sldId id="339" r:id="rId18"/>
    <p:sldId id="340" r:id="rId19"/>
    <p:sldId id="341" r:id="rId20"/>
    <p:sldId id="325" r:id="rId21"/>
    <p:sldId id="342" r:id="rId22"/>
    <p:sldId id="343" r:id="rId23"/>
    <p:sldId id="344" r:id="rId24"/>
    <p:sldId id="347" r:id="rId25"/>
    <p:sldId id="329" r:id="rId26"/>
    <p:sldId id="326" r:id="rId27"/>
    <p:sldId id="328" r:id="rId28"/>
    <p:sldId id="327" r:id="rId29"/>
    <p:sldId id="348" r:id="rId30"/>
    <p:sldId id="349" r:id="rId31"/>
    <p:sldId id="313" r:id="rId32"/>
    <p:sldId id="319" r:id="rId33"/>
    <p:sldId id="350"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5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36" autoAdjust="0"/>
    <p:restoredTop sz="76122" autoAdjust="0"/>
  </p:normalViewPr>
  <p:slideViewPr>
    <p:cSldViewPr snapToGrid="0">
      <p:cViewPr varScale="1">
        <p:scale>
          <a:sx n="60" d="100"/>
          <a:sy n="60" d="100"/>
        </p:scale>
        <p:origin x="79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B605E88-28C9-40AF-B377-8F3FFA29F2F9}" type="doc">
      <dgm:prSet loTypeId="urn:microsoft.com/office/officeart/2005/8/layout/cycle3" loCatId="cycle" qsTypeId="urn:microsoft.com/office/officeart/2005/8/quickstyle/3d1" qsCatId="3D" csTypeId="urn:microsoft.com/office/officeart/2005/8/colors/colorful4" csCatId="colorful" phldr="1"/>
      <dgm:spPr/>
      <dgm:t>
        <a:bodyPr/>
        <a:lstStyle/>
        <a:p>
          <a:endParaRPr lang="en-US"/>
        </a:p>
      </dgm:t>
    </dgm:pt>
    <dgm:pt modelId="{7B913D88-0A63-4E28-8465-978B0AF0B5A9}">
      <dgm:prSet phldrT="[Text]"/>
      <dgm:spPr/>
      <dgm:t>
        <a:bodyPr/>
        <a:lstStyle/>
        <a:p>
          <a:r>
            <a:rPr lang="en-US" dirty="0" smtClean="0"/>
            <a:t>Identify</a:t>
          </a:r>
          <a:endParaRPr lang="en-US" dirty="0"/>
        </a:p>
      </dgm:t>
    </dgm:pt>
    <dgm:pt modelId="{417C871C-23D8-44D4-9277-277C7FEF2891}" type="parTrans" cxnId="{7C18FBE0-A3C5-4920-AAC2-F67ED4531A18}">
      <dgm:prSet/>
      <dgm:spPr/>
      <dgm:t>
        <a:bodyPr/>
        <a:lstStyle/>
        <a:p>
          <a:endParaRPr lang="en-US"/>
        </a:p>
      </dgm:t>
    </dgm:pt>
    <dgm:pt modelId="{FE20C5D6-6FD5-401B-AF27-4193E0B9BA7A}" type="sibTrans" cxnId="{7C18FBE0-A3C5-4920-AAC2-F67ED4531A18}">
      <dgm:prSet/>
      <dgm:spPr/>
      <dgm:t>
        <a:bodyPr/>
        <a:lstStyle/>
        <a:p>
          <a:endParaRPr lang="en-US"/>
        </a:p>
      </dgm:t>
    </dgm:pt>
    <dgm:pt modelId="{FF0AF41F-3F38-4D90-B879-99863303EB82}">
      <dgm:prSet phldrT="[Text]"/>
      <dgm:spPr/>
      <dgm:t>
        <a:bodyPr/>
        <a:lstStyle/>
        <a:p>
          <a:r>
            <a:rPr lang="en-US" dirty="0" smtClean="0"/>
            <a:t>Analyze</a:t>
          </a:r>
          <a:endParaRPr lang="en-US" dirty="0"/>
        </a:p>
      </dgm:t>
    </dgm:pt>
    <dgm:pt modelId="{0A6AAD71-A01A-415E-8BE7-F2B8F83D6AD8}" type="parTrans" cxnId="{42487567-1EFA-4CDA-BC8E-29938D2D5F8B}">
      <dgm:prSet/>
      <dgm:spPr/>
      <dgm:t>
        <a:bodyPr/>
        <a:lstStyle/>
        <a:p>
          <a:endParaRPr lang="en-US"/>
        </a:p>
      </dgm:t>
    </dgm:pt>
    <dgm:pt modelId="{CFEF47D0-A159-4FA4-97D6-8BD45DEC0652}" type="sibTrans" cxnId="{42487567-1EFA-4CDA-BC8E-29938D2D5F8B}">
      <dgm:prSet/>
      <dgm:spPr/>
      <dgm:t>
        <a:bodyPr/>
        <a:lstStyle/>
        <a:p>
          <a:endParaRPr lang="en-US"/>
        </a:p>
      </dgm:t>
    </dgm:pt>
    <dgm:pt modelId="{245E56F9-2648-48F5-B488-71B4DE3A4147}">
      <dgm:prSet phldrT="[Text]"/>
      <dgm:spPr/>
      <dgm:t>
        <a:bodyPr/>
        <a:lstStyle/>
        <a:p>
          <a:r>
            <a:rPr lang="en-US" dirty="0" smtClean="0"/>
            <a:t>Evaluate</a:t>
          </a:r>
          <a:endParaRPr lang="en-US" dirty="0"/>
        </a:p>
      </dgm:t>
    </dgm:pt>
    <dgm:pt modelId="{2C5B9D70-8D03-44EF-8715-2274A78BBE48}" type="parTrans" cxnId="{218639C5-09C5-4486-9E52-71B76E43E517}">
      <dgm:prSet/>
      <dgm:spPr/>
      <dgm:t>
        <a:bodyPr/>
        <a:lstStyle/>
        <a:p>
          <a:endParaRPr lang="en-US"/>
        </a:p>
      </dgm:t>
    </dgm:pt>
    <dgm:pt modelId="{415347D5-00BC-4EA4-90EA-708AC24F0E97}" type="sibTrans" cxnId="{218639C5-09C5-4486-9E52-71B76E43E517}">
      <dgm:prSet/>
      <dgm:spPr/>
      <dgm:t>
        <a:bodyPr/>
        <a:lstStyle/>
        <a:p>
          <a:endParaRPr lang="en-US"/>
        </a:p>
      </dgm:t>
    </dgm:pt>
    <dgm:pt modelId="{C6E30F3D-2C0C-4B4A-873B-5E4D2D9D5F9A}">
      <dgm:prSet phldrT="[Text]"/>
      <dgm:spPr/>
      <dgm:t>
        <a:bodyPr/>
        <a:lstStyle/>
        <a:p>
          <a:r>
            <a:rPr lang="en-US" dirty="0" smtClean="0"/>
            <a:t>Treat</a:t>
          </a:r>
          <a:endParaRPr lang="en-US" dirty="0"/>
        </a:p>
      </dgm:t>
    </dgm:pt>
    <dgm:pt modelId="{195D625A-2E39-4DF6-A7D1-A40A7BA1F34D}" type="parTrans" cxnId="{AE1AF309-78C3-44A2-A462-BFD7FB41207C}">
      <dgm:prSet/>
      <dgm:spPr/>
      <dgm:t>
        <a:bodyPr/>
        <a:lstStyle/>
        <a:p>
          <a:endParaRPr lang="en-US"/>
        </a:p>
      </dgm:t>
    </dgm:pt>
    <dgm:pt modelId="{548BB238-6626-4110-948C-245F92ABBF79}" type="sibTrans" cxnId="{AE1AF309-78C3-44A2-A462-BFD7FB41207C}">
      <dgm:prSet/>
      <dgm:spPr/>
      <dgm:t>
        <a:bodyPr/>
        <a:lstStyle/>
        <a:p>
          <a:endParaRPr lang="en-US"/>
        </a:p>
      </dgm:t>
    </dgm:pt>
    <dgm:pt modelId="{219BE00F-9FE3-408C-B474-2730DE7594D3}">
      <dgm:prSet phldrT="[Text]"/>
      <dgm:spPr/>
      <dgm:t>
        <a:bodyPr/>
        <a:lstStyle/>
        <a:p>
          <a:r>
            <a:rPr lang="en-US" dirty="0" smtClean="0"/>
            <a:t>Monitor</a:t>
          </a:r>
          <a:endParaRPr lang="en-US" dirty="0"/>
        </a:p>
      </dgm:t>
    </dgm:pt>
    <dgm:pt modelId="{908F32C5-6EC6-44A4-8684-979D1C909D8F}" type="parTrans" cxnId="{BBBFBDFA-0AEE-434F-BB9B-9E794593333A}">
      <dgm:prSet/>
      <dgm:spPr/>
      <dgm:t>
        <a:bodyPr/>
        <a:lstStyle/>
        <a:p>
          <a:endParaRPr lang="en-US"/>
        </a:p>
      </dgm:t>
    </dgm:pt>
    <dgm:pt modelId="{7E81B2C3-89DC-4B04-A0D9-2D6CC4B3BB56}" type="sibTrans" cxnId="{BBBFBDFA-0AEE-434F-BB9B-9E794593333A}">
      <dgm:prSet/>
      <dgm:spPr/>
      <dgm:t>
        <a:bodyPr/>
        <a:lstStyle/>
        <a:p>
          <a:endParaRPr lang="en-US"/>
        </a:p>
      </dgm:t>
    </dgm:pt>
    <dgm:pt modelId="{3907AF8C-E74E-4914-B1D7-F85FCA092E9A}" type="pres">
      <dgm:prSet presAssocID="{3B605E88-28C9-40AF-B377-8F3FFA29F2F9}" presName="Name0" presStyleCnt="0">
        <dgm:presLayoutVars>
          <dgm:dir/>
          <dgm:resizeHandles val="exact"/>
        </dgm:presLayoutVars>
      </dgm:prSet>
      <dgm:spPr/>
      <dgm:t>
        <a:bodyPr/>
        <a:lstStyle/>
        <a:p>
          <a:endParaRPr lang="en-US"/>
        </a:p>
      </dgm:t>
    </dgm:pt>
    <dgm:pt modelId="{0C014568-2962-4055-9340-BF05E33810F9}" type="pres">
      <dgm:prSet presAssocID="{3B605E88-28C9-40AF-B377-8F3FFA29F2F9}" presName="cycle" presStyleCnt="0"/>
      <dgm:spPr/>
    </dgm:pt>
    <dgm:pt modelId="{05E69EC8-0E29-4BDC-A8B2-21BD491A0BBD}" type="pres">
      <dgm:prSet presAssocID="{7B913D88-0A63-4E28-8465-978B0AF0B5A9}" presName="nodeFirstNode" presStyleLbl="node1" presStyleIdx="0" presStyleCnt="5">
        <dgm:presLayoutVars>
          <dgm:bulletEnabled val="1"/>
        </dgm:presLayoutVars>
      </dgm:prSet>
      <dgm:spPr/>
      <dgm:t>
        <a:bodyPr/>
        <a:lstStyle/>
        <a:p>
          <a:endParaRPr lang="en-US"/>
        </a:p>
      </dgm:t>
    </dgm:pt>
    <dgm:pt modelId="{179E7DAB-F98A-4466-903A-AA55D3FABAC2}" type="pres">
      <dgm:prSet presAssocID="{FE20C5D6-6FD5-401B-AF27-4193E0B9BA7A}" presName="sibTransFirstNode" presStyleLbl="bgShp" presStyleIdx="0" presStyleCnt="1"/>
      <dgm:spPr/>
      <dgm:t>
        <a:bodyPr/>
        <a:lstStyle/>
        <a:p>
          <a:endParaRPr lang="en-US"/>
        </a:p>
      </dgm:t>
    </dgm:pt>
    <dgm:pt modelId="{1819C758-0EF1-471D-BE1E-FD5485E4DBBA}" type="pres">
      <dgm:prSet presAssocID="{FF0AF41F-3F38-4D90-B879-99863303EB82}" presName="nodeFollowingNodes" presStyleLbl="node1" presStyleIdx="1" presStyleCnt="5">
        <dgm:presLayoutVars>
          <dgm:bulletEnabled val="1"/>
        </dgm:presLayoutVars>
      </dgm:prSet>
      <dgm:spPr/>
      <dgm:t>
        <a:bodyPr/>
        <a:lstStyle/>
        <a:p>
          <a:endParaRPr lang="en-US"/>
        </a:p>
      </dgm:t>
    </dgm:pt>
    <dgm:pt modelId="{58424D1C-5C6C-43BE-AC27-89C8EA129EC3}" type="pres">
      <dgm:prSet presAssocID="{245E56F9-2648-48F5-B488-71B4DE3A4147}" presName="nodeFollowingNodes" presStyleLbl="node1" presStyleIdx="2" presStyleCnt="5">
        <dgm:presLayoutVars>
          <dgm:bulletEnabled val="1"/>
        </dgm:presLayoutVars>
      </dgm:prSet>
      <dgm:spPr/>
      <dgm:t>
        <a:bodyPr/>
        <a:lstStyle/>
        <a:p>
          <a:endParaRPr lang="en-US"/>
        </a:p>
      </dgm:t>
    </dgm:pt>
    <dgm:pt modelId="{27A9BA05-5968-4B7A-A6AF-DAD7FF2A47A0}" type="pres">
      <dgm:prSet presAssocID="{C6E30F3D-2C0C-4B4A-873B-5E4D2D9D5F9A}" presName="nodeFollowingNodes" presStyleLbl="node1" presStyleIdx="3" presStyleCnt="5">
        <dgm:presLayoutVars>
          <dgm:bulletEnabled val="1"/>
        </dgm:presLayoutVars>
      </dgm:prSet>
      <dgm:spPr/>
      <dgm:t>
        <a:bodyPr/>
        <a:lstStyle/>
        <a:p>
          <a:endParaRPr lang="en-US"/>
        </a:p>
      </dgm:t>
    </dgm:pt>
    <dgm:pt modelId="{7ABF6D14-16FF-45A4-A22F-56F607B5B8F5}" type="pres">
      <dgm:prSet presAssocID="{219BE00F-9FE3-408C-B474-2730DE7594D3}" presName="nodeFollowingNodes" presStyleLbl="node1" presStyleIdx="4" presStyleCnt="5">
        <dgm:presLayoutVars>
          <dgm:bulletEnabled val="1"/>
        </dgm:presLayoutVars>
      </dgm:prSet>
      <dgm:spPr/>
      <dgm:t>
        <a:bodyPr/>
        <a:lstStyle/>
        <a:p>
          <a:endParaRPr lang="en-US"/>
        </a:p>
      </dgm:t>
    </dgm:pt>
  </dgm:ptLst>
  <dgm:cxnLst>
    <dgm:cxn modelId="{C38D8C5A-2BEB-45FE-8734-8DF9801D2E03}" type="presOf" srcId="{7B913D88-0A63-4E28-8465-978B0AF0B5A9}" destId="{05E69EC8-0E29-4BDC-A8B2-21BD491A0BBD}" srcOrd="0" destOrd="0" presId="urn:microsoft.com/office/officeart/2005/8/layout/cycle3"/>
    <dgm:cxn modelId="{74DAEB4B-FEC1-46F6-B251-F5E55D8B19FE}" type="presOf" srcId="{3B605E88-28C9-40AF-B377-8F3FFA29F2F9}" destId="{3907AF8C-E74E-4914-B1D7-F85FCA092E9A}" srcOrd="0" destOrd="0" presId="urn:microsoft.com/office/officeart/2005/8/layout/cycle3"/>
    <dgm:cxn modelId="{218639C5-09C5-4486-9E52-71B76E43E517}" srcId="{3B605E88-28C9-40AF-B377-8F3FFA29F2F9}" destId="{245E56F9-2648-48F5-B488-71B4DE3A4147}" srcOrd="2" destOrd="0" parTransId="{2C5B9D70-8D03-44EF-8715-2274A78BBE48}" sibTransId="{415347D5-00BC-4EA4-90EA-708AC24F0E97}"/>
    <dgm:cxn modelId="{6F5BBD76-6ADF-4763-8A1F-42964A9ABD27}" type="presOf" srcId="{245E56F9-2648-48F5-B488-71B4DE3A4147}" destId="{58424D1C-5C6C-43BE-AC27-89C8EA129EC3}" srcOrd="0" destOrd="0" presId="urn:microsoft.com/office/officeart/2005/8/layout/cycle3"/>
    <dgm:cxn modelId="{BBBFBDFA-0AEE-434F-BB9B-9E794593333A}" srcId="{3B605E88-28C9-40AF-B377-8F3FFA29F2F9}" destId="{219BE00F-9FE3-408C-B474-2730DE7594D3}" srcOrd="4" destOrd="0" parTransId="{908F32C5-6EC6-44A4-8684-979D1C909D8F}" sibTransId="{7E81B2C3-89DC-4B04-A0D9-2D6CC4B3BB56}"/>
    <dgm:cxn modelId="{5F87FD62-BDCB-486A-89CC-615DFE2E795C}" type="presOf" srcId="{FF0AF41F-3F38-4D90-B879-99863303EB82}" destId="{1819C758-0EF1-471D-BE1E-FD5485E4DBBA}" srcOrd="0" destOrd="0" presId="urn:microsoft.com/office/officeart/2005/8/layout/cycle3"/>
    <dgm:cxn modelId="{7C18FBE0-A3C5-4920-AAC2-F67ED4531A18}" srcId="{3B605E88-28C9-40AF-B377-8F3FFA29F2F9}" destId="{7B913D88-0A63-4E28-8465-978B0AF0B5A9}" srcOrd="0" destOrd="0" parTransId="{417C871C-23D8-44D4-9277-277C7FEF2891}" sibTransId="{FE20C5D6-6FD5-401B-AF27-4193E0B9BA7A}"/>
    <dgm:cxn modelId="{EE97536E-A828-4A72-8456-E5BCF070B805}" type="presOf" srcId="{C6E30F3D-2C0C-4B4A-873B-5E4D2D9D5F9A}" destId="{27A9BA05-5968-4B7A-A6AF-DAD7FF2A47A0}" srcOrd="0" destOrd="0" presId="urn:microsoft.com/office/officeart/2005/8/layout/cycle3"/>
    <dgm:cxn modelId="{AE1AF309-78C3-44A2-A462-BFD7FB41207C}" srcId="{3B605E88-28C9-40AF-B377-8F3FFA29F2F9}" destId="{C6E30F3D-2C0C-4B4A-873B-5E4D2D9D5F9A}" srcOrd="3" destOrd="0" parTransId="{195D625A-2E39-4DF6-A7D1-A40A7BA1F34D}" sibTransId="{548BB238-6626-4110-948C-245F92ABBF79}"/>
    <dgm:cxn modelId="{3A56FA53-C5A1-4757-A43D-218F069CDE11}" type="presOf" srcId="{FE20C5D6-6FD5-401B-AF27-4193E0B9BA7A}" destId="{179E7DAB-F98A-4466-903A-AA55D3FABAC2}" srcOrd="0" destOrd="0" presId="urn:microsoft.com/office/officeart/2005/8/layout/cycle3"/>
    <dgm:cxn modelId="{7B529ACA-AF57-431D-B66A-81F470080F8E}" type="presOf" srcId="{219BE00F-9FE3-408C-B474-2730DE7594D3}" destId="{7ABF6D14-16FF-45A4-A22F-56F607B5B8F5}" srcOrd="0" destOrd="0" presId="urn:microsoft.com/office/officeart/2005/8/layout/cycle3"/>
    <dgm:cxn modelId="{42487567-1EFA-4CDA-BC8E-29938D2D5F8B}" srcId="{3B605E88-28C9-40AF-B377-8F3FFA29F2F9}" destId="{FF0AF41F-3F38-4D90-B879-99863303EB82}" srcOrd="1" destOrd="0" parTransId="{0A6AAD71-A01A-415E-8BE7-F2B8F83D6AD8}" sibTransId="{CFEF47D0-A159-4FA4-97D6-8BD45DEC0652}"/>
    <dgm:cxn modelId="{E69F1E14-0FE1-4B0A-B13E-CBBC760FFC7E}" type="presParOf" srcId="{3907AF8C-E74E-4914-B1D7-F85FCA092E9A}" destId="{0C014568-2962-4055-9340-BF05E33810F9}" srcOrd="0" destOrd="0" presId="urn:microsoft.com/office/officeart/2005/8/layout/cycle3"/>
    <dgm:cxn modelId="{4C4819E1-6C9D-4723-BFE7-1FF03443F0BE}" type="presParOf" srcId="{0C014568-2962-4055-9340-BF05E33810F9}" destId="{05E69EC8-0E29-4BDC-A8B2-21BD491A0BBD}" srcOrd="0" destOrd="0" presId="urn:microsoft.com/office/officeart/2005/8/layout/cycle3"/>
    <dgm:cxn modelId="{5A0D3DFE-B62C-4538-B7C6-BB333FB8901B}" type="presParOf" srcId="{0C014568-2962-4055-9340-BF05E33810F9}" destId="{179E7DAB-F98A-4466-903A-AA55D3FABAC2}" srcOrd="1" destOrd="0" presId="urn:microsoft.com/office/officeart/2005/8/layout/cycle3"/>
    <dgm:cxn modelId="{F0CFC56D-3999-45AD-AC9F-9E07048CAB4F}" type="presParOf" srcId="{0C014568-2962-4055-9340-BF05E33810F9}" destId="{1819C758-0EF1-471D-BE1E-FD5485E4DBBA}" srcOrd="2" destOrd="0" presId="urn:microsoft.com/office/officeart/2005/8/layout/cycle3"/>
    <dgm:cxn modelId="{4BF9C2AE-AC60-4650-B355-442B34EE9881}" type="presParOf" srcId="{0C014568-2962-4055-9340-BF05E33810F9}" destId="{58424D1C-5C6C-43BE-AC27-89C8EA129EC3}" srcOrd="3" destOrd="0" presId="urn:microsoft.com/office/officeart/2005/8/layout/cycle3"/>
    <dgm:cxn modelId="{BE482BE3-1347-4884-94FB-7FBEB0B5FC06}" type="presParOf" srcId="{0C014568-2962-4055-9340-BF05E33810F9}" destId="{27A9BA05-5968-4B7A-A6AF-DAD7FF2A47A0}" srcOrd="4" destOrd="0" presId="urn:microsoft.com/office/officeart/2005/8/layout/cycle3"/>
    <dgm:cxn modelId="{A1A575B5-F55D-4663-A6F7-CA3FB0402E02}" type="presParOf" srcId="{0C014568-2962-4055-9340-BF05E33810F9}" destId="{7ABF6D14-16FF-45A4-A22F-56F607B5B8F5}" srcOrd="5" destOrd="0" presId="urn:microsoft.com/office/officeart/2005/8/layout/cycle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B605E88-28C9-40AF-B377-8F3FFA29F2F9}" type="doc">
      <dgm:prSet loTypeId="urn:microsoft.com/office/officeart/2005/8/layout/chart3" loCatId="cycle" qsTypeId="urn:microsoft.com/office/officeart/2005/8/quickstyle/3d1" qsCatId="3D" csTypeId="urn:microsoft.com/office/officeart/2005/8/colors/colorful4" csCatId="colorful" phldr="1"/>
      <dgm:spPr/>
      <dgm:t>
        <a:bodyPr/>
        <a:lstStyle/>
        <a:p>
          <a:endParaRPr lang="en-US"/>
        </a:p>
      </dgm:t>
    </dgm:pt>
    <dgm:pt modelId="{7B913D88-0A63-4E28-8465-978B0AF0B5A9}">
      <dgm:prSet phldrT="[Text]"/>
      <dgm:spPr/>
      <dgm:t>
        <a:bodyPr/>
        <a:lstStyle/>
        <a:p>
          <a:r>
            <a:rPr lang="en-US" dirty="0" smtClean="0"/>
            <a:t>Identify</a:t>
          </a:r>
          <a:endParaRPr lang="en-US" dirty="0"/>
        </a:p>
      </dgm:t>
    </dgm:pt>
    <dgm:pt modelId="{417C871C-23D8-44D4-9277-277C7FEF2891}" type="parTrans" cxnId="{7C18FBE0-A3C5-4920-AAC2-F67ED4531A18}">
      <dgm:prSet/>
      <dgm:spPr/>
      <dgm:t>
        <a:bodyPr/>
        <a:lstStyle/>
        <a:p>
          <a:endParaRPr lang="en-US"/>
        </a:p>
      </dgm:t>
    </dgm:pt>
    <dgm:pt modelId="{FE20C5D6-6FD5-401B-AF27-4193E0B9BA7A}" type="sibTrans" cxnId="{7C18FBE0-A3C5-4920-AAC2-F67ED4531A18}">
      <dgm:prSet/>
      <dgm:spPr/>
      <dgm:t>
        <a:bodyPr/>
        <a:lstStyle/>
        <a:p>
          <a:endParaRPr lang="en-US"/>
        </a:p>
      </dgm:t>
    </dgm:pt>
    <dgm:pt modelId="{FF0AF41F-3F38-4D90-B879-99863303EB82}">
      <dgm:prSet phldrT="[Text]"/>
      <dgm:spPr/>
      <dgm:t>
        <a:bodyPr/>
        <a:lstStyle/>
        <a:p>
          <a:r>
            <a:rPr lang="en-US" dirty="0" smtClean="0"/>
            <a:t>Analyze</a:t>
          </a:r>
          <a:endParaRPr lang="en-US" dirty="0"/>
        </a:p>
      </dgm:t>
    </dgm:pt>
    <dgm:pt modelId="{0A6AAD71-A01A-415E-8BE7-F2B8F83D6AD8}" type="parTrans" cxnId="{42487567-1EFA-4CDA-BC8E-29938D2D5F8B}">
      <dgm:prSet/>
      <dgm:spPr/>
      <dgm:t>
        <a:bodyPr/>
        <a:lstStyle/>
        <a:p>
          <a:endParaRPr lang="en-US"/>
        </a:p>
      </dgm:t>
    </dgm:pt>
    <dgm:pt modelId="{CFEF47D0-A159-4FA4-97D6-8BD45DEC0652}" type="sibTrans" cxnId="{42487567-1EFA-4CDA-BC8E-29938D2D5F8B}">
      <dgm:prSet/>
      <dgm:spPr/>
      <dgm:t>
        <a:bodyPr/>
        <a:lstStyle/>
        <a:p>
          <a:endParaRPr lang="en-US"/>
        </a:p>
      </dgm:t>
    </dgm:pt>
    <dgm:pt modelId="{245E56F9-2648-48F5-B488-71B4DE3A4147}">
      <dgm:prSet phldrT="[Text]"/>
      <dgm:spPr/>
      <dgm:t>
        <a:bodyPr/>
        <a:lstStyle/>
        <a:p>
          <a:r>
            <a:rPr lang="en-US" dirty="0" smtClean="0"/>
            <a:t>Evaluate</a:t>
          </a:r>
          <a:endParaRPr lang="en-US" dirty="0"/>
        </a:p>
      </dgm:t>
    </dgm:pt>
    <dgm:pt modelId="{2C5B9D70-8D03-44EF-8715-2274A78BBE48}" type="parTrans" cxnId="{218639C5-09C5-4486-9E52-71B76E43E517}">
      <dgm:prSet/>
      <dgm:spPr/>
      <dgm:t>
        <a:bodyPr/>
        <a:lstStyle/>
        <a:p>
          <a:endParaRPr lang="en-US"/>
        </a:p>
      </dgm:t>
    </dgm:pt>
    <dgm:pt modelId="{415347D5-00BC-4EA4-90EA-708AC24F0E97}" type="sibTrans" cxnId="{218639C5-09C5-4486-9E52-71B76E43E517}">
      <dgm:prSet/>
      <dgm:spPr/>
      <dgm:t>
        <a:bodyPr/>
        <a:lstStyle/>
        <a:p>
          <a:endParaRPr lang="en-US"/>
        </a:p>
      </dgm:t>
    </dgm:pt>
    <dgm:pt modelId="{C6E30F3D-2C0C-4B4A-873B-5E4D2D9D5F9A}">
      <dgm:prSet phldrT="[Text]"/>
      <dgm:spPr/>
      <dgm:t>
        <a:bodyPr/>
        <a:lstStyle/>
        <a:p>
          <a:r>
            <a:rPr lang="en-US" dirty="0" smtClean="0"/>
            <a:t>Treat</a:t>
          </a:r>
          <a:endParaRPr lang="en-US" dirty="0"/>
        </a:p>
      </dgm:t>
    </dgm:pt>
    <dgm:pt modelId="{195D625A-2E39-4DF6-A7D1-A40A7BA1F34D}" type="parTrans" cxnId="{AE1AF309-78C3-44A2-A462-BFD7FB41207C}">
      <dgm:prSet/>
      <dgm:spPr/>
      <dgm:t>
        <a:bodyPr/>
        <a:lstStyle/>
        <a:p>
          <a:endParaRPr lang="en-US"/>
        </a:p>
      </dgm:t>
    </dgm:pt>
    <dgm:pt modelId="{548BB238-6626-4110-948C-245F92ABBF79}" type="sibTrans" cxnId="{AE1AF309-78C3-44A2-A462-BFD7FB41207C}">
      <dgm:prSet/>
      <dgm:spPr/>
      <dgm:t>
        <a:bodyPr/>
        <a:lstStyle/>
        <a:p>
          <a:endParaRPr lang="en-US"/>
        </a:p>
      </dgm:t>
    </dgm:pt>
    <dgm:pt modelId="{219BE00F-9FE3-408C-B474-2730DE7594D3}">
      <dgm:prSet phldrT="[Text]"/>
      <dgm:spPr/>
      <dgm:t>
        <a:bodyPr/>
        <a:lstStyle/>
        <a:p>
          <a:r>
            <a:rPr lang="en-US" dirty="0" smtClean="0"/>
            <a:t>Monitor</a:t>
          </a:r>
          <a:endParaRPr lang="en-US" dirty="0"/>
        </a:p>
      </dgm:t>
    </dgm:pt>
    <dgm:pt modelId="{908F32C5-6EC6-44A4-8684-979D1C909D8F}" type="parTrans" cxnId="{BBBFBDFA-0AEE-434F-BB9B-9E794593333A}">
      <dgm:prSet/>
      <dgm:spPr/>
      <dgm:t>
        <a:bodyPr/>
        <a:lstStyle/>
        <a:p>
          <a:endParaRPr lang="en-US"/>
        </a:p>
      </dgm:t>
    </dgm:pt>
    <dgm:pt modelId="{7E81B2C3-89DC-4B04-A0D9-2D6CC4B3BB56}" type="sibTrans" cxnId="{BBBFBDFA-0AEE-434F-BB9B-9E794593333A}">
      <dgm:prSet/>
      <dgm:spPr/>
      <dgm:t>
        <a:bodyPr/>
        <a:lstStyle/>
        <a:p>
          <a:endParaRPr lang="en-US"/>
        </a:p>
      </dgm:t>
    </dgm:pt>
    <dgm:pt modelId="{CB892D60-2B20-46C3-87BC-F58EAA848156}" type="pres">
      <dgm:prSet presAssocID="{3B605E88-28C9-40AF-B377-8F3FFA29F2F9}" presName="compositeShape" presStyleCnt="0">
        <dgm:presLayoutVars>
          <dgm:chMax val="7"/>
          <dgm:dir/>
          <dgm:resizeHandles val="exact"/>
        </dgm:presLayoutVars>
      </dgm:prSet>
      <dgm:spPr/>
      <dgm:t>
        <a:bodyPr/>
        <a:lstStyle/>
        <a:p>
          <a:endParaRPr lang="en-US"/>
        </a:p>
      </dgm:t>
    </dgm:pt>
    <dgm:pt modelId="{F0915EC1-A275-4419-B6DD-9DC54319BF3E}" type="pres">
      <dgm:prSet presAssocID="{3B605E88-28C9-40AF-B377-8F3FFA29F2F9}" presName="wedge1" presStyleLbl="node1" presStyleIdx="0" presStyleCnt="5"/>
      <dgm:spPr/>
      <dgm:t>
        <a:bodyPr/>
        <a:lstStyle/>
        <a:p>
          <a:endParaRPr lang="en-US"/>
        </a:p>
      </dgm:t>
    </dgm:pt>
    <dgm:pt modelId="{E9DE9BBF-436E-4DEA-A2C7-203A042957F6}" type="pres">
      <dgm:prSet presAssocID="{3B605E88-28C9-40AF-B377-8F3FFA29F2F9}" presName="wedge1Tx" presStyleLbl="node1" presStyleIdx="0" presStyleCnt="5">
        <dgm:presLayoutVars>
          <dgm:chMax val="0"/>
          <dgm:chPref val="0"/>
          <dgm:bulletEnabled val="1"/>
        </dgm:presLayoutVars>
      </dgm:prSet>
      <dgm:spPr/>
      <dgm:t>
        <a:bodyPr/>
        <a:lstStyle/>
        <a:p>
          <a:endParaRPr lang="en-US"/>
        </a:p>
      </dgm:t>
    </dgm:pt>
    <dgm:pt modelId="{B908182B-DF5B-4F6C-8EEA-512201C7CDC9}" type="pres">
      <dgm:prSet presAssocID="{3B605E88-28C9-40AF-B377-8F3FFA29F2F9}" presName="wedge2" presStyleLbl="node1" presStyleIdx="1" presStyleCnt="5"/>
      <dgm:spPr/>
      <dgm:t>
        <a:bodyPr/>
        <a:lstStyle/>
        <a:p>
          <a:endParaRPr lang="en-US"/>
        </a:p>
      </dgm:t>
    </dgm:pt>
    <dgm:pt modelId="{AC9DC32F-869B-4DFB-A37E-E3D67D647138}" type="pres">
      <dgm:prSet presAssocID="{3B605E88-28C9-40AF-B377-8F3FFA29F2F9}" presName="wedge2Tx" presStyleLbl="node1" presStyleIdx="1" presStyleCnt="5">
        <dgm:presLayoutVars>
          <dgm:chMax val="0"/>
          <dgm:chPref val="0"/>
          <dgm:bulletEnabled val="1"/>
        </dgm:presLayoutVars>
      </dgm:prSet>
      <dgm:spPr/>
      <dgm:t>
        <a:bodyPr/>
        <a:lstStyle/>
        <a:p>
          <a:endParaRPr lang="en-US"/>
        </a:p>
      </dgm:t>
    </dgm:pt>
    <dgm:pt modelId="{C8CB46B1-E79C-457E-A28D-1EE2F9EBEE32}" type="pres">
      <dgm:prSet presAssocID="{3B605E88-28C9-40AF-B377-8F3FFA29F2F9}" presName="wedge3" presStyleLbl="node1" presStyleIdx="2" presStyleCnt="5"/>
      <dgm:spPr/>
      <dgm:t>
        <a:bodyPr/>
        <a:lstStyle/>
        <a:p>
          <a:endParaRPr lang="en-US"/>
        </a:p>
      </dgm:t>
    </dgm:pt>
    <dgm:pt modelId="{19DDDAC6-92E2-40EA-B0EA-D32BF4980C94}" type="pres">
      <dgm:prSet presAssocID="{3B605E88-28C9-40AF-B377-8F3FFA29F2F9}" presName="wedge3Tx" presStyleLbl="node1" presStyleIdx="2" presStyleCnt="5">
        <dgm:presLayoutVars>
          <dgm:chMax val="0"/>
          <dgm:chPref val="0"/>
          <dgm:bulletEnabled val="1"/>
        </dgm:presLayoutVars>
      </dgm:prSet>
      <dgm:spPr/>
      <dgm:t>
        <a:bodyPr/>
        <a:lstStyle/>
        <a:p>
          <a:endParaRPr lang="en-US"/>
        </a:p>
      </dgm:t>
    </dgm:pt>
    <dgm:pt modelId="{75645940-2EEE-4E50-8B17-F4838C4D2812}" type="pres">
      <dgm:prSet presAssocID="{3B605E88-28C9-40AF-B377-8F3FFA29F2F9}" presName="wedge4" presStyleLbl="node1" presStyleIdx="3" presStyleCnt="5"/>
      <dgm:spPr/>
      <dgm:t>
        <a:bodyPr/>
        <a:lstStyle/>
        <a:p>
          <a:endParaRPr lang="en-US"/>
        </a:p>
      </dgm:t>
    </dgm:pt>
    <dgm:pt modelId="{FF3DB6A0-593B-467F-AA9B-F6E930064387}" type="pres">
      <dgm:prSet presAssocID="{3B605E88-28C9-40AF-B377-8F3FFA29F2F9}" presName="wedge4Tx" presStyleLbl="node1" presStyleIdx="3" presStyleCnt="5">
        <dgm:presLayoutVars>
          <dgm:chMax val="0"/>
          <dgm:chPref val="0"/>
          <dgm:bulletEnabled val="1"/>
        </dgm:presLayoutVars>
      </dgm:prSet>
      <dgm:spPr/>
      <dgm:t>
        <a:bodyPr/>
        <a:lstStyle/>
        <a:p>
          <a:endParaRPr lang="en-US"/>
        </a:p>
      </dgm:t>
    </dgm:pt>
    <dgm:pt modelId="{C0B1907C-499B-43A5-8352-581C1F6219E1}" type="pres">
      <dgm:prSet presAssocID="{3B605E88-28C9-40AF-B377-8F3FFA29F2F9}" presName="wedge5" presStyleLbl="node1" presStyleIdx="4" presStyleCnt="5"/>
      <dgm:spPr/>
      <dgm:t>
        <a:bodyPr/>
        <a:lstStyle/>
        <a:p>
          <a:endParaRPr lang="en-US"/>
        </a:p>
      </dgm:t>
    </dgm:pt>
    <dgm:pt modelId="{87C899A1-74D4-4481-A2C9-1D4677F9080D}" type="pres">
      <dgm:prSet presAssocID="{3B605E88-28C9-40AF-B377-8F3FFA29F2F9}" presName="wedge5Tx" presStyleLbl="node1" presStyleIdx="4" presStyleCnt="5">
        <dgm:presLayoutVars>
          <dgm:chMax val="0"/>
          <dgm:chPref val="0"/>
          <dgm:bulletEnabled val="1"/>
        </dgm:presLayoutVars>
      </dgm:prSet>
      <dgm:spPr/>
      <dgm:t>
        <a:bodyPr/>
        <a:lstStyle/>
        <a:p>
          <a:endParaRPr lang="en-US"/>
        </a:p>
      </dgm:t>
    </dgm:pt>
  </dgm:ptLst>
  <dgm:cxnLst>
    <dgm:cxn modelId="{BBBFBDFA-0AEE-434F-BB9B-9E794593333A}" srcId="{3B605E88-28C9-40AF-B377-8F3FFA29F2F9}" destId="{219BE00F-9FE3-408C-B474-2730DE7594D3}" srcOrd="4" destOrd="0" parTransId="{908F32C5-6EC6-44A4-8684-979D1C909D8F}" sibTransId="{7E81B2C3-89DC-4B04-A0D9-2D6CC4B3BB56}"/>
    <dgm:cxn modelId="{2E859763-796D-4A34-A0CF-F659E60BF27F}" type="presOf" srcId="{245E56F9-2648-48F5-B488-71B4DE3A4147}" destId="{19DDDAC6-92E2-40EA-B0EA-D32BF4980C94}" srcOrd="1" destOrd="0" presId="urn:microsoft.com/office/officeart/2005/8/layout/chart3"/>
    <dgm:cxn modelId="{218639C5-09C5-4486-9E52-71B76E43E517}" srcId="{3B605E88-28C9-40AF-B377-8F3FFA29F2F9}" destId="{245E56F9-2648-48F5-B488-71B4DE3A4147}" srcOrd="2" destOrd="0" parTransId="{2C5B9D70-8D03-44EF-8715-2274A78BBE48}" sibTransId="{415347D5-00BC-4EA4-90EA-708AC24F0E97}"/>
    <dgm:cxn modelId="{B6E4A2C0-FDEC-4132-896F-965A044FA722}" type="presOf" srcId="{245E56F9-2648-48F5-B488-71B4DE3A4147}" destId="{C8CB46B1-E79C-457E-A28D-1EE2F9EBEE32}" srcOrd="0" destOrd="0" presId="urn:microsoft.com/office/officeart/2005/8/layout/chart3"/>
    <dgm:cxn modelId="{AA5A821C-C1E8-44CD-992C-F01055C1366E}" type="presOf" srcId="{3B605E88-28C9-40AF-B377-8F3FFA29F2F9}" destId="{CB892D60-2B20-46C3-87BC-F58EAA848156}" srcOrd="0" destOrd="0" presId="urn:microsoft.com/office/officeart/2005/8/layout/chart3"/>
    <dgm:cxn modelId="{36F5CC30-EA42-42FE-B1F5-96FDE2A872F4}" type="presOf" srcId="{219BE00F-9FE3-408C-B474-2730DE7594D3}" destId="{C0B1907C-499B-43A5-8352-581C1F6219E1}" srcOrd="0" destOrd="0" presId="urn:microsoft.com/office/officeart/2005/8/layout/chart3"/>
    <dgm:cxn modelId="{42487567-1EFA-4CDA-BC8E-29938D2D5F8B}" srcId="{3B605E88-28C9-40AF-B377-8F3FFA29F2F9}" destId="{FF0AF41F-3F38-4D90-B879-99863303EB82}" srcOrd="1" destOrd="0" parTransId="{0A6AAD71-A01A-415E-8BE7-F2B8F83D6AD8}" sibTransId="{CFEF47D0-A159-4FA4-97D6-8BD45DEC0652}"/>
    <dgm:cxn modelId="{194245B2-BC2C-44C7-B1E4-25F26E535C94}" type="presOf" srcId="{7B913D88-0A63-4E28-8465-978B0AF0B5A9}" destId="{F0915EC1-A275-4419-B6DD-9DC54319BF3E}" srcOrd="0" destOrd="0" presId="urn:microsoft.com/office/officeart/2005/8/layout/chart3"/>
    <dgm:cxn modelId="{2E7E20A2-CCF4-4431-A55D-4A3BC6D76FBB}" type="presOf" srcId="{FF0AF41F-3F38-4D90-B879-99863303EB82}" destId="{AC9DC32F-869B-4DFB-A37E-E3D67D647138}" srcOrd="1" destOrd="0" presId="urn:microsoft.com/office/officeart/2005/8/layout/chart3"/>
    <dgm:cxn modelId="{F3949A2E-6416-492E-8731-C8997468B6C5}" type="presOf" srcId="{FF0AF41F-3F38-4D90-B879-99863303EB82}" destId="{B908182B-DF5B-4F6C-8EEA-512201C7CDC9}" srcOrd="0" destOrd="0" presId="urn:microsoft.com/office/officeart/2005/8/layout/chart3"/>
    <dgm:cxn modelId="{3D31D434-E893-418B-B829-3BE1B0D2F728}" type="presOf" srcId="{219BE00F-9FE3-408C-B474-2730DE7594D3}" destId="{87C899A1-74D4-4481-A2C9-1D4677F9080D}" srcOrd="1" destOrd="0" presId="urn:microsoft.com/office/officeart/2005/8/layout/chart3"/>
    <dgm:cxn modelId="{0DAA82B8-A9B0-4F11-A072-DD36AB9651D3}" type="presOf" srcId="{7B913D88-0A63-4E28-8465-978B0AF0B5A9}" destId="{E9DE9BBF-436E-4DEA-A2C7-203A042957F6}" srcOrd="1" destOrd="0" presId="urn:microsoft.com/office/officeart/2005/8/layout/chart3"/>
    <dgm:cxn modelId="{FE03625E-4C8A-4F68-B319-D7E0C3A6266E}" type="presOf" srcId="{C6E30F3D-2C0C-4B4A-873B-5E4D2D9D5F9A}" destId="{75645940-2EEE-4E50-8B17-F4838C4D2812}" srcOrd="0" destOrd="0" presId="urn:microsoft.com/office/officeart/2005/8/layout/chart3"/>
    <dgm:cxn modelId="{7C18FBE0-A3C5-4920-AAC2-F67ED4531A18}" srcId="{3B605E88-28C9-40AF-B377-8F3FFA29F2F9}" destId="{7B913D88-0A63-4E28-8465-978B0AF0B5A9}" srcOrd="0" destOrd="0" parTransId="{417C871C-23D8-44D4-9277-277C7FEF2891}" sibTransId="{FE20C5D6-6FD5-401B-AF27-4193E0B9BA7A}"/>
    <dgm:cxn modelId="{648E5DC2-F28D-4AC8-ADC1-D7A50DD38516}" type="presOf" srcId="{C6E30F3D-2C0C-4B4A-873B-5E4D2D9D5F9A}" destId="{FF3DB6A0-593B-467F-AA9B-F6E930064387}" srcOrd="1" destOrd="0" presId="urn:microsoft.com/office/officeart/2005/8/layout/chart3"/>
    <dgm:cxn modelId="{AE1AF309-78C3-44A2-A462-BFD7FB41207C}" srcId="{3B605E88-28C9-40AF-B377-8F3FFA29F2F9}" destId="{C6E30F3D-2C0C-4B4A-873B-5E4D2D9D5F9A}" srcOrd="3" destOrd="0" parTransId="{195D625A-2E39-4DF6-A7D1-A40A7BA1F34D}" sibTransId="{548BB238-6626-4110-948C-245F92ABBF79}"/>
    <dgm:cxn modelId="{AE75D003-75FB-493A-8296-2AB49A5B0E2A}" type="presParOf" srcId="{CB892D60-2B20-46C3-87BC-F58EAA848156}" destId="{F0915EC1-A275-4419-B6DD-9DC54319BF3E}" srcOrd="0" destOrd="0" presId="urn:microsoft.com/office/officeart/2005/8/layout/chart3"/>
    <dgm:cxn modelId="{C15B29C9-0A15-4FF9-90CF-578529A0FE1D}" type="presParOf" srcId="{CB892D60-2B20-46C3-87BC-F58EAA848156}" destId="{E9DE9BBF-436E-4DEA-A2C7-203A042957F6}" srcOrd="1" destOrd="0" presId="urn:microsoft.com/office/officeart/2005/8/layout/chart3"/>
    <dgm:cxn modelId="{1117EBA7-B5C6-4F51-ADE6-BE960C2BEE65}" type="presParOf" srcId="{CB892D60-2B20-46C3-87BC-F58EAA848156}" destId="{B908182B-DF5B-4F6C-8EEA-512201C7CDC9}" srcOrd="2" destOrd="0" presId="urn:microsoft.com/office/officeart/2005/8/layout/chart3"/>
    <dgm:cxn modelId="{FEEBDCF4-9C9D-46E0-A343-8950E6A55AEA}" type="presParOf" srcId="{CB892D60-2B20-46C3-87BC-F58EAA848156}" destId="{AC9DC32F-869B-4DFB-A37E-E3D67D647138}" srcOrd="3" destOrd="0" presId="urn:microsoft.com/office/officeart/2005/8/layout/chart3"/>
    <dgm:cxn modelId="{BEA92682-DC53-4841-9CCE-D910611A23A1}" type="presParOf" srcId="{CB892D60-2B20-46C3-87BC-F58EAA848156}" destId="{C8CB46B1-E79C-457E-A28D-1EE2F9EBEE32}" srcOrd="4" destOrd="0" presId="urn:microsoft.com/office/officeart/2005/8/layout/chart3"/>
    <dgm:cxn modelId="{5604F056-0687-4FD4-9393-B466E69B2A5C}" type="presParOf" srcId="{CB892D60-2B20-46C3-87BC-F58EAA848156}" destId="{19DDDAC6-92E2-40EA-B0EA-D32BF4980C94}" srcOrd="5" destOrd="0" presId="urn:microsoft.com/office/officeart/2005/8/layout/chart3"/>
    <dgm:cxn modelId="{28A1D8FB-2EB4-49E0-A03A-2329B4148637}" type="presParOf" srcId="{CB892D60-2B20-46C3-87BC-F58EAA848156}" destId="{75645940-2EEE-4E50-8B17-F4838C4D2812}" srcOrd="6" destOrd="0" presId="urn:microsoft.com/office/officeart/2005/8/layout/chart3"/>
    <dgm:cxn modelId="{B0BA49ED-1ABA-4CDD-9B4F-46AA792B3890}" type="presParOf" srcId="{CB892D60-2B20-46C3-87BC-F58EAA848156}" destId="{FF3DB6A0-593B-467F-AA9B-F6E930064387}" srcOrd="7" destOrd="0" presId="urn:microsoft.com/office/officeart/2005/8/layout/chart3"/>
    <dgm:cxn modelId="{A3648A35-B95C-4733-A44D-2523A54FC71F}" type="presParOf" srcId="{CB892D60-2B20-46C3-87BC-F58EAA848156}" destId="{C0B1907C-499B-43A5-8352-581C1F6219E1}" srcOrd="8" destOrd="0" presId="urn:microsoft.com/office/officeart/2005/8/layout/chart3"/>
    <dgm:cxn modelId="{0F529A58-4672-4729-81D3-8BB49B7091CD}" type="presParOf" srcId="{CB892D60-2B20-46C3-87BC-F58EAA848156}" destId="{87C899A1-74D4-4481-A2C9-1D4677F9080D}" srcOrd="9"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B605E88-28C9-40AF-B377-8F3FFA29F2F9}" type="doc">
      <dgm:prSet loTypeId="urn:microsoft.com/office/officeart/2005/8/layout/chart3" loCatId="cycle" qsTypeId="urn:microsoft.com/office/officeart/2005/8/quickstyle/3d1" qsCatId="3D" csTypeId="urn:microsoft.com/office/officeart/2005/8/colors/colorful4" csCatId="colorful" phldr="1"/>
      <dgm:spPr/>
      <dgm:t>
        <a:bodyPr/>
        <a:lstStyle/>
        <a:p>
          <a:endParaRPr lang="en-US"/>
        </a:p>
      </dgm:t>
    </dgm:pt>
    <dgm:pt modelId="{7B913D88-0A63-4E28-8465-978B0AF0B5A9}">
      <dgm:prSet phldrT="[Text]"/>
      <dgm:spPr/>
      <dgm:t>
        <a:bodyPr/>
        <a:lstStyle/>
        <a:p>
          <a:r>
            <a:rPr lang="en-US" dirty="0" smtClean="0"/>
            <a:t>Identify</a:t>
          </a:r>
          <a:endParaRPr lang="en-US" dirty="0"/>
        </a:p>
      </dgm:t>
    </dgm:pt>
    <dgm:pt modelId="{417C871C-23D8-44D4-9277-277C7FEF2891}" type="parTrans" cxnId="{7C18FBE0-A3C5-4920-AAC2-F67ED4531A18}">
      <dgm:prSet/>
      <dgm:spPr/>
      <dgm:t>
        <a:bodyPr/>
        <a:lstStyle/>
        <a:p>
          <a:endParaRPr lang="en-US"/>
        </a:p>
      </dgm:t>
    </dgm:pt>
    <dgm:pt modelId="{FE20C5D6-6FD5-401B-AF27-4193E0B9BA7A}" type="sibTrans" cxnId="{7C18FBE0-A3C5-4920-AAC2-F67ED4531A18}">
      <dgm:prSet/>
      <dgm:spPr/>
      <dgm:t>
        <a:bodyPr/>
        <a:lstStyle/>
        <a:p>
          <a:endParaRPr lang="en-US"/>
        </a:p>
      </dgm:t>
    </dgm:pt>
    <dgm:pt modelId="{FF0AF41F-3F38-4D90-B879-99863303EB82}">
      <dgm:prSet phldrT="[Text]"/>
      <dgm:spPr/>
      <dgm:t>
        <a:bodyPr/>
        <a:lstStyle/>
        <a:p>
          <a:r>
            <a:rPr lang="en-US" dirty="0" smtClean="0"/>
            <a:t>Analyze</a:t>
          </a:r>
          <a:endParaRPr lang="en-US" dirty="0"/>
        </a:p>
      </dgm:t>
    </dgm:pt>
    <dgm:pt modelId="{0A6AAD71-A01A-415E-8BE7-F2B8F83D6AD8}" type="parTrans" cxnId="{42487567-1EFA-4CDA-BC8E-29938D2D5F8B}">
      <dgm:prSet/>
      <dgm:spPr/>
      <dgm:t>
        <a:bodyPr/>
        <a:lstStyle/>
        <a:p>
          <a:endParaRPr lang="en-US"/>
        </a:p>
      </dgm:t>
    </dgm:pt>
    <dgm:pt modelId="{CFEF47D0-A159-4FA4-97D6-8BD45DEC0652}" type="sibTrans" cxnId="{42487567-1EFA-4CDA-BC8E-29938D2D5F8B}">
      <dgm:prSet/>
      <dgm:spPr/>
      <dgm:t>
        <a:bodyPr/>
        <a:lstStyle/>
        <a:p>
          <a:endParaRPr lang="en-US"/>
        </a:p>
      </dgm:t>
    </dgm:pt>
    <dgm:pt modelId="{245E56F9-2648-48F5-B488-71B4DE3A4147}">
      <dgm:prSet phldrT="[Text]"/>
      <dgm:spPr/>
      <dgm:t>
        <a:bodyPr/>
        <a:lstStyle/>
        <a:p>
          <a:r>
            <a:rPr lang="en-US" dirty="0" smtClean="0"/>
            <a:t>Evaluate</a:t>
          </a:r>
          <a:endParaRPr lang="en-US" dirty="0"/>
        </a:p>
      </dgm:t>
    </dgm:pt>
    <dgm:pt modelId="{2C5B9D70-8D03-44EF-8715-2274A78BBE48}" type="parTrans" cxnId="{218639C5-09C5-4486-9E52-71B76E43E517}">
      <dgm:prSet/>
      <dgm:spPr/>
      <dgm:t>
        <a:bodyPr/>
        <a:lstStyle/>
        <a:p>
          <a:endParaRPr lang="en-US"/>
        </a:p>
      </dgm:t>
    </dgm:pt>
    <dgm:pt modelId="{415347D5-00BC-4EA4-90EA-708AC24F0E97}" type="sibTrans" cxnId="{218639C5-09C5-4486-9E52-71B76E43E517}">
      <dgm:prSet/>
      <dgm:spPr/>
      <dgm:t>
        <a:bodyPr/>
        <a:lstStyle/>
        <a:p>
          <a:endParaRPr lang="en-US"/>
        </a:p>
      </dgm:t>
    </dgm:pt>
    <dgm:pt modelId="{C6E30F3D-2C0C-4B4A-873B-5E4D2D9D5F9A}">
      <dgm:prSet phldrT="[Text]"/>
      <dgm:spPr/>
      <dgm:t>
        <a:bodyPr/>
        <a:lstStyle/>
        <a:p>
          <a:r>
            <a:rPr lang="en-US" dirty="0" smtClean="0"/>
            <a:t>Treat</a:t>
          </a:r>
          <a:endParaRPr lang="en-US" dirty="0"/>
        </a:p>
      </dgm:t>
    </dgm:pt>
    <dgm:pt modelId="{195D625A-2E39-4DF6-A7D1-A40A7BA1F34D}" type="parTrans" cxnId="{AE1AF309-78C3-44A2-A462-BFD7FB41207C}">
      <dgm:prSet/>
      <dgm:spPr/>
      <dgm:t>
        <a:bodyPr/>
        <a:lstStyle/>
        <a:p>
          <a:endParaRPr lang="en-US"/>
        </a:p>
      </dgm:t>
    </dgm:pt>
    <dgm:pt modelId="{548BB238-6626-4110-948C-245F92ABBF79}" type="sibTrans" cxnId="{AE1AF309-78C3-44A2-A462-BFD7FB41207C}">
      <dgm:prSet/>
      <dgm:spPr/>
      <dgm:t>
        <a:bodyPr/>
        <a:lstStyle/>
        <a:p>
          <a:endParaRPr lang="en-US"/>
        </a:p>
      </dgm:t>
    </dgm:pt>
    <dgm:pt modelId="{219BE00F-9FE3-408C-B474-2730DE7594D3}">
      <dgm:prSet phldrT="[Text]"/>
      <dgm:spPr/>
      <dgm:t>
        <a:bodyPr/>
        <a:lstStyle/>
        <a:p>
          <a:r>
            <a:rPr lang="en-US" dirty="0" smtClean="0"/>
            <a:t>Monitor</a:t>
          </a:r>
          <a:endParaRPr lang="en-US" dirty="0"/>
        </a:p>
      </dgm:t>
    </dgm:pt>
    <dgm:pt modelId="{908F32C5-6EC6-44A4-8684-979D1C909D8F}" type="parTrans" cxnId="{BBBFBDFA-0AEE-434F-BB9B-9E794593333A}">
      <dgm:prSet/>
      <dgm:spPr/>
      <dgm:t>
        <a:bodyPr/>
        <a:lstStyle/>
        <a:p>
          <a:endParaRPr lang="en-US"/>
        </a:p>
      </dgm:t>
    </dgm:pt>
    <dgm:pt modelId="{7E81B2C3-89DC-4B04-A0D9-2D6CC4B3BB56}" type="sibTrans" cxnId="{BBBFBDFA-0AEE-434F-BB9B-9E794593333A}">
      <dgm:prSet/>
      <dgm:spPr/>
      <dgm:t>
        <a:bodyPr/>
        <a:lstStyle/>
        <a:p>
          <a:endParaRPr lang="en-US"/>
        </a:p>
      </dgm:t>
    </dgm:pt>
    <dgm:pt modelId="{CB892D60-2B20-46C3-87BC-F58EAA848156}" type="pres">
      <dgm:prSet presAssocID="{3B605E88-28C9-40AF-B377-8F3FFA29F2F9}" presName="compositeShape" presStyleCnt="0">
        <dgm:presLayoutVars>
          <dgm:chMax val="7"/>
          <dgm:dir/>
          <dgm:resizeHandles val="exact"/>
        </dgm:presLayoutVars>
      </dgm:prSet>
      <dgm:spPr/>
      <dgm:t>
        <a:bodyPr/>
        <a:lstStyle/>
        <a:p>
          <a:endParaRPr lang="en-US"/>
        </a:p>
      </dgm:t>
    </dgm:pt>
    <dgm:pt modelId="{F0915EC1-A275-4419-B6DD-9DC54319BF3E}" type="pres">
      <dgm:prSet presAssocID="{3B605E88-28C9-40AF-B377-8F3FFA29F2F9}" presName="wedge1" presStyleLbl="node1" presStyleIdx="0" presStyleCnt="5"/>
      <dgm:spPr/>
      <dgm:t>
        <a:bodyPr/>
        <a:lstStyle/>
        <a:p>
          <a:endParaRPr lang="en-US"/>
        </a:p>
      </dgm:t>
    </dgm:pt>
    <dgm:pt modelId="{E9DE9BBF-436E-4DEA-A2C7-203A042957F6}" type="pres">
      <dgm:prSet presAssocID="{3B605E88-28C9-40AF-B377-8F3FFA29F2F9}" presName="wedge1Tx" presStyleLbl="node1" presStyleIdx="0" presStyleCnt="5">
        <dgm:presLayoutVars>
          <dgm:chMax val="0"/>
          <dgm:chPref val="0"/>
          <dgm:bulletEnabled val="1"/>
        </dgm:presLayoutVars>
      </dgm:prSet>
      <dgm:spPr/>
      <dgm:t>
        <a:bodyPr/>
        <a:lstStyle/>
        <a:p>
          <a:endParaRPr lang="en-US"/>
        </a:p>
      </dgm:t>
    </dgm:pt>
    <dgm:pt modelId="{B908182B-DF5B-4F6C-8EEA-512201C7CDC9}" type="pres">
      <dgm:prSet presAssocID="{3B605E88-28C9-40AF-B377-8F3FFA29F2F9}" presName="wedge2" presStyleLbl="node1" presStyleIdx="1" presStyleCnt="5"/>
      <dgm:spPr/>
      <dgm:t>
        <a:bodyPr/>
        <a:lstStyle/>
        <a:p>
          <a:endParaRPr lang="en-US"/>
        </a:p>
      </dgm:t>
    </dgm:pt>
    <dgm:pt modelId="{AC9DC32F-869B-4DFB-A37E-E3D67D647138}" type="pres">
      <dgm:prSet presAssocID="{3B605E88-28C9-40AF-B377-8F3FFA29F2F9}" presName="wedge2Tx" presStyleLbl="node1" presStyleIdx="1" presStyleCnt="5">
        <dgm:presLayoutVars>
          <dgm:chMax val="0"/>
          <dgm:chPref val="0"/>
          <dgm:bulletEnabled val="1"/>
        </dgm:presLayoutVars>
      </dgm:prSet>
      <dgm:spPr/>
      <dgm:t>
        <a:bodyPr/>
        <a:lstStyle/>
        <a:p>
          <a:endParaRPr lang="en-US"/>
        </a:p>
      </dgm:t>
    </dgm:pt>
    <dgm:pt modelId="{C8CB46B1-E79C-457E-A28D-1EE2F9EBEE32}" type="pres">
      <dgm:prSet presAssocID="{3B605E88-28C9-40AF-B377-8F3FFA29F2F9}" presName="wedge3" presStyleLbl="node1" presStyleIdx="2" presStyleCnt="5"/>
      <dgm:spPr/>
      <dgm:t>
        <a:bodyPr/>
        <a:lstStyle/>
        <a:p>
          <a:endParaRPr lang="en-US"/>
        </a:p>
      </dgm:t>
    </dgm:pt>
    <dgm:pt modelId="{19DDDAC6-92E2-40EA-B0EA-D32BF4980C94}" type="pres">
      <dgm:prSet presAssocID="{3B605E88-28C9-40AF-B377-8F3FFA29F2F9}" presName="wedge3Tx" presStyleLbl="node1" presStyleIdx="2" presStyleCnt="5">
        <dgm:presLayoutVars>
          <dgm:chMax val="0"/>
          <dgm:chPref val="0"/>
          <dgm:bulletEnabled val="1"/>
        </dgm:presLayoutVars>
      </dgm:prSet>
      <dgm:spPr/>
      <dgm:t>
        <a:bodyPr/>
        <a:lstStyle/>
        <a:p>
          <a:endParaRPr lang="en-US"/>
        </a:p>
      </dgm:t>
    </dgm:pt>
    <dgm:pt modelId="{75645940-2EEE-4E50-8B17-F4838C4D2812}" type="pres">
      <dgm:prSet presAssocID="{3B605E88-28C9-40AF-B377-8F3FFA29F2F9}" presName="wedge4" presStyleLbl="node1" presStyleIdx="3" presStyleCnt="5"/>
      <dgm:spPr/>
      <dgm:t>
        <a:bodyPr/>
        <a:lstStyle/>
        <a:p>
          <a:endParaRPr lang="en-US"/>
        </a:p>
      </dgm:t>
    </dgm:pt>
    <dgm:pt modelId="{FF3DB6A0-593B-467F-AA9B-F6E930064387}" type="pres">
      <dgm:prSet presAssocID="{3B605E88-28C9-40AF-B377-8F3FFA29F2F9}" presName="wedge4Tx" presStyleLbl="node1" presStyleIdx="3" presStyleCnt="5">
        <dgm:presLayoutVars>
          <dgm:chMax val="0"/>
          <dgm:chPref val="0"/>
          <dgm:bulletEnabled val="1"/>
        </dgm:presLayoutVars>
      </dgm:prSet>
      <dgm:spPr/>
      <dgm:t>
        <a:bodyPr/>
        <a:lstStyle/>
        <a:p>
          <a:endParaRPr lang="en-US"/>
        </a:p>
      </dgm:t>
    </dgm:pt>
    <dgm:pt modelId="{C0B1907C-499B-43A5-8352-581C1F6219E1}" type="pres">
      <dgm:prSet presAssocID="{3B605E88-28C9-40AF-B377-8F3FFA29F2F9}" presName="wedge5" presStyleLbl="node1" presStyleIdx="4" presStyleCnt="5"/>
      <dgm:spPr/>
      <dgm:t>
        <a:bodyPr/>
        <a:lstStyle/>
        <a:p>
          <a:endParaRPr lang="en-US"/>
        </a:p>
      </dgm:t>
    </dgm:pt>
    <dgm:pt modelId="{87C899A1-74D4-4481-A2C9-1D4677F9080D}" type="pres">
      <dgm:prSet presAssocID="{3B605E88-28C9-40AF-B377-8F3FFA29F2F9}" presName="wedge5Tx" presStyleLbl="node1" presStyleIdx="4" presStyleCnt="5">
        <dgm:presLayoutVars>
          <dgm:chMax val="0"/>
          <dgm:chPref val="0"/>
          <dgm:bulletEnabled val="1"/>
        </dgm:presLayoutVars>
      </dgm:prSet>
      <dgm:spPr/>
      <dgm:t>
        <a:bodyPr/>
        <a:lstStyle/>
        <a:p>
          <a:endParaRPr lang="en-US"/>
        </a:p>
      </dgm:t>
    </dgm:pt>
  </dgm:ptLst>
  <dgm:cxnLst>
    <dgm:cxn modelId="{B5A0682C-7491-43B7-B87B-1966C8F864DA}" type="presOf" srcId="{219BE00F-9FE3-408C-B474-2730DE7594D3}" destId="{87C899A1-74D4-4481-A2C9-1D4677F9080D}" srcOrd="1" destOrd="0" presId="urn:microsoft.com/office/officeart/2005/8/layout/chart3"/>
    <dgm:cxn modelId="{6CD8BADF-8DCC-4248-B810-45D29F8AC968}" type="presOf" srcId="{FF0AF41F-3F38-4D90-B879-99863303EB82}" destId="{AC9DC32F-869B-4DFB-A37E-E3D67D647138}" srcOrd="1" destOrd="0" presId="urn:microsoft.com/office/officeart/2005/8/layout/chart3"/>
    <dgm:cxn modelId="{F1BCE9B4-091F-496F-A99E-5EB496B4EC84}" type="presOf" srcId="{3B605E88-28C9-40AF-B377-8F3FFA29F2F9}" destId="{CB892D60-2B20-46C3-87BC-F58EAA848156}" srcOrd="0" destOrd="0" presId="urn:microsoft.com/office/officeart/2005/8/layout/chart3"/>
    <dgm:cxn modelId="{42487567-1EFA-4CDA-BC8E-29938D2D5F8B}" srcId="{3B605E88-28C9-40AF-B377-8F3FFA29F2F9}" destId="{FF0AF41F-3F38-4D90-B879-99863303EB82}" srcOrd="1" destOrd="0" parTransId="{0A6AAD71-A01A-415E-8BE7-F2B8F83D6AD8}" sibTransId="{CFEF47D0-A159-4FA4-97D6-8BD45DEC0652}"/>
    <dgm:cxn modelId="{AE1AF309-78C3-44A2-A462-BFD7FB41207C}" srcId="{3B605E88-28C9-40AF-B377-8F3FFA29F2F9}" destId="{C6E30F3D-2C0C-4B4A-873B-5E4D2D9D5F9A}" srcOrd="3" destOrd="0" parTransId="{195D625A-2E39-4DF6-A7D1-A40A7BA1F34D}" sibTransId="{548BB238-6626-4110-948C-245F92ABBF79}"/>
    <dgm:cxn modelId="{BBBFBDFA-0AEE-434F-BB9B-9E794593333A}" srcId="{3B605E88-28C9-40AF-B377-8F3FFA29F2F9}" destId="{219BE00F-9FE3-408C-B474-2730DE7594D3}" srcOrd="4" destOrd="0" parTransId="{908F32C5-6EC6-44A4-8684-979D1C909D8F}" sibTransId="{7E81B2C3-89DC-4B04-A0D9-2D6CC4B3BB56}"/>
    <dgm:cxn modelId="{74B19631-2262-41D7-B069-070343605D29}" type="presOf" srcId="{C6E30F3D-2C0C-4B4A-873B-5E4D2D9D5F9A}" destId="{FF3DB6A0-593B-467F-AA9B-F6E930064387}" srcOrd="1" destOrd="0" presId="urn:microsoft.com/office/officeart/2005/8/layout/chart3"/>
    <dgm:cxn modelId="{B877FD4A-416D-44F7-89EC-5173293ACB82}" type="presOf" srcId="{245E56F9-2648-48F5-B488-71B4DE3A4147}" destId="{19DDDAC6-92E2-40EA-B0EA-D32BF4980C94}" srcOrd="1" destOrd="0" presId="urn:microsoft.com/office/officeart/2005/8/layout/chart3"/>
    <dgm:cxn modelId="{5C36C1DD-1696-49AB-879A-FD457CD0EDDE}" type="presOf" srcId="{7B913D88-0A63-4E28-8465-978B0AF0B5A9}" destId="{E9DE9BBF-436E-4DEA-A2C7-203A042957F6}" srcOrd="1" destOrd="0" presId="urn:microsoft.com/office/officeart/2005/8/layout/chart3"/>
    <dgm:cxn modelId="{BB2735A1-774D-46F1-BEE6-DF302EA9085B}" type="presOf" srcId="{C6E30F3D-2C0C-4B4A-873B-5E4D2D9D5F9A}" destId="{75645940-2EEE-4E50-8B17-F4838C4D2812}" srcOrd="0" destOrd="0" presId="urn:microsoft.com/office/officeart/2005/8/layout/chart3"/>
    <dgm:cxn modelId="{12743950-9C73-47A4-8C69-34AF2809B2F4}" type="presOf" srcId="{FF0AF41F-3F38-4D90-B879-99863303EB82}" destId="{B908182B-DF5B-4F6C-8EEA-512201C7CDC9}" srcOrd="0" destOrd="0" presId="urn:microsoft.com/office/officeart/2005/8/layout/chart3"/>
    <dgm:cxn modelId="{7C18FBE0-A3C5-4920-AAC2-F67ED4531A18}" srcId="{3B605E88-28C9-40AF-B377-8F3FFA29F2F9}" destId="{7B913D88-0A63-4E28-8465-978B0AF0B5A9}" srcOrd="0" destOrd="0" parTransId="{417C871C-23D8-44D4-9277-277C7FEF2891}" sibTransId="{FE20C5D6-6FD5-401B-AF27-4193E0B9BA7A}"/>
    <dgm:cxn modelId="{ECDC3978-917D-4E33-817B-8FCAB51E48C1}" type="presOf" srcId="{245E56F9-2648-48F5-B488-71B4DE3A4147}" destId="{C8CB46B1-E79C-457E-A28D-1EE2F9EBEE32}" srcOrd="0" destOrd="0" presId="urn:microsoft.com/office/officeart/2005/8/layout/chart3"/>
    <dgm:cxn modelId="{79047141-0145-4CE8-86BE-EEFE8BC9DB26}" type="presOf" srcId="{219BE00F-9FE3-408C-B474-2730DE7594D3}" destId="{C0B1907C-499B-43A5-8352-581C1F6219E1}" srcOrd="0" destOrd="0" presId="urn:microsoft.com/office/officeart/2005/8/layout/chart3"/>
    <dgm:cxn modelId="{00D7C1A4-1529-49A7-97B3-1197BC92E924}" type="presOf" srcId="{7B913D88-0A63-4E28-8465-978B0AF0B5A9}" destId="{F0915EC1-A275-4419-B6DD-9DC54319BF3E}" srcOrd="0" destOrd="0" presId="urn:microsoft.com/office/officeart/2005/8/layout/chart3"/>
    <dgm:cxn modelId="{218639C5-09C5-4486-9E52-71B76E43E517}" srcId="{3B605E88-28C9-40AF-B377-8F3FFA29F2F9}" destId="{245E56F9-2648-48F5-B488-71B4DE3A4147}" srcOrd="2" destOrd="0" parTransId="{2C5B9D70-8D03-44EF-8715-2274A78BBE48}" sibTransId="{415347D5-00BC-4EA4-90EA-708AC24F0E97}"/>
    <dgm:cxn modelId="{81CCD7E5-3FC3-4CFB-801C-7BBC30BFBCB4}" type="presParOf" srcId="{CB892D60-2B20-46C3-87BC-F58EAA848156}" destId="{F0915EC1-A275-4419-B6DD-9DC54319BF3E}" srcOrd="0" destOrd="0" presId="urn:microsoft.com/office/officeart/2005/8/layout/chart3"/>
    <dgm:cxn modelId="{6CBDEC99-84F3-4575-83D0-AEB56EEA9304}" type="presParOf" srcId="{CB892D60-2B20-46C3-87BC-F58EAA848156}" destId="{E9DE9BBF-436E-4DEA-A2C7-203A042957F6}" srcOrd="1" destOrd="0" presId="urn:microsoft.com/office/officeart/2005/8/layout/chart3"/>
    <dgm:cxn modelId="{81E66261-233E-47FC-92AF-C33DE30056F5}" type="presParOf" srcId="{CB892D60-2B20-46C3-87BC-F58EAA848156}" destId="{B908182B-DF5B-4F6C-8EEA-512201C7CDC9}" srcOrd="2" destOrd="0" presId="urn:microsoft.com/office/officeart/2005/8/layout/chart3"/>
    <dgm:cxn modelId="{D42A2A19-4D42-4B8B-A6E0-9A054546A855}" type="presParOf" srcId="{CB892D60-2B20-46C3-87BC-F58EAA848156}" destId="{AC9DC32F-869B-4DFB-A37E-E3D67D647138}" srcOrd="3" destOrd="0" presId="urn:microsoft.com/office/officeart/2005/8/layout/chart3"/>
    <dgm:cxn modelId="{D9950B2C-876E-4E88-A2B6-AB748033B96A}" type="presParOf" srcId="{CB892D60-2B20-46C3-87BC-F58EAA848156}" destId="{C8CB46B1-E79C-457E-A28D-1EE2F9EBEE32}" srcOrd="4" destOrd="0" presId="urn:microsoft.com/office/officeart/2005/8/layout/chart3"/>
    <dgm:cxn modelId="{C1CAEF49-E39D-4950-9C10-58711C437258}" type="presParOf" srcId="{CB892D60-2B20-46C3-87BC-F58EAA848156}" destId="{19DDDAC6-92E2-40EA-B0EA-D32BF4980C94}" srcOrd="5" destOrd="0" presId="urn:microsoft.com/office/officeart/2005/8/layout/chart3"/>
    <dgm:cxn modelId="{E8B6366D-5222-4C56-AB85-9378D9C6988C}" type="presParOf" srcId="{CB892D60-2B20-46C3-87BC-F58EAA848156}" destId="{75645940-2EEE-4E50-8B17-F4838C4D2812}" srcOrd="6" destOrd="0" presId="urn:microsoft.com/office/officeart/2005/8/layout/chart3"/>
    <dgm:cxn modelId="{11336CDB-67FF-4FBB-800F-8BF39CCE7347}" type="presParOf" srcId="{CB892D60-2B20-46C3-87BC-F58EAA848156}" destId="{FF3DB6A0-593B-467F-AA9B-F6E930064387}" srcOrd="7" destOrd="0" presId="urn:microsoft.com/office/officeart/2005/8/layout/chart3"/>
    <dgm:cxn modelId="{2F688198-F9DC-4844-8FE9-1C50AC92DD53}" type="presParOf" srcId="{CB892D60-2B20-46C3-87BC-F58EAA848156}" destId="{C0B1907C-499B-43A5-8352-581C1F6219E1}" srcOrd="8" destOrd="0" presId="urn:microsoft.com/office/officeart/2005/8/layout/chart3"/>
    <dgm:cxn modelId="{8FC2F7E8-BF99-4F1F-9B84-F16EEFECBD78}" type="presParOf" srcId="{CB892D60-2B20-46C3-87BC-F58EAA848156}" destId="{87C899A1-74D4-4481-A2C9-1D4677F9080D}" srcOrd="9"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B605E88-28C9-40AF-B377-8F3FFA29F2F9}" type="doc">
      <dgm:prSet loTypeId="urn:microsoft.com/office/officeart/2005/8/layout/chart3" loCatId="cycle" qsTypeId="urn:microsoft.com/office/officeart/2005/8/quickstyle/3d1" qsCatId="3D" csTypeId="urn:microsoft.com/office/officeart/2005/8/colors/colorful4" csCatId="colorful" phldr="1"/>
      <dgm:spPr/>
      <dgm:t>
        <a:bodyPr/>
        <a:lstStyle/>
        <a:p>
          <a:endParaRPr lang="en-US"/>
        </a:p>
      </dgm:t>
    </dgm:pt>
    <dgm:pt modelId="{7B913D88-0A63-4E28-8465-978B0AF0B5A9}">
      <dgm:prSet phldrT="[Text]"/>
      <dgm:spPr/>
      <dgm:t>
        <a:bodyPr/>
        <a:lstStyle/>
        <a:p>
          <a:r>
            <a:rPr lang="en-US" dirty="0" smtClean="0"/>
            <a:t>Identify</a:t>
          </a:r>
          <a:endParaRPr lang="en-US" dirty="0"/>
        </a:p>
      </dgm:t>
    </dgm:pt>
    <dgm:pt modelId="{417C871C-23D8-44D4-9277-277C7FEF2891}" type="parTrans" cxnId="{7C18FBE0-A3C5-4920-AAC2-F67ED4531A18}">
      <dgm:prSet/>
      <dgm:spPr/>
      <dgm:t>
        <a:bodyPr/>
        <a:lstStyle/>
        <a:p>
          <a:endParaRPr lang="en-US"/>
        </a:p>
      </dgm:t>
    </dgm:pt>
    <dgm:pt modelId="{FE20C5D6-6FD5-401B-AF27-4193E0B9BA7A}" type="sibTrans" cxnId="{7C18FBE0-A3C5-4920-AAC2-F67ED4531A18}">
      <dgm:prSet/>
      <dgm:spPr/>
      <dgm:t>
        <a:bodyPr/>
        <a:lstStyle/>
        <a:p>
          <a:endParaRPr lang="en-US"/>
        </a:p>
      </dgm:t>
    </dgm:pt>
    <dgm:pt modelId="{FF0AF41F-3F38-4D90-B879-99863303EB82}">
      <dgm:prSet phldrT="[Text]"/>
      <dgm:spPr/>
      <dgm:t>
        <a:bodyPr/>
        <a:lstStyle/>
        <a:p>
          <a:r>
            <a:rPr lang="en-US" dirty="0" smtClean="0"/>
            <a:t>Analyze</a:t>
          </a:r>
          <a:endParaRPr lang="en-US" dirty="0"/>
        </a:p>
      </dgm:t>
    </dgm:pt>
    <dgm:pt modelId="{0A6AAD71-A01A-415E-8BE7-F2B8F83D6AD8}" type="parTrans" cxnId="{42487567-1EFA-4CDA-BC8E-29938D2D5F8B}">
      <dgm:prSet/>
      <dgm:spPr/>
      <dgm:t>
        <a:bodyPr/>
        <a:lstStyle/>
        <a:p>
          <a:endParaRPr lang="en-US"/>
        </a:p>
      </dgm:t>
    </dgm:pt>
    <dgm:pt modelId="{CFEF47D0-A159-4FA4-97D6-8BD45DEC0652}" type="sibTrans" cxnId="{42487567-1EFA-4CDA-BC8E-29938D2D5F8B}">
      <dgm:prSet/>
      <dgm:spPr/>
      <dgm:t>
        <a:bodyPr/>
        <a:lstStyle/>
        <a:p>
          <a:endParaRPr lang="en-US"/>
        </a:p>
      </dgm:t>
    </dgm:pt>
    <dgm:pt modelId="{245E56F9-2648-48F5-B488-71B4DE3A4147}">
      <dgm:prSet phldrT="[Text]"/>
      <dgm:spPr/>
      <dgm:t>
        <a:bodyPr/>
        <a:lstStyle/>
        <a:p>
          <a:r>
            <a:rPr lang="en-US" dirty="0" smtClean="0"/>
            <a:t>Evaluate</a:t>
          </a:r>
          <a:endParaRPr lang="en-US" dirty="0"/>
        </a:p>
      </dgm:t>
    </dgm:pt>
    <dgm:pt modelId="{2C5B9D70-8D03-44EF-8715-2274A78BBE48}" type="parTrans" cxnId="{218639C5-09C5-4486-9E52-71B76E43E517}">
      <dgm:prSet/>
      <dgm:spPr/>
      <dgm:t>
        <a:bodyPr/>
        <a:lstStyle/>
        <a:p>
          <a:endParaRPr lang="en-US"/>
        </a:p>
      </dgm:t>
    </dgm:pt>
    <dgm:pt modelId="{415347D5-00BC-4EA4-90EA-708AC24F0E97}" type="sibTrans" cxnId="{218639C5-09C5-4486-9E52-71B76E43E517}">
      <dgm:prSet/>
      <dgm:spPr/>
      <dgm:t>
        <a:bodyPr/>
        <a:lstStyle/>
        <a:p>
          <a:endParaRPr lang="en-US"/>
        </a:p>
      </dgm:t>
    </dgm:pt>
    <dgm:pt modelId="{C6E30F3D-2C0C-4B4A-873B-5E4D2D9D5F9A}">
      <dgm:prSet phldrT="[Text]"/>
      <dgm:spPr/>
      <dgm:t>
        <a:bodyPr/>
        <a:lstStyle/>
        <a:p>
          <a:r>
            <a:rPr lang="en-US" dirty="0" smtClean="0"/>
            <a:t>Treat</a:t>
          </a:r>
          <a:endParaRPr lang="en-US" dirty="0"/>
        </a:p>
      </dgm:t>
    </dgm:pt>
    <dgm:pt modelId="{195D625A-2E39-4DF6-A7D1-A40A7BA1F34D}" type="parTrans" cxnId="{AE1AF309-78C3-44A2-A462-BFD7FB41207C}">
      <dgm:prSet/>
      <dgm:spPr/>
      <dgm:t>
        <a:bodyPr/>
        <a:lstStyle/>
        <a:p>
          <a:endParaRPr lang="en-US"/>
        </a:p>
      </dgm:t>
    </dgm:pt>
    <dgm:pt modelId="{548BB238-6626-4110-948C-245F92ABBF79}" type="sibTrans" cxnId="{AE1AF309-78C3-44A2-A462-BFD7FB41207C}">
      <dgm:prSet/>
      <dgm:spPr/>
      <dgm:t>
        <a:bodyPr/>
        <a:lstStyle/>
        <a:p>
          <a:endParaRPr lang="en-US"/>
        </a:p>
      </dgm:t>
    </dgm:pt>
    <dgm:pt modelId="{219BE00F-9FE3-408C-B474-2730DE7594D3}">
      <dgm:prSet phldrT="[Text]"/>
      <dgm:spPr/>
      <dgm:t>
        <a:bodyPr/>
        <a:lstStyle/>
        <a:p>
          <a:r>
            <a:rPr lang="en-US" dirty="0" smtClean="0"/>
            <a:t>Monitor</a:t>
          </a:r>
          <a:endParaRPr lang="en-US" dirty="0"/>
        </a:p>
      </dgm:t>
    </dgm:pt>
    <dgm:pt modelId="{908F32C5-6EC6-44A4-8684-979D1C909D8F}" type="parTrans" cxnId="{BBBFBDFA-0AEE-434F-BB9B-9E794593333A}">
      <dgm:prSet/>
      <dgm:spPr/>
      <dgm:t>
        <a:bodyPr/>
        <a:lstStyle/>
        <a:p>
          <a:endParaRPr lang="en-US"/>
        </a:p>
      </dgm:t>
    </dgm:pt>
    <dgm:pt modelId="{7E81B2C3-89DC-4B04-A0D9-2D6CC4B3BB56}" type="sibTrans" cxnId="{BBBFBDFA-0AEE-434F-BB9B-9E794593333A}">
      <dgm:prSet/>
      <dgm:spPr/>
      <dgm:t>
        <a:bodyPr/>
        <a:lstStyle/>
        <a:p>
          <a:endParaRPr lang="en-US"/>
        </a:p>
      </dgm:t>
    </dgm:pt>
    <dgm:pt modelId="{CB892D60-2B20-46C3-87BC-F58EAA848156}" type="pres">
      <dgm:prSet presAssocID="{3B605E88-28C9-40AF-B377-8F3FFA29F2F9}" presName="compositeShape" presStyleCnt="0">
        <dgm:presLayoutVars>
          <dgm:chMax val="7"/>
          <dgm:dir/>
          <dgm:resizeHandles val="exact"/>
        </dgm:presLayoutVars>
      </dgm:prSet>
      <dgm:spPr/>
      <dgm:t>
        <a:bodyPr/>
        <a:lstStyle/>
        <a:p>
          <a:endParaRPr lang="en-US"/>
        </a:p>
      </dgm:t>
    </dgm:pt>
    <dgm:pt modelId="{F0915EC1-A275-4419-B6DD-9DC54319BF3E}" type="pres">
      <dgm:prSet presAssocID="{3B605E88-28C9-40AF-B377-8F3FFA29F2F9}" presName="wedge1" presStyleLbl="node1" presStyleIdx="0" presStyleCnt="5"/>
      <dgm:spPr/>
      <dgm:t>
        <a:bodyPr/>
        <a:lstStyle/>
        <a:p>
          <a:endParaRPr lang="en-US"/>
        </a:p>
      </dgm:t>
    </dgm:pt>
    <dgm:pt modelId="{E9DE9BBF-436E-4DEA-A2C7-203A042957F6}" type="pres">
      <dgm:prSet presAssocID="{3B605E88-28C9-40AF-B377-8F3FFA29F2F9}" presName="wedge1Tx" presStyleLbl="node1" presStyleIdx="0" presStyleCnt="5">
        <dgm:presLayoutVars>
          <dgm:chMax val="0"/>
          <dgm:chPref val="0"/>
          <dgm:bulletEnabled val="1"/>
        </dgm:presLayoutVars>
      </dgm:prSet>
      <dgm:spPr/>
      <dgm:t>
        <a:bodyPr/>
        <a:lstStyle/>
        <a:p>
          <a:endParaRPr lang="en-US"/>
        </a:p>
      </dgm:t>
    </dgm:pt>
    <dgm:pt modelId="{B908182B-DF5B-4F6C-8EEA-512201C7CDC9}" type="pres">
      <dgm:prSet presAssocID="{3B605E88-28C9-40AF-B377-8F3FFA29F2F9}" presName="wedge2" presStyleLbl="node1" presStyleIdx="1" presStyleCnt="5"/>
      <dgm:spPr/>
      <dgm:t>
        <a:bodyPr/>
        <a:lstStyle/>
        <a:p>
          <a:endParaRPr lang="en-US"/>
        </a:p>
      </dgm:t>
    </dgm:pt>
    <dgm:pt modelId="{AC9DC32F-869B-4DFB-A37E-E3D67D647138}" type="pres">
      <dgm:prSet presAssocID="{3B605E88-28C9-40AF-B377-8F3FFA29F2F9}" presName="wedge2Tx" presStyleLbl="node1" presStyleIdx="1" presStyleCnt="5">
        <dgm:presLayoutVars>
          <dgm:chMax val="0"/>
          <dgm:chPref val="0"/>
          <dgm:bulletEnabled val="1"/>
        </dgm:presLayoutVars>
      </dgm:prSet>
      <dgm:spPr/>
      <dgm:t>
        <a:bodyPr/>
        <a:lstStyle/>
        <a:p>
          <a:endParaRPr lang="en-US"/>
        </a:p>
      </dgm:t>
    </dgm:pt>
    <dgm:pt modelId="{C8CB46B1-E79C-457E-A28D-1EE2F9EBEE32}" type="pres">
      <dgm:prSet presAssocID="{3B605E88-28C9-40AF-B377-8F3FFA29F2F9}" presName="wedge3" presStyleLbl="node1" presStyleIdx="2" presStyleCnt="5"/>
      <dgm:spPr/>
      <dgm:t>
        <a:bodyPr/>
        <a:lstStyle/>
        <a:p>
          <a:endParaRPr lang="en-US"/>
        </a:p>
      </dgm:t>
    </dgm:pt>
    <dgm:pt modelId="{19DDDAC6-92E2-40EA-B0EA-D32BF4980C94}" type="pres">
      <dgm:prSet presAssocID="{3B605E88-28C9-40AF-B377-8F3FFA29F2F9}" presName="wedge3Tx" presStyleLbl="node1" presStyleIdx="2" presStyleCnt="5">
        <dgm:presLayoutVars>
          <dgm:chMax val="0"/>
          <dgm:chPref val="0"/>
          <dgm:bulletEnabled val="1"/>
        </dgm:presLayoutVars>
      </dgm:prSet>
      <dgm:spPr/>
      <dgm:t>
        <a:bodyPr/>
        <a:lstStyle/>
        <a:p>
          <a:endParaRPr lang="en-US"/>
        </a:p>
      </dgm:t>
    </dgm:pt>
    <dgm:pt modelId="{75645940-2EEE-4E50-8B17-F4838C4D2812}" type="pres">
      <dgm:prSet presAssocID="{3B605E88-28C9-40AF-B377-8F3FFA29F2F9}" presName="wedge4" presStyleLbl="node1" presStyleIdx="3" presStyleCnt="5"/>
      <dgm:spPr/>
      <dgm:t>
        <a:bodyPr/>
        <a:lstStyle/>
        <a:p>
          <a:endParaRPr lang="en-US"/>
        </a:p>
      </dgm:t>
    </dgm:pt>
    <dgm:pt modelId="{FF3DB6A0-593B-467F-AA9B-F6E930064387}" type="pres">
      <dgm:prSet presAssocID="{3B605E88-28C9-40AF-B377-8F3FFA29F2F9}" presName="wedge4Tx" presStyleLbl="node1" presStyleIdx="3" presStyleCnt="5">
        <dgm:presLayoutVars>
          <dgm:chMax val="0"/>
          <dgm:chPref val="0"/>
          <dgm:bulletEnabled val="1"/>
        </dgm:presLayoutVars>
      </dgm:prSet>
      <dgm:spPr/>
      <dgm:t>
        <a:bodyPr/>
        <a:lstStyle/>
        <a:p>
          <a:endParaRPr lang="en-US"/>
        </a:p>
      </dgm:t>
    </dgm:pt>
    <dgm:pt modelId="{C0B1907C-499B-43A5-8352-581C1F6219E1}" type="pres">
      <dgm:prSet presAssocID="{3B605E88-28C9-40AF-B377-8F3FFA29F2F9}" presName="wedge5" presStyleLbl="node1" presStyleIdx="4" presStyleCnt="5"/>
      <dgm:spPr/>
      <dgm:t>
        <a:bodyPr/>
        <a:lstStyle/>
        <a:p>
          <a:endParaRPr lang="en-US"/>
        </a:p>
      </dgm:t>
    </dgm:pt>
    <dgm:pt modelId="{87C899A1-74D4-4481-A2C9-1D4677F9080D}" type="pres">
      <dgm:prSet presAssocID="{3B605E88-28C9-40AF-B377-8F3FFA29F2F9}" presName="wedge5Tx" presStyleLbl="node1" presStyleIdx="4" presStyleCnt="5">
        <dgm:presLayoutVars>
          <dgm:chMax val="0"/>
          <dgm:chPref val="0"/>
          <dgm:bulletEnabled val="1"/>
        </dgm:presLayoutVars>
      </dgm:prSet>
      <dgm:spPr/>
      <dgm:t>
        <a:bodyPr/>
        <a:lstStyle/>
        <a:p>
          <a:endParaRPr lang="en-US"/>
        </a:p>
      </dgm:t>
    </dgm:pt>
  </dgm:ptLst>
  <dgm:cxnLst>
    <dgm:cxn modelId="{BBBFBDFA-0AEE-434F-BB9B-9E794593333A}" srcId="{3B605E88-28C9-40AF-B377-8F3FFA29F2F9}" destId="{219BE00F-9FE3-408C-B474-2730DE7594D3}" srcOrd="4" destOrd="0" parTransId="{908F32C5-6EC6-44A4-8684-979D1C909D8F}" sibTransId="{7E81B2C3-89DC-4B04-A0D9-2D6CC4B3BB56}"/>
    <dgm:cxn modelId="{828CB49D-234B-4EA7-A409-19F72CFC599C}" type="presOf" srcId="{245E56F9-2648-48F5-B488-71B4DE3A4147}" destId="{19DDDAC6-92E2-40EA-B0EA-D32BF4980C94}" srcOrd="1" destOrd="0" presId="urn:microsoft.com/office/officeart/2005/8/layout/chart3"/>
    <dgm:cxn modelId="{218639C5-09C5-4486-9E52-71B76E43E517}" srcId="{3B605E88-28C9-40AF-B377-8F3FFA29F2F9}" destId="{245E56F9-2648-48F5-B488-71B4DE3A4147}" srcOrd="2" destOrd="0" parTransId="{2C5B9D70-8D03-44EF-8715-2274A78BBE48}" sibTransId="{415347D5-00BC-4EA4-90EA-708AC24F0E97}"/>
    <dgm:cxn modelId="{1840210D-4014-4C9B-AC33-B47E48472B3E}" type="presOf" srcId="{219BE00F-9FE3-408C-B474-2730DE7594D3}" destId="{87C899A1-74D4-4481-A2C9-1D4677F9080D}" srcOrd="1" destOrd="0" presId="urn:microsoft.com/office/officeart/2005/8/layout/chart3"/>
    <dgm:cxn modelId="{DACF1921-D443-4051-BB91-F91219F68A12}" type="presOf" srcId="{C6E30F3D-2C0C-4B4A-873B-5E4D2D9D5F9A}" destId="{FF3DB6A0-593B-467F-AA9B-F6E930064387}" srcOrd="1" destOrd="0" presId="urn:microsoft.com/office/officeart/2005/8/layout/chart3"/>
    <dgm:cxn modelId="{FA30E95E-31E7-4BF4-BE6E-7F9B48154845}" type="presOf" srcId="{245E56F9-2648-48F5-B488-71B4DE3A4147}" destId="{C8CB46B1-E79C-457E-A28D-1EE2F9EBEE32}" srcOrd="0" destOrd="0" presId="urn:microsoft.com/office/officeart/2005/8/layout/chart3"/>
    <dgm:cxn modelId="{42487567-1EFA-4CDA-BC8E-29938D2D5F8B}" srcId="{3B605E88-28C9-40AF-B377-8F3FFA29F2F9}" destId="{FF0AF41F-3F38-4D90-B879-99863303EB82}" srcOrd="1" destOrd="0" parTransId="{0A6AAD71-A01A-415E-8BE7-F2B8F83D6AD8}" sibTransId="{CFEF47D0-A159-4FA4-97D6-8BD45DEC0652}"/>
    <dgm:cxn modelId="{E0D574F8-F559-4AC7-8574-29C976CEAA19}" type="presOf" srcId="{3B605E88-28C9-40AF-B377-8F3FFA29F2F9}" destId="{CB892D60-2B20-46C3-87BC-F58EAA848156}" srcOrd="0" destOrd="0" presId="urn:microsoft.com/office/officeart/2005/8/layout/chart3"/>
    <dgm:cxn modelId="{C54A23D8-0DA0-403F-84B2-33E521749707}" type="presOf" srcId="{219BE00F-9FE3-408C-B474-2730DE7594D3}" destId="{C0B1907C-499B-43A5-8352-581C1F6219E1}" srcOrd="0" destOrd="0" presId="urn:microsoft.com/office/officeart/2005/8/layout/chart3"/>
    <dgm:cxn modelId="{B8CF2DF8-D414-48F4-AFBF-332D2624944E}" type="presOf" srcId="{FF0AF41F-3F38-4D90-B879-99863303EB82}" destId="{AC9DC32F-869B-4DFB-A37E-E3D67D647138}" srcOrd="1" destOrd="0" presId="urn:microsoft.com/office/officeart/2005/8/layout/chart3"/>
    <dgm:cxn modelId="{7C18FBE0-A3C5-4920-AAC2-F67ED4531A18}" srcId="{3B605E88-28C9-40AF-B377-8F3FFA29F2F9}" destId="{7B913D88-0A63-4E28-8465-978B0AF0B5A9}" srcOrd="0" destOrd="0" parTransId="{417C871C-23D8-44D4-9277-277C7FEF2891}" sibTransId="{FE20C5D6-6FD5-401B-AF27-4193E0B9BA7A}"/>
    <dgm:cxn modelId="{FE9507BF-2324-4DC2-9C2A-FAF9D60E7C7C}" type="presOf" srcId="{C6E30F3D-2C0C-4B4A-873B-5E4D2D9D5F9A}" destId="{75645940-2EEE-4E50-8B17-F4838C4D2812}" srcOrd="0" destOrd="0" presId="urn:microsoft.com/office/officeart/2005/8/layout/chart3"/>
    <dgm:cxn modelId="{5F338AAF-BC29-4345-A868-B138F106A830}" type="presOf" srcId="{7B913D88-0A63-4E28-8465-978B0AF0B5A9}" destId="{F0915EC1-A275-4419-B6DD-9DC54319BF3E}" srcOrd="0" destOrd="0" presId="urn:microsoft.com/office/officeart/2005/8/layout/chart3"/>
    <dgm:cxn modelId="{9B71644E-4718-4B60-8B10-6EE2A8220F2D}" type="presOf" srcId="{FF0AF41F-3F38-4D90-B879-99863303EB82}" destId="{B908182B-DF5B-4F6C-8EEA-512201C7CDC9}" srcOrd="0" destOrd="0" presId="urn:microsoft.com/office/officeart/2005/8/layout/chart3"/>
    <dgm:cxn modelId="{19EACA30-3410-45B4-AD68-D04B9575622C}" type="presOf" srcId="{7B913D88-0A63-4E28-8465-978B0AF0B5A9}" destId="{E9DE9BBF-436E-4DEA-A2C7-203A042957F6}" srcOrd="1" destOrd="0" presId="urn:microsoft.com/office/officeart/2005/8/layout/chart3"/>
    <dgm:cxn modelId="{AE1AF309-78C3-44A2-A462-BFD7FB41207C}" srcId="{3B605E88-28C9-40AF-B377-8F3FFA29F2F9}" destId="{C6E30F3D-2C0C-4B4A-873B-5E4D2D9D5F9A}" srcOrd="3" destOrd="0" parTransId="{195D625A-2E39-4DF6-A7D1-A40A7BA1F34D}" sibTransId="{548BB238-6626-4110-948C-245F92ABBF79}"/>
    <dgm:cxn modelId="{4EF6C909-4F03-4410-96FC-172B816BF078}" type="presParOf" srcId="{CB892D60-2B20-46C3-87BC-F58EAA848156}" destId="{F0915EC1-A275-4419-B6DD-9DC54319BF3E}" srcOrd="0" destOrd="0" presId="urn:microsoft.com/office/officeart/2005/8/layout/chart3"/>
    <dgm:cxn modelId="{D7DD1C40-7EB6-4704-93B8-F807C5BD277D}" type="presParOf" srcId="{CB892D60-2B20-46C3-87BC-F58EAA848156}" destId="{E9DE9BBF-436E-4DEA-A2C7-203A042957F6}" srcOrd="1" destOrd="0" presId="urn:microsoft.com/office/officeart/2005/8/layout/chart3"/>
    <dgm:cxn modelId="{740BB423-F742-4B47-9970-44B917154B25}" type="presParOf" srcId="{CB892D60-2B20-46C3-87BC-F58EAA848156}" destId="{B908182B-DF5B-4F6C-8EEA-512201C7CDC9}" srcOrd="2" destOrd="0" presId="urn:microsoft.com/office/officeart/2005/8/layout/chart3"/>
    <dgm:cxn modelId="{9999DDDA-315C-45FE-A993-39C564C0ABDF}" type="presParOf" srcId="{CB892D60-2B20-46C3-87BC-F58EAA848156}" destId="{AC9DC32F-869B-4DFB-A37E-E3D67D647138}" srcOrd="3" destOrd="0" presId="urn:microsoft.com/office/officeart/2005/8/layout/chart3"/>
    <dgm:cxn modelId="{85EA8D41-E64D-4E17-9456-78FD6885D513}" type="presParOf" srcId="{CB892D60-2B20-46C3-87BC-F58EAA848156}" destId="{C8CB46B1-E79C-457E-A28D-1EE2F9EBEE32}" srcOrd="4" destOrd="0" presId="urn:microsoft.com/office/officeart/2005/8/layout/chart3"/>
    <dgm:cxn modelId="{846C5C6E-F5C1-4A1B-A165-04BDF698B22B}" type="presParOf" srcId="{CB892D60-2B20-46C3-87BC-F58EAA848156}" destId="{19DDDAC6-92E2-40EA-B0EA-D32BF4980C94}" srcOrd="5" destOrd="0" presId="urn:microsoft.com/office/officeart/2005/8/layout/chart3"/>
    <dgm:cxn modelId="{A0AC8BFA-E20B-4453-B6E4-A86B6343D232}" type="presParOf" srcId="{CB892D60-2B20-46C3-87BC-F58EAA848156}" destId="{75645940-2EEE-4E50-8B17-F4838C4D2812}" srcOrd="6" destOrd="0" presId="urn:microsoft.com/office/officeart/2005/8/layout/chart3"/>
    <dgm:cxn modelId="{DA1E9FCB-1853-4886-B395-C098FF5F471D}" type="presParOf" srcId="{CB892D60-2B20-46C3-87BC-F58EAA848156}" destId="{FF3DB6A0-593B-467F-AA9B-F6E930064387}" srcOrd="7" destOrd="0" presId="urn:microsoft.com/office/officeart/2005/8/layout/chart3"/>
    <dgm:cxn modelId="{7D0F08AF-70CB-45FF-8B60-64020B6D0254}" type="presParOf" srcId="{CB892D60-2B20-46C3-87BC-F58EAA848156}" destId="{C0B1907C-499B-43A5-8352-581C1F6219E1}" srcOrd="8" destOrd="0" presId="urn:microsoft.com/office/officeart/2005/8/layout/chart3"/>
    <dgm:cxn modelId="{0C3D5967-9335-4B09-8341-6482E36F81AB}" type="presParOf" srcId="{CB892D60-2B20-46C3-87BC-F58EAA848156}" destId="{87C899A1-74D4-4481-A2C9-1D4677F9080D}" srcOrd="9"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B605E88-28C9-40AF-B377-8F3FFA29F2F9}" type="doc">
      <dgm:prSet loTypeId="urn:microsoft.com/office/officeart/2005/8/layout/chart3" loCatId="cycle" qsTypeId="urn:microsoft.com/office/officeart/2005/8/quickstyle/3d1" qsCatId="3D" csTypeId="urn:microsoft.com/office/officeart/2005/8/colors/colorful4" csCatId="colorful" phldr="1"/>
      <dgm:spPr/>
      <dgm:t>
        <a:bodyPr/>
        <a:lstStyle/>
        <a:p>
          <a:endParaRPr lang="en-US"/>
        </a:p>
      </dgm:t>
    </dgm:pt>
    <dgm:pt modelId="{7B913D88-0A63-4E28-8465-978B0AF0B5A9}">
      <dgm:prSet phldrT="[Text]"/>
      <dgm:spPr/>
      <dgm:t>
        <a:bodyPr/>
        <a:lstStyle/>
        <a:p>
          <a:r>
            <a:rPr lang="en-US" dirty="0" smtClean="0"/>
            <a:t>Identify</a:t>
          </a:r>
          <a:endParaRPr lang="en-US" dirty="0"/>
        </a:p>
      </dgm:t>
    </dgm:pt>
    <dgm:pt modelId="{417C871C-23D8-44D4-9277-277C7FEF2891}" type="parTrans" cxnId="{7C18FBE0-A3C5-4920-AAC2-F67ED4531A18}">
      <dgm:prSet/>
      <dgm:spPr/>
      <dgm:t>
        <a:bodyPr/>
        <a:lstStyle/>
        <a:p>
          <a:endParaRPr lang="en-US"/>
        </a:p>
      </dgm:t>
    </dgm:pt>
    <dgm:pt modelId="{FE20C5D6-6FD5-401B-AF27-4193E0B9BA7A}" type="sibTrans" cxnId="{7C18FBE0-A3C5-4920-AAC2-F67ED4531A18}">
      <dgm:prSet/>
      <dgm:spPr/>
      <dgm:t>
        <a:bodyPr/>
        <a:lstStyle/>
        <a:p>
          <a:endParaRPr lang="en-US"/>
        </a:p>
      </dgm:t>
    </dgm:pt>
    <dgm:pt modelId="{FF0AF41F-3F38-4D90-B879-99863303EB82}">
      <dgm:prSet phldrT="[Text]"/>
      <dgm:spPr/>
      <dgm:t>
        <a:bodyPr/>
        <a:lstStyle/>
        <a:p>
          <a:r>
            <a:rPr lang="en-US" dirty="0" smtClean="0"/>
            <a:t>Analyze</a:t>
          </a:r>
          <a:endParaRPr lang="en-US" dirty="0"/>
        </a:p>
      </dgm:t>
    </dgm:pt>
    <dgm:pt modelId="{0A6AAD71-A01A-415E-8BE7-F2B8F83D6AD8}" type="parTrans" cxnId="{42487567-1EFA-4CDA-BC8E-29938D2D5F8B}">
      <dgm:prSet/>
      <dgm:spPr/>
      <dgm:t>
        <a:bodyPr/>
        <a:lstStyle/>
        <a:p>
          <a:endParaRPr lang="en-US"/>
        </a:p>
      </dgm:t>
    </dgm:pt>
    <dgm:pt modelId="{CFEF47D0-A159-4FA4-97D6-8BD45DEC0652}" type="sibTrans" cxnId="{42487567-1EFA-4CDA-BC8E-29938D2D5F8B}">
      <dgm:prSet/>
      <dgm:spPr/>
      <dgm:t>
        <a:bodyPr/>
        <a:lstStyle/>
        <a:p>
          <a:endParaRPr lang="en-US"/>
        </a:p>
      </dgm:t>
    </dgm:pt>
    <dgm:pt modelId="{245E56F9-2648-48F5-B488-71B4DE3A4147}">
      <dgm:prSet phldrT="[Text]"/>
      <dgm:spPr/>
      <dgm:t>
        <a:bodyPr/>
        <a:lstStyle/>
        <a:p>
          <a:r>
            <a:rPr lang="en-US" dirty="0" smtClean="0"/>
            <a:t>Evaluate</a:t>
          </a:r>
          <a:endParaRPr lang="en-US" dirty="0"/>
        </a:p>
      </dgm:t>
    </dgm:pt>
    <dgm:pt modelId="{2C5B9D70-8D03-44EF-8715-2274A78BBE48}" type="parTrans" cxnId="{218639C5-09C5-4486-9E52-71B76E43E517}">
      <dgm:prSet/>
      <dgm:spPr/>
      <dgm:t>
        <a:bodyPr/>
        <a:lstStyle/>
        <a:p>
          <a:endParaRPr lang="en-US"/>
        </a:p>
      </dgm:t>
    </dgm:pt>
    <dgm:pt modelId="{415347D5-00BC-4EA4-90EA-708AC24F0E97}" type="sibTrans" cxnId="{218639C5-09C5-4486-9E52-71B76E43E517}">
      <dgm:prSet/>
      <dgm:spPr/>
      <dgm:t>
        <a:bodyPr/>
        <a:lstStyle/>
        <a:p>
          <a:endParaRPr lang="en-US"/>
        </a:p>
      </dgm:t>
    </dgm:pt>
    <dgm:pt modelId="{C6E30F3D-2C0C-4B4A-873B-5E4D2D9D5F9A}">
      <dgm:prSet phldrT="[Text]"/>
      <dgm:spPr/>
      <dgm:t>
        <a:bodyPr/>
        <a:lstStyle/>
        <a:p>
          <a:r>
            <a:rPr lang="en-US" dirty="0" smtClean="0"/>
            <a:t>Treat</a:t>
          </a:r>
          <a:endParaRPr lang="en-US" dirty="0"/>
        </a:p>
      </dgm:t>
    </dgm:pt>
    <dgm:pt modelId="{195D625A-2E39-4DF6-A7D1-A40A7BA1F34D}" type="parTrans" cxnId="{AE1AF309-78C3-44A2-A462-BFD7FB41207C}">
      <dgm:prSet/>
      <dgm:spPr/>
      <dgm:t>
        <a:bodyPr/>
        <a:lstStyle/>
        <a:p>
          <a:endParaRPr lang="en-US"/>
        </a:p>
      </dgm:t>
    </dgm:pt>
    <dgm:pt modelId="{548BB238-6626-4110-948C-245F92ABBF79}" type="sibTrans" cxnId="{AE1AF309-78C3-44A2-A462-BFD7FB41207C}">
      <dgm:prSet/>
      <dgm:spPr/>
      <dgm:t>
        <a:bodyPr/>
        <a:lstStyle/>
        <a:p>
          <a:endParaRPr lang="en-US"/>
        </a:p>
      </dgm:t>
    </dgm:pt>
    <dgm:pt modelId="{219BE00F-9FE3-408C-B474-2730DE7594D3}">
      <dgm:prSet phldrT="[Text]"/>
      <dgm:spPr/>
      <dgm:t>
        <a:bodyPr/>
        <a:lstStyle/>
        <a:p>
          <a:r>
            <a:rPr lang="en-US" dirty="0" smtClean="0"/>
            <a:t>Monitor</a:t>
          </a:r>
          <a:endParaRPr lang="en-US" dirty="0"/>
        </a:p>
      </dgm:t>
    </dgm:pt>
    <dgm:pt modelId="{908F32C5-6EC6-44A4-8684-979D1C909D8F}" type="parTrans" cxnId="{BBBFBDFA-0AEE-434F-BB9B-9E794593333A}">
      <dgm:prSet/>
      <dgm:spPr/>
      <dgm:t>
        <a:bodyPr/>
        <a:lstStyle/>
        <a:p>
          <a:endParaRPr lang="en-US"/>
        </a:p>
      </dgm:t>
    </dgm:pt>
    <dgm:pt modelId="{7E81B2C3-89DC-4B04-A0D9-2D6CC4B3BB56}" type="sibTrans" cxnId="{BBBFBDFA-0AEE-434F-BB9B-9E794593333A}">
      <dgm:prSet/>
      <dgm:spPr/>
      <dgm:t>
        <a:bodyPr/>
        <a:lstStyle/>
        <a:p>
          <a:endParaRPr lang="en-US"/>
        </a:p>
      </dgm:t>
    </dgm:pt>
    <dgm:pt modelId="{CB892D60-2B20-46C3-87BC-F58EAA848156}" type="pres">
      <dgm:prSet presAssocID="{3B605E88-28C9-40AF-B377-8F3FFA29F2F9}" presName="compositeShape" presStyleCnt="0">
        <dgm:presLayoutVars>
          <dgm:chMax val="7"/>
          <dgm:dir/>
          <dgm:resizeHandles val="exact"/>
        </dgm:presLayoutVars>
      </dgm:prSet>
      <dgm:spPr/>
      <dgm:t>
        <a:bodyPr/>
        <a:lstStyle/>
        <a:p>
          <a:endParaRPr lang="en-US"/>
        </a:p>
      </dgm:t>
    </dgm:pt>
    <dgm:pt modelId="{F0915EC1-A275-4419-B6DD-9DC54319BF3E}" type="pres">
      <dgm:prSet presAssocID="{3B605E88-28C9-40AF-B377-8F3FFA29F2F9}" presName="wedge1" presStyleLbl="node1" presStyleIdx="0" presStyleCnt="5"/>
      <dgm:spPr/>
      <dgm:t>
        <a:bodyPr/>
        <a:lstStyle/>
        <a:p>
          <a:endParaRPr lang="en-US"/>
        </a:p>
      </dgm:t>
    </dgm:pt>
    <dgm:pt modelId="{E9DE9BBF-436E-4DEA-A2C7-203A042957F6}" type="pres">
      <dgm:prSet presAssocID="{3B605E88-28C9-40AF-B377-8F3FFA29F2F9}" presName="wedge1Tx" presStyleLbl="node1" presStyleIdx="0" presStyleCnt="5">
        <dgm:presLayoutVars>
          <dgm:chMax val="0"/>
          <dgm:chPref val="0"/>
          <dgm:bulletEnabled val="1"/>
        </dgm:presLayoutVars>
      </dgm:prSet>
      <dgm:spPr/>
      <dgm:t>
        <a:bodyPr/>
        <a:lstStyle/>
        <a:p>
          <a:endParaRPr lang="en-US"/>
        </a:p>
      </dgm:t>
    </dgm:pt>
    <dgm:pt modelId="{B908182B-DF5B-4F6C-8EEA-512201C7CDC9}" type="pres">
      <dgm:prSet presAssocID="{3B605E88-28C9-40AF-B377-8F3FFA29F2F9}" presName="wedge2" presStyleLbl="node1" presStyleIdx="1" presStyleCnt="5"/>
      <dgm:spPr/>
      <dgm:t>
        <a:bodyPr/>
        <a:lstStyle/>
        <a:p>
          <a:endParaRPr lang="en-US"/>
        </a:p>
      </dgm:t>
    </dgm:pt>
    <dgm:pt modelId="{AC9DC32F-869B-4DFB-A37E-E3D67D647138}" type="pres">
      <dgm:prSet presAssocID="{3B605E88-28C9-40AF-B377-8F3FFA29F2F9}" presName="wedge2Tx" presStyleLbl="node1" presStyleIdx="1" presStyleCnt="5">
        <dgm:presLayoutVars>
          <dgm:chMax val="0"/>
          <dgm:chPref val="0"/>
          <dgm:bulletEnabled val="1"/>
        </dgm:presLayoutVars>
      </dgm:prSet>
      <dgm:spPr/>
      <dgm:t>
        <a:bodyPr/>
        <a:lstStyle/>
        <a:p>
          <a:endParaRPr lang="en-US"/>
        </a:p>
      </dgm:t>
    </dgm:pt>
    <dgm:pt modelId="{C8CB46B1-E79C-457E-A28D-1EE2F9EBEE32}" type="pres">
      <dgm:prSet presAssocID="{3B605E88-28C9-40AF-B377-8F3FFA29F2F9}" presName="wedge3" presStyleLbl="node1" presStyleIdx="2" presStyleCnt="5"/>
      <dgm:spPr/>
      <dgm:t>
        <a:bodyPr/>
        <a:lstStyle/>
        <a:p>
          <a:endParaRPr lang="en-US"/>
        </a:p>
      </dgm:t>
    </dgm:pt>
    <dgm:pt modelId="{19DDDAC6-92E2-40EA-B0EA-D32BF4980C94}" type="pres">
      <dgm:prSet presAssocID="{3B605E88-28C9-40AF-B377-8F3FFA29F2F9}" presName="wedge3Tx" presStyleLbl="node1" presStyleIdx="2" presStyleCnt="5">
        <dgm:presLayoutVars>
          <dgm:chMax val="0"/>
          <dgm:chPref val="0"/>
          <dgm:bulletEnabled val="1"/>
        </dgm:presLayoutVars>
      </dgm:prSet>
      <dgm:spPr/>
      <dgm:t>
        <a:bodyPr/>
        <a:lstStyle/>
        <a:p>
          <a:endParaRPr lang="en-US"/>
        </a:p>
      </dgm:t>
    </dgm:pt>
    <dgm:pt modelId="{75645940-2EEE-4E50-8B17-F4838C4D2812}" type="pres">
      <dgm:prSet presAssocID="{3B605E88-28C9-40AF-B377-8F3FFA29F2F9}" presName="wedge4" presStyleLbl="node1" presStyleIdx="3" presStyleCnt="5"/>
      <dgm:spPr/>
      <dgm:t>
        <a:bodyPr/>
        <a:lstStyle/>
        <a:p>
          <a:endParaRPr lang="en-US"/>
        </a:p>
      </dgm:t>
    </dgm:pt>
    <dgm:pt modelId="{FF3DB6A0-593B-467F-AA9B-F6E930064387}" type="pres">
      <dgm:prSet presAssocID="{3B605E88-28C9-40AF-B377-8F3FFA29F2F9}" presName="wedge4Tx" presStyleLbl="node1" presStyleIdx="3" presStyleCnt="5">
        <dgm:presLayoutVars>
          <dgm:chMax val="0"/>
          <dgm:chPref val="0"/>
          <dgm:bulletEnabled val="1"/>
        </dgm:presLayoutVars>
      </dgm:prSet>
      <dgm:spPr/>
      <dgm:t>
        <a:bodyPr/>
        <a:lstStyle/>
        <a:p>
          <a:endParaRPr lang="en-US"/>
        </a:p>
      </dgm:t>
    </dgm:pt>
    <dgm:pt modelId="{C0B1907C-499B-43A5-8352-581C1F6219E1}" type="pres">
      <dgm:prSet presAssocID="{3B605E88-28C9-40AF-B377-8F3FFA29F2F9}" presName="wedge5" presStyleLbl="node1" presStyleIdx="4" presStyleCnt="5"/>
      <dgm:spPr/>
      <dgm:t>
        <a:bodyPr/>
        <a:lstStyle/>
        <a:p>
          <a:endParaRPr lang="en-US"/>
        </a:p>
      </dgm:t>
    </dgm:pt>
    <dgm:pt modelId="{87C899A1-74D4-4481-A2C9-1D4677F9080D}" type="pres">
      <dgm:prSet presAssocID="{3B605E88-28C9-40AF-B377-8F3FFA29F2F9}" presName="wedge5Tx" presStyleLbl="node1" presStyleIdx="4" presStyleCnt="5">
        <dgm:presLayoutVars>
          <dgm:chMax val="0"/>
          <dgm:chPref val="0"/>
          <dgm:bulletEnabled val="1"/>
        </dgm:presLayoutVars>
      </dgm:prSet>
      <dgm:spPr/>
      <dgm:t>
        <a:bodyPr/>
        <a:lstStyle/>
        <a:p>
          <a:endParaRPr lang="en-US"/>
        </a:p>
      </dgm:t>
    </dgm:pt>
  </dgm:ptLst>
  <dgm:cxnLst>
    <dgm:cxn modelId="{236E4719-21EB-4ABF-8571-B5512AFB19D1}" type="presOf" srcId="{245E56F9-2648-48F5-B488-71B4DE3A4147}" destId="{C8CB46B1-E79C-457E-A28D-1EE2F9EBEE32}" srcOrd="0" destOrd="0" presId="urn:microsoft.com/office/officeart/2005/8/layout/chart3"/>
    <dgm:cxn modelId="{5590DF4D-D4F9-4900-A5B4-396ABEB0055B}" type="presOf" srcId="{245E56F9-2648-48F5-B488-71B4DE3A4147}" destId="{19DDDAC6-92E2-40EA-B0EA-D32BF4980C94}" srcOrd="1" destOrd="0" presId="urn:microsoft.com/office/officeart/2005/8/layout/chart3"/>
    <dgm:cxn modelId="{AFECA8BE-B7C6-4A50-8A90-480553BF8B01}" type="presOf" srcId="{FF0AF41F-3F38-4D90-B879-99863303EB82}" destId="{B908182B-DF5B-4F6C-8EEA-512201C7CDC9}" srcOrd="0" destOrd="0" presId="urn:microsoft.com/office/officeart/2005/8/layout/chart3"/>
    <dgm:cxn modelId="{BBBFBDFA-0AEE-434F-BB9B-9E794593333A}" srcId="{3B605E88-28C9-40AF-B377-8F3FFA29F2F9}" destId="{219BE00F-9FE3-408C-B474-2730DE7594D3}" srcOrd="4" destOrd="0" parTransId="{908F32C5-6EC6-44A4-8684-979D1C909D8F}" sibTransId="{7E81B2C3-89DC-4B04-A0D9-2D6CC4B3BB56}"/>
    <dgm:cxn modelId="{9F3D86DE-6D01-4535-A667-8303AB8760D1}" type="presOf" srcId="{7B913D88-0A63-4E28-8465-978B0AF0B5A9}" destId="{F0915EC1-A275-4419-B6DD-9DC54319BF3E}" srcOrd="0" destOrd="0" presId="urn:microsoft.com/office/officeart/2005/8/layout/chart3"/>
    <dgm:cxn modelId="{4EF01F9F-EF7F-437C-BB2B-21C8381F7E69}" type="presOf" srcId="{C6E30F3D-2C0C-4B4A-873B-5E4D2D9D5F9A}" destId="{FF3DB6A0-593B-467F-AA9B-F6E930064387}" srcOrd="1" destOrd="0" presId="urn:microsoft.com/office/officeart/2005/8/layout/chart3"/>
    <dgm:cxn modelId="{F069EE5C-68DC-4F32-ACD1-6C6BCEADEBAB}" type="presOf" srcId="{FF0AF41F-3F38-4D90-B879-99863303EB82}" destId="{AC9DC32F-869B-4DFB-A37E-E3D67D647138}" srcOrd="1" destOrd="0" presId="urn:microsoft.com/office/officeart/2005/8/layout/chart3"/>
    <dgm:cxn modelId="{218639C5-09C5-4486-9E52-71B76E43E517}" srcId="{3B605E88-28C9-40AF-B377-8F3FFA29F2F9}" destId="{245E56F9-2648-48F5-B488-71B4DE3A4147}" srcOrd="2" destOrd="0" parTransId="{2C5B9D70-8D03-44EF-8715-2274A78BBE48}" sibTransId="{415347D5-00BC-4EA4-90EA-708AC24F0E97}"/>
    <dgm:cxn modelId="{CCD9CE46-1403-46BF-B224-0344482CCEAD}" type="presOf" srcId="{3B605E88-28C9-40AF-B377-8F3FFA29F2F9}" destId="{CB892D60-2B20-46C3-87BC-F58EAA848156}" srcOrd="0" destOrd="0" presId="urn:microsoft.com/office/officeart/2005/8/layout/chart3"/>
    <dgm:cxn modelId="{42487567-1EFA-4CDA-BC8E-29938D2D5F8B}" srcId="{3B605E88-28C9-40AF-B377-8F3FFA29F2F9}" destId="{FF0AF41F-3F38-4D90-B879-99863303EB82}" srcOrd="1" destOrd="0" parTransId="{0A6AAD71-A01A-415E-8BE7-F2B8F83D6AD8}" sibTransId="{CFEF47D0-A159-4FA4-97D6-8BD45DEC0652}"/>
    <dgm:cxn modelId="{1FAD1967-4C5F-463D-847F-84DD64E2D0D9}" type="presOf" srcId="{C6E30F3D-2C0C-4B4A-873B-5E4D2D9D5F9A}" destId="{75645940-2EEE-4E50-8B17-F4838C4D2812}" srcOrd="0" destOrd="0" presId="urn:microsoft.com/office/officeart/2005/8/layout/chart3"/>
    <dgm:cxn modelId="{5C1CAE37-B35B-4E08-A1E1-1874A149B7A8}" type="presOf" srcId="{219BE00F-9FE3-408C-B474-2730DE7594D3}" destId="{87C899A1-74D4-4481-A2C9-1D4677F9080D}" srcOrd="1" destOrd="0" presId="urn:microsoft.com/office/officeart/2005/8/layout/chart3"/>
    <dgm:cxn modelId="{7C18FBE0-A3C5-4920-AAC2-F67ED4531A18}" srcId="{3B605E88-28C9-40AF-B377-8F3FFA29F2F9}" destId="{7B913D88-0A63-4E28-8465-978B0AF0B5A9}" srcOrd="0" destOrd="0" parTransId="{417C871C-23D8-44D4-9277-277C7FEF2891}" sibTransId="{FE20C5D6-6FD5-401B-AF27-4193E0B9BA7A}"/>
    <dgm:cxn modelId="{4D1E64A8-8F82-4677-B7AB-7A6BAC3D73DF}" type="presOf" srcId="{219BE00F-9FE3-408C-B474-2730DE7594D3}" destId="{C0B1907C-499B-43A5-8352-581C1F6219E1}" srcOrd="0" destOrd="0" presId="urn:microsoft.com/office/officeart/2005/8/layout/chart3"/>
    <dgm:cxn modelId="{03AB874D-4D20-49B3-84A8-02B704CBF772}" type="presOf" srcId="{7B913D88-0A63-4E28-8465-978B0AF0B5A9}" destId="{E9DE9BBF-436E-4DEA-A2C7-203A042957F6}" srcOrd="1" destOrd="0" presId="urn:microsoft.com/office/officeart/2005/8/layout/chart3"/>
    <dgm:cxn modelId="{AE1AF309-78C3-44A2-A462-BFD7FB41207C}" srcId="{3B605E88-28C9-40AF-B377-8F3FFA29F2F9}" destId="{C6E30F3D-2C0C-4B4A-873B-5E4D2D9D5F9A}" srcOrd="3" destOrd="0" parTransId="{195D625A-2E39-4DF6-A7D1-A40A7BA1F34D}" sibTransId="{548BB238-6626-4110-948C-245F92ABBF79}"/>
    <dgm:cxn modelId="{406096F8-C753-474E-828C-E4D37EDC6D59}" type="presParOf" srcId="{CB892D60-2B20-46C3-87BC-F58EAA848156}" destId="{F0915EC1-A275-4419-B6DD-9DC54319BF3E}" srcOrd="0" destOrd="0" presId="urn:microsoft.com/office/officeart/2005/8/layout/chart3"/>
    <dgm:cxn modelId="{12F9C0C5-2482-489F-A5D4-1EA9B4880E89}" type="presParOf" srcId="{CB892D60-2B20-46C3-87BC-F58EAA848156}" destId="{E9DE9BBF-436E-4DEA-A2C7-203A042957F6}" srcOrd="1" destOrd="0" presId="urn:microsoft.com/office/officeart/2005/8/layout/chart3"/>
    <dgm:cxn modelId="{C777ED6C-C5A9-41E3-BBFB-3EA031155324}" type="presParOf" srcId="{CB892D60-2B20-46C3-87BC-F58EAA848156}" destId="{B908182B-DF5B-4F6C-8EEA-512201C7CDC9}" srcOrd="2" destOrd="0" presId="urn:microsoft.com/office/officeart/2005/8/layout/chart3"/>
    <dgm:cxn modelId="{2E55BF3D-4A02-407A-80E4-0FCD79B9302A}" type="presParOf" srcId="{CB892D60-2B20-46C3-87BC-F58EAA848156}" destId="{AC9DC32F-869B-4DFB-A37E-E3D67D647138}" srcOrd="3" destOrd="0" presId="urn:microsoft.com/office/officeart/2005/8/layout/chart3"/>
    <dgm:cxn modelId="{6FC452A3-4625-4029-99A7-7B19DCBE4416}" type="presParOf" srcId="{CB892D60-2B20-46C3-87BC-F58EAA848156}" destId="{C8CB46B1-E79C-457E-A28D-1EE2F9EBEE32}" srcOrd="4" destOrd="0" presId="urn:microsoft.com/office/officeart/2005/8/layout/chart3"/>
    <dgm:cxn modelId="{FA253757-DFF9-4A1E-815F-9C55420A1249}" type="presParOf" srcId="{CB892D60-2B20-46C3-87BC-F58EAA848156}" destId="{19DDDAC6-92E2-40EA-B0EA-D32BF4980C94}" srcOrd="5" destOrd="0" presId="urn:microsoft.com/office/officeart/2005/8/layout/chart3"/>
    <dgm:cxn modelId="{58D5FE86-1E96-46F8-B535-8E377A7F0BE9}" type="presParOf" srcId="{CB892D60-2B20-46C3-87BC-F58EAA848156}" destId="{75645940-2EEE-4E50-8B17-F4838C4D2812}" srcOrd="6" destOrd="0" presId="urn:microsoft.com/office/officeart/2005/8/layout/chart3"/>
    <dgm:cxn modelId="{A70E87F5-03BC-4F4D-B6E4-2BDDE275CC10}" type="presParOf" srcId="{CB892D60-2B20-46C3-87BC-F58EAA848156}" destId="{FF3DB6A0-593B-467F-AA9B-F6E930064387}" srcOrd="7" destOrd="0" presId="urn:microsoft.com/office/officeart/2005/8/layout/chart3"/>
    <dgm:cxn modelId="{6E359124-E603-4BF2-96B0-775241490459}" type="presParOf" srcId="{CB892D60-2B20-46C3-87BC-F58EAA848156}" destId="{C0B1907C-499B-43A5-8352-581C1F6219E1}" srcOrd="8" destOrd="0" presId="urn:microsoft.com/office/officeart/2005/8/layout/chart3"/>
    <dgm:cxn modelId="{AF8A3414-DDA0-48D1-AF9B-8D98A76519D2}" type="presParOf" srcId="{CB892D60-2B20-46C3-87BC-F58EAA848156}" destId="{87C899A1-74D4-4481-A2C9-1D4677F9080D}" srcOrd="9"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B605E88-28C9-40AF-B377-8F3FFA29F2F9}" type="doc">
      <dgm:prSet loTypeId="urn:microsoft.com/office/officeart/2005/8/layout/chart3" loCatId="cycle" qsTypeId="urn:microsoft.com/office/officeart/2005/8/quickstyle/3d1" qsCatId="3D" csTypeId="urn:microsoft.com/office/officeart/2005/8/colors/colorful4" csCatId="colorful" phldr="1"/>
      <dgm:spPr/>
      <dgm:t>
        <a:bodyPr/>
        <a:lstStyle/>
        <a:p>
          <a:endParaRPr lang="en-US"/>
        </a:p>
      </dgm:t>
    </dgm:pt>
    <dgm:pt modelId="{7B913D88-0A63-4E28-8465-978B0AF0B5A9}">
      <dgm:prSet phldrT="[Text]"/>
      <dgm:spPr/>
      <dgm:t>
        <a:bodyPr/>
        <a:lstStyle/>
        <a:p>
          <a:r>
            <a:rPr lang="en-US" dirty="0" smtClean="0"/>
            <a:t>Identify</a:t>
          </a:r>
          <a:endParaRPr lang="en-US" dirty="0"/>
        </a:p>
      </dgm:t>
    </dgm:pt>
    <dgm:pt modelId="{417C871C-23D8-44D4-9277-277C7FEF2891}" type="parTrans" cxnId="{7C18FBE0-A3C5-4920-AAC2-F67ED4531A18}">
      <dgm:prSet/>
      <dgm:spPr/>
      <dgm:t>
        <a:bodyPr/>
        <a:lstStyle/>
        <a:p>
          <a:endParaRPr lang="en-US"/>
        </a:p>
      </dgm:t>
    </dgm:pt>
    <dgm:pt modelId="{FE20C5D6-6FD5-401B-AF27-4193E0B9BA7A}" type="sibTrans" cxnId="{7C18FBE0-A3C5-4920-AAC2-F67ED4531A18}">
      <dgm:prSet/>
      <dgm:spPr/>
      <dgm:t>
        <a:bodyPr/>
        <a:lstStyle/>
        <a:p>
          <a:endParaRPr lang="en-US"/>
        </a:p>
      </dgm:t>
    </dgm:pt>
    <dgm:pt modelId="{FF0AF41F-3F38-4D90-B879-99863303EB82}">
      <dgm:prSet phldrT="[Text]"/>
      <dgm:spPr/>
      <dgm:t>
        <a:bodyPr/>
        <a:lstStyle/>
        <a:p>
          <a:r>
            <a:rPr lang="en-US" dirty="0" smtClean="0"/>
            <a:t>Analyze</a:t>
          </a:r>
          <a:endParaRPr lang="en-US" dirty="0"/>
        </a:p>
      </dgm:t>
    </dgm:pt>
    <dgm:pt modelId="{0A6AAD71-A01A-415E-8BE7-F2B8F83D6AD8}" type="parTrans" cxnId="{42487567-1EFA-4CDA-BC8E-29938D2D5F8B}">
      <dgm:prSet/>
      <dgm:spPr/>
      <dgm:t>
        <a:bodyPr/>
        <a:lstStyle/>
        <a:p>
          <a:endParaRPr lang="en-US"/>
        </a:p>
      </dgm:t>
    </dgm:pt>
    <dgm:pt modelId="{CFEF47D0-A159-4FA4-97D6-8BD45DEC0652}" type="sibTrans" cxnId="{42487567-1EFA-4CDA-BC8E-29938D2D5F8B}">
      <dgm:prSet/>
      <dgm:spPr/>
      <dgm:t>
        <a:bodyPr/>
        <a:lstStyle/>
        <a:p>
          <a:endParaRPr lang="en-US"/>
        </a:p>
      </dgm:t>
    </dgm:pt>
    <dgm:pt modelId="{245E56F9-2648-48F5-B488-71B4DE3A4147}">
      <dgm:prSet phldrT="[Text]"/>
      <dgm:spPr/>
      <dgm:t>
        <a:bodyPr/>
        <a:lstStyle/>
        <a:p>
          <a:r>
            <a:rPr lang="en-US" dirty="0" smtClean="0"/>
            <a:t>Evaluate</a:t>
          </a:r>
          <a:endParaRPr lang="en-US" dirty="0"/>
        </a:p>
      </dgm:t>
    </dgm:pt>
    <dgm:pt modelId="{2C5B9D70-8D03-44EF-8715-2274A78BBE48}" type="parTrans" cxnId="{218639C5-09C5-4486-9E52-71B76E43E517}">
      <dgm:prSet/>
      <dgm:spPr/>
      <dgm:t>
        <a:bodyPr/>
        <a:lstStyle/>
        <a:p>
          <a:endParaRPr lang="en-US"/>
        </a:p>
      </dgm:t>
    </dgm:pt>
    <dgm:pt modelId="{415347D5-00BC-4EA4-90EA-708AC24F0E97}" type="sibTrans" cxnId="{218639C5-09C5-4486-9E52-71B76E43E517}">
      <dgm:prSet/>
      <dgm:spPr/>
      <dgm:t>
        <a:bodyPr/>
        <a:lstStyle/>
        <a:p>
          <a:endParaRPr lang="en-US"/>
        </a:p>
      </dgm:t>
    </dgm:pt>
    <dgm:pt modelId="{C6E30F3D-2C0C-4B4A-873B-5E4D2D9D5F9A}">
      <dgm:prSet phldrT="[Text]"/>
      <dgm:spPr/>
      <dgm:t>
        <a:bodyPr/>
        <a:lstStyle/>
        <a:p>
          <a:r>
            <a:rPr lang="en-US" dirty="0" smtClean="0"/>
            <a:t>Treat</a:t>
          </a:r>
          <a:endParaRPr lang="en-US" dirty="0"/>
        </a:p>
      </dgm:t>
    </dgm:pt>
    <dgm:pt modelId="{195D625A-2E39-4DF6-A7D1-A40A7BA1F34D}" type="parTrans" cxnId="{AE1AF309-78C3-44A2-A462-BFD7FB41207C}">
      <dgm:prSet/>
      <dgm:spPr/>
      <dgm:t>
        <a:bodyPr/>
        <a:lstStyle/>
        <a:p>
          <a:endParaRPr lang="en-US"/>
        </a:p>
      </dgm:t>
    </dgm:pt>
    <dgm:pt modelId="{548BB238-6626-4110-948C-245F92ABBF79}" type="sibTrans" cxnId="{AE1AF309-78C3-44A2-A462-BFD7FB41207C}">
      <dgm:prSet/>
      <dgm:spPr/>
      <dgm:t>
        <a:bodyPr/>
        <a:lstStyle/>
        <a:p>
          <a:endParaRPr lang="en-US"/>
        </a:p>
      </dgm:t>
    </dgm:pt>
    <dgm:pt modelId="{219BE00F-9FE3-408C-B474-2730DE7594D3}">
      <dgm:prSet phldrT="[Text]"/>
      <dgm:spPr/>
      <dgm:t>
        <a:bodyPr/>
        <a:lstStyle/>
        <a:p>
          <a:r>
            <a:rPr lang="en-US" dirty="0" smtClean="0"/>
            <a:t>Monitor</a:t>
          </a:r>
          <a:endParaRPr lang="en-US" dirty="0"/>
        </a:p>
      </dgm:t>
    </dgm:pt>
    <dgm:pt modelId="{908F32C5-6EC6-44A4-8684-979D1C909D8F}" type="parTrans" cxnId="{BBBFBDFA-0AEE-434F-BB9B-9E794593333A}">
      <dgm:prSet/>
      <dgm:spPr/>
      <dgm:t>
        <a:bodyPr/>
        <a:lstStyle/>
        <a:p>
          <a:endParaRPr lang="en-US"/>
        </a:p>
      </dgm:t>
    </dgm:pt>
    <dgm:pt modelId="{7E81B2C3-89DC-4B04-A0D9-2D6CC4B3BB56}" type="sibTrans" cxnId="{BBBFBDFA-0AEE-434F-BB9B-9E794593333A}">
      <dgm:prSet/>
      <dgm:spPr/>
      <dgm:t>
        <a:bodyPr/>
        <a:lstStyle/>
        <a:p>
          <a:endParaRPr lang="en-US"/>
        </a:p>
      </dgm:t>
    </dgm:pt>
    <dgm:pt modelId="{CB892D60-2B20-46C3-87BC-F58EAA848156}" type="pres">
      <dgm:prSet presAssocID="{3B605E88-28C9-40AF-B377-8F3FFA29F2F9}" presName="compositeShape" presStyleCnt="0">
        <dgm:presLayoutVars>
          <dgm:chMax val="7"/>
          <dgm:dir/>
          <dgm:resizeHandles val="exact"/>
        </dgm:presLayoutVars>
      </dgm:prSet>
      <dgm:spPr/>
      <dgm:t>
        <a:bodyPr/>
        <a:lstStyle/>
        <a:p>
          <a:endParaRPr lang="en-US"/>
        </a:p>
      </dgm:t>
    </dgm:pt>
    <dgm:pt modelId="{F0915EC1-A275-4419-B6DD-9DC54319BF3E}" type="pres">
      <dgm:prSet presAssocID="{3B605E88-28C9-40AF-B377-8F3FFA29F2F9}" presName="wedge1" presStyleLbl="node1" presStyleIdx="0" presStyleCnt="5"/>
      <dgm:spPr/>
      <dgm:t>
        <a:bodyPr/>
        <a:lstStyle/>
        <a:p>
          <a:endParaRPr lang="en-US"/>
        </a:p>
      </dgm:t>
    </dgm:pt>
    <dgm:pt modelId="{E9DE9BBF-436E-4DEA-A2C7-203A042957F6}" type="pres">
      <dgm:prSet presAssocID="{3B605E88-28C9-40AF-B377-8F3FFA29F2F9}" presName="wedge1Tx" presStyleLbl="node1" presStyleIdx="0" presStyleCnt="5">
        <dgm:presLayoutVars>
          <dgm:chMax val="0"/>
          <dgm:chPref val="0"/>
          <dgm:bulletEnabled val="1"/>
        </dgm:presLayoutVars>
      </dgm:prSet>
      <dgm:spPr/>
      <dgm:t>
        <a:bodyPr/>
        <a:lstStyle/>
        <a:p>
          <a:endParaRPr lang="en-US"/>
        </a:p>
      </dgm:t>
    </dgm:pt>
    <dgm:pt modelId="{B908182B-DF5B-4F6C-8EEA-512201C7CDC9}" type="pres">
      <dgm:prSet presAssocID="{3B605E88-28C9-40AF-B377-8F3FFA29F2F9}" presName="wedge2" presStyleLbl="node1" presStyleIdx="1" presStyleCnt="5"/>
      <dgm:spPr/>
      <dgm:t>
        <a:bodyPr/>
        <a:lstStyle/>
        <a:p>
          <a:endParaRPr lang="en-US"/>
        </a:p>
      </dgm:t>
    </dgm:pt>
    <dgm:pt modelId="{AC9DC32F-869B-4DFB-A37E-E3D67D647138}" type="pres">
      <dgm:prSet presAssocID="{3B605E88-28C9-40AF-B377-8F3FFA29F2F9}" presName="wedge2Tx" presStyleLbl="node1" presStyleIdx="1" presStyleCnt="5">
        <dgm:presLayoutVars>
          <dgm:chMax val="0"/>
          <dgm:chPref val="0"/>
          <dgm:bulletEnabled val="1"/>
        </dgm:presLayoutVars>
      </dgm:prSet>
      <dgm:spPr/>
      <dgm:t>
        <a:bodyPr/>
        <a:lstStyle/>
        <a:p>
          <a:endParaRPr lang="en-US"/>
        </a:p>
      </dgm:t>
    </dgm:pt>
    <dgm:pt modelId="{C8CB46B1-E79C-457E-A28D-1EE2F9EBEE32}" type="pres">
      <dgm:prSet presAssocID="{3B605E88-28C9-40AF-B377-8F3FFA29F2F9}" presName="wedge3" presStyleLbl="node1" presStyleIdx="2" presStyleCnt="5"/>
      <dgm:spPr/>
      <dgm:t>
        <a:bodyPr/>
        <a:lstStyle/>
        <a:p>
          <a:endParaRPr lang="en-US"/>
        </a:p>
      </dgm:t>
    </dgm:pt>
    <dgm:pt modelId="{19DDDAC6-92E2-40EA-B0EA-D32BF4980C94}" type="pres">
      <dgm:prSet presAssocID="{3B605E88-28C9-40AF-B377-8F3FFA29F2F9}" presName="wedge3Tx" presStyleLbl="node1" presStyleIdx="2" presStyleCnt="5">
        <dgm:presLayoutVars>
          <dgm:chMax val="0"/>
          <dgm:chPref val="0"/>
          <dgm:bulletEnabled val="1"/>
        </dgm:presLayoutVars>
      </dgm:prSet>
      <dgm:spPr/>
      <dgm:t>
        <a:bodyPr/>
        <a:lstStyle/>
        <a:p>
          <a:endParaRPr lang="en-US"/>
        </a:p>
      </dgm:t>
    </dgm:pt>
    <dgm:pt modelId="{75645940-2EEE-4E50-8B17-F4838C4D2812}" type="pres">
      <dgm:prSet presAssocID="{3B605E88-28C9-40AF-B377-8F3FFA29F2F9}" presName="wedge4" presStyleLbl="node1" presStyleIdx="3" presStyleCnt="5"/>
      <dgm:spPr/>
      <dgm:t>
        <a:bodyPr/>
        <a:lstStyle/>
        <a:p>
          <a:endParaRPr lang="en-US"/>
        </a:p>
      </dgm:t>
    </dgm:pt>
    <dgm:pt modelId="{FF3DB6A0-593B-467F-AA9B-F6E930064387}" type="pres">
      <dgm:prSet presAssocID="{3B605E88-28C9-40AF-B377-8F3FFA29F2F9}" presName="wedge4Tx" presStyleLbl="node1" presStyleIdx="3" presStyleCnt="5">
        <dgm:presLayoutVars>
          <dgm:chMax val="0"/>
          <dgm:chPref val="0"/>
          <dgm:bulletEnabled val="1"/>
        </dgm:presLayoutVars>
      </dgm:prSet>
      <dgm:spPr/>
      <dgm:t>
        <a:bodyPr/>
        <a:lstStyle/>
        <a:p>
          <a:endParaRPr lang="en-US"/>
        </a:p>
      </dgm:t>
    </dgm:pt>
    <dgm:pt modelId="{C0B1907C-499B-43A5-8352-581C1F6219E1}" type="pres">
      <dgm:prSet presAssocID="{3B605E88-28C9-40AF-B377-8F3FFA29F2F9}" presName="wedge5" presStyleLbl="node1" presStyleIdx="4" presStyleCnt="5"/>
      <dgm:spPr/>
      <dgm:t>
        <a:bodyPr/>
        <a:lstStyle/>
        <a:p>
          <a:endParaRPr lang="en-US"/>
        </a:p>
      </dgm:t>
    </dgm:pt>
    <dgm:pt modelId="{87C899A1-74D4-4481-A2C9-1D4677F9080D}" type="pres">
      <dgm:prSet presAssocID="{3B605E88-28C9-40AF-B377-8F3FFA29F2F9}" presName="wedge5Tx" presStyleLbl="node1" presStyleIdx="4" presStyleCnt="5">
        <dgm:presLayoutVars>
          <dgm:chMax val="0"/>
          <dgm:chPref val="0"/>
          <dgm:bulletEnabled val="1"/>
        </dgm:presLayoutVars>
      </dgm:prSet>
      <dgm:spPr/>
      <dgm:t>
        <a:bodyPr/>
        <a:lstStyle/>
        <a:p>
          <a:endParaRPr lang="en-US"/>
        </a:p>
      </dgm:t>
    </dgm:pt>
  </dgm:ptLst>
  <dgm:cxnLst>
    <dgm:cxn modelId="{8E18B61C-FD5F-453F-9BA1-1B8170AF5C25}" type="presOf" srcId="{3B605E88-28C9-40AF-B377-8F3FFA29F2F9}" destId="{CB892D60-2B20-46C3-87BC-F58EAA848156}" srcOrd="0" destOrd="0" presId="urn:microsoft.com/office/officeart/2005/8/layout/chart3"/>
    <dgm:cxn modelId="{BBBFBDFA-0AEE-434F-BB9B-9E794593333A}" srcId="{3B605E88-28C9-40AF-B377-8F3FFA29F2F9}" destId="{219BE00F-9FE3-408C-B474-2730DE7594D3}" srcOrd="4" destOrd="0" parTransId="{908F32C5-6EC6-44A4-8684-979D1C909D8F}" sibTransId="{7E81B2C3-89DC-4B04-A0D9-2D6CC4B3BB56}"/>
    <dgm:cxn modelId="{5A9E4C9B-1B44-4465-BD1A-373F5919ABF0}" type="presOf" srcId="{C6E30F3D-2C0C-4B4A-873B-5E4D2D9D5F9A}" destId="{FF3DB6A0-593B-467F-AA9B-F6E930064387}" srcOrd="1" destOrd="0" presId="urn:microsoft.com/office/officeart/2005/8/layout/chart3"/>
    <dgm:cxn modelId="{A7861DDD-F2E2-4D4F-A6F1-B3001A465E22}" type="presOf" srcId="{FF0AF41F-3F38-4D90-B879-99863303EB82}" destId="{AC9DC32F-869B-4DFB-A37E-E3D67D647138}" srcOrd="1" destOrd="0" presId="urn:microsoft.com/office/officeart/2005/8/layout/chart3"/>
    <dgm:cxn modelId="{65386E28-2D3D-48D6-9C27-D5826D65B733}" type="presOf" srcId="{219BE00F-9FE3-408C-B474-2730DE7594D3}" destId="{C0B1907C-499B-43A5-8352-581C1F6219E1}" srcOrd="0" destOrd="0" presId="urn:microsoft.com/office/officeart/2005/8/layout/chart3"/>
    <dgm:cxn modelId="{CF39F880-67E5-4320-B5B6-B9FA70658DC9}" type="presOf" srcId="{219BE00F-9FE3-408C-B474-2730DE7594D3}" destId="{87C899A1-74D4-4481-A2C9-1D4677F9080D}" srcOrd="1" destOrd="0" presId="urn:microsoft.com/office/officeart/2005/8/layout/chart3"/>
    <dgm:cxn modelId="{218639C5-09C5-4486-9E52-71B76E43E517}" srcId="{3B605E88-28C9-40AF-B377-8F3FFA29F2F9}" destId="{245E56F9-2648-48F5-B488-71B4DE3A4147}" srcOrd="2" destOrd="0" parTransId="{2C5B9D70-8D03-44EF-8715-2274A78BBE48}" sibTransId="{415347D5-00BC-4EA4-90EA-708AC24F0E97}"/>
    <dgm:cxn modelId="{A35941E6-D469-4E2D-A27E-46BE263AC499}" type="presOf" srcId="{7B913D88-0A63-4E28-8465-978B0AF0B5A9}" destId="{E9DE9BBF-436E-4DEA-A2C7-203A042957F6}" srcOrd="1" destOrd="0" presId="urn:microsoft.com/office/officeart/2005/8/layout/chart3"/>
    <dgm:cxn modelId="{01A26D16-A074-43BC-A234-FA6363D5BE78}" type="presOf" srcId="{245E56F9-2648-48F5-B488-71B4DE3A4147}" destId="{C8CB46B1-E79C-457E-A28D-1EE2F9EBEE32}" srcOrd="0" destOrd="0" presId="urn:microsoft.com/office/officeart/2005/8/layout/chart3"/>
    <dgm:cxn modelId="{42487567-1EFA-4CDA-BC8E-29938D2D5F8B}" srcId="{3B605E88-28C9-40AF-B377-8F3FFA29F2F9}" destId="{FF0AF41F-3F38-4D90-B879-99863303EB82}" srcOrd="1" destOrd="0" parTransId="{0A6AAD71-A01A-415E-8BE7-F2B8F83D6AD8}" sibTransId="{CFEF47D0-A159-4FA4-97D6-8BD45DEC0652}"/>
    <dgm:cxn modelId="{550486AF-98CD-4A26-A672-E27E98869851}" type="presOf" srcId="{7B913D88-0A63-4E28-8465-978B0AF0B5A9}" destId="{F0915EC1-A275-4419-B6DD-9DC54319BF3E}" srcOrd="0" destOrd="0" presId="urn:microsoft.com/office/officeart/2005/8/layout/chart3"/>
    <dgm:cxn modelId="{3EC059E5-5411-497D-8F33-202C857D749A}" type="presOf" srcId="{FF0AF41F-3F38-4D90-B879-99863303EB82}" destId="{B908182B-DF5B-4F6C-8EEA-512201C7CDC9}" srcOrd="0" destOrd="0" presId="urn:microsoft.com/office/officeart/2005/8/layout/chart3"/>
    <dgm:cxn modelId="{BA57B774-A379-490F-ABC6-39BFFC3A7D7E}" type="presOf" srcId="{C6E30F3D-2C0C-4B4A-873B-5E4D2D9D5F9A}" destId="{75645940-2EEE-4E50-8B17-F4838C4D2812}" srcOrd="0" destOrd="0" presId="urn:microsoft.com/office/officeart/2005/8/layout/chart3"/>
    <dgm:cxn modelId="{7C18FBE0-A3C5-4920-AAC2-F67ED4531A18}" srcId="{3B605E88-28C9-40AF-B377-8F3FFA29F2F9}" destId="{7B913D88-0A63-4E28-8465-978B0AF0B5A9}" srcOrd="0" destOrd="0" parTransId="{417C871C-23D8-44D4-9277-277C7FEF2891}" sibTransId="{FE20C5D6-6FD5-401B-AF27-4193E0B9BA7A}"/>
    <dgm:cxn modelId="{E6528E6F-6BA9-4DAE-9569-86767B075E16}" type="presOf" srcId="{245E56F9-2648-48F5-B488-71B4DE3A4147}" destId="{19DDDAC6-92E2-40EA-B0EA-D32BF4980C94}" srcOrd="1" destOrd="0" presId="urn:microsoft.com/office/officeart/2005/8/layout/chart3"/>
    <dgm:cxn modelId="{AE1AF309-78C3-44A2-A462-BFD7FB41207C}" srcId="{3B605E88-28C9-40AF-B377-8F3FFA29F2F9}" destId="{C6E30F3D-2C0C-4B4A-873B-5E4D2D9D5F9A}" srcOrd="3" destOrd="0" parTransId="{195D625A-2E39-4DF6-A7D1-A40A7BA1F34D}" sibTransId="{548BB238-6626-4110-948C-245F92ABBF79}"/>
    <dgm:cxn modelId="{8C700DA7-0BFF-4834-8684-B89EDF40D754}" type="presParOf" srcId="{CB892D60-2B20-46C3-87BC-F58EAA848156}" destId="{F0915EC1-A275-4419-B6DD-9DC54319BF3E}" srcOrd="0" destOrd="0" presId="urn:microsoft.com/office/officeart/2005/8/layout/chart3"/>
    <dgm:cxn modelId="{24DD8167-40C2-4BB4-BE0B-52E76B6A3535}" type="presParOf" srcId="{CB892D60-2B20-46C3-87BC-F58EAA848156}" destId="{E9DE9BBF-436E-4DEA-A2C7-203A042957F6}" srcOrd="1" destOrd="0" presId="urn:microsoft.com/office/officeart/2005/8/layout/chart3"/>
    <dgm:cxn modelId="{9029883C-2261-4624-B4B0-49591147EB83}" type="presParOf" srcId="{CB892D60-2B20-46C3-87BC-F58EAA848156}" destId="{B908182B-DF5B-4F6C-8EEA-512201C7CDC9}" srcOrd="2" destOrd="0" presId="urn:microsoft.com/office/officeart/2005/8/layout/chart3"/>
    <dgm:cxn modelId="{251CAFCA-DD2D-4623-9CE0-84D590115EA5}" type="presParOf" srcId="{CB892D60-2B20-46C3-87BC-F58EAA848156}" destId="{AC9DC32F-869B-4DFB-A37E-E3D67D647138}" srcOrd="3" destOrd="0" presId="urn:microsoft.com/office/officeart/2005/8/layout/chart3"/>
    <dgm:cxn modelId="{7CDF8C39-2354-4DC7-898B-4BC3EFF87214}" type="presParOf" srcId="{CB892D60-2B20-46C3-87BC-F58EAA848156}" destId="{C8CB46B1-E79C-457E-A28D-1EE2F9EBEE32}" srcOrd="4" destOrd="0" presId="urn:microsoft.com/office/officeart/2005/8/layout/chart3"/>
    <dgm:cxn modelId="{4FC85653-F376-47EB-91C7-9CAA91F9BDBE}" type="presParOf" srcId="{CB892D60-2B20-46C3-87BC-F58EAA848156}" destId="{19DDDAC6-92E2-40EA-B0EA-D32BF4980C94}" srcOrd="5" destOrd="0" presId="urn:microsoft.com/office/officeart/2005/8/layout/chart3"/>
    <dgm:cxn modelId="{5148A79A-0730-48BC-85FB-5BA7AA700F39}" type="presParOf" srcId="{CB892D60-2B20-46C3-87BC-F58EAA848156}" destId="{75645940-2EEE-4E50-8B17-F4838C4D2812}" srcOrd="6" destOrd="0" presId="urn:microsoft.com/office/officeart/2005/8/layout/chart3"/>
    <dgm:cxn modelId="{B72BCDAC-4C3C-419B-B477-EFD318CE326D}" type="presParOf" srcId="{CB892D60-2B20-46C3-87BC-F58EAA848156}" destId="{FF3DB6A0-593B-467F-AA9B-F6E930064387}" srcOrd="7" destOrd="0" presId="urn:microsoft.com/office/officeart/2005/8/layout/chart3"/>
    <dgm:cxn modelId="{A3987E01-D43E-44BF-B7DD-DFEC2F674BD2}" type="presParOf" srcId="{CB892D60-2B20-46C3-87BC-F58EAA848156}" destId="{C0B1907C-499B-43A5-8352-581C1F6219E1}" srcOrd="8" destOrd="0" presId="urn:microsoft.com/office/officeart/2005/8/layout/chart3"/>
    <dgm:cxn modelId="{826B8A44-CA18-429A-BDD0-17575748CDCD}" type="presParOf" srcId="{CB892D60-2B20-46C3-87BC-F58EAA848156}" destId="{87C899A1-74D4-4481-A2C9-1D4677F9080D}" srcOrd="9"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B605E88-28C9-40AF-B377-8F3FFA29F2F9}" type="doc">
      <dgm:prSet loTypeId="urn:microsoft.com/office/officeart/2005/8/layout/chart3" loCatId="cycle" qsTypeId="urn:microsoft.com/office/officeart/2005/8/quickstyle/3d1" qsCatId="3D" csTypeId="urn:microsoft.com/office/officeart/2005/8/colors/colorful4" csCatId="colorful" phldr="1"/>
      <dgm:spPr/>
      <dgm:t>
        <a:bodyPr/>
        <a:lstStyle/>
        <a:p>
          <a:endParaRPr lang="en-US"/>
        </a:p>
      </dgm:t>
    </dgm:pt>
    <dgm:pt modelId="{7B913D88-0A63-4E28-8465-978B0AF0B5A9}">
      <dgm:prSet phldrT="[Text]"/>
      <dgm:spPr/>
      <dgm:t>
        <a:bodyPr/>
        <a:lstStyle/>
        <a:p>
          <a:r>
            <a:rPr lang="en-US" dirty="0" smtClean="0"/>
            <a:t>Identify</a:t>
          </a:r>
          <a:endParaRPr lang="en-US" dirty="0"/>
        </a:p>
      </dgm:t>
    </dgm:pt>
    <dgm:pt modelId="{417C871C-23D8-44D4-9277-277C7FEF2891}" type="parTrans" cxnId="{7C18FBE0-A3C5-4920-AAC2-F67ED4531A18}">
      <dgm:prSet/>
      <dgm:spPr/>
      <dgm:t>
        <a:bodyPr/>
        <a:lstStyle/>
        <a:p>
          <a:endParaRPr lang="en-US"/>
        </a:p>
      </dgm:t>
    </dgm:pt>
    <dgm:pt modelId="{FE20C5D6-6FD5-401B-AF27-4193E0B9BA7A}" type="sibTrans" cxnId="{7C18FBE0-A3C5-4920-AAC2-F67ED4531A18}">
      <dgm:prSet/>
      <dgm:spPr/>
      <dgm:t>
        <a:bodyPr/>
        <a:lstStyle/>
        <a:p>
          <a:endParaRPr lang="en-US"/>
        </a:p>
      </dgm:t>
    </dgm:pt>
    <dgm:pt modelId="{FF0AF41F-3F38-4D90-B879-99863303EB82}">
      <dgm:prSet phldrT="[Text]"/>
      <dgm:spPr/>
      <dgm:t>
        <a:bodyPr/>
        <a:lstStyle/>
        <a:p>
          <a:r>
            <a:rPr lang="en-US" dirty="0" smtClean="0"/>
            <a:t>Analyze</a:t>
          </a:r>
          <a:endParaRPr lang="en-US" dirty="0"/>
        </a:p>
      </dgm:t>
    </dgm:pt>
    <dgm:pt modelId="{0A6AAD71-A01A-415E-8BE7-F2B8F83D6AD8}" type="parTrans" cxnId="{42487567-1EFA-4CDA-BC8E-29938D2D5F8B}">
      <dgm:prSet/>
      <dgm:spPr/>
      <dgm:t>
        <a:bodyPr/>
        <a:lstStyle/>
        <a:p>
          <a:endParaRPr lang="en-US"/>
        </a:p>
      </dgm:t>
    </dgm:pt>
    <dgm:pt modelId="{CFEF47D0-A159-4FA4-97D6-8BD45DEC0652}" type="sibTrans" cxnId="{42487567-1EFA-4CDA-BC8E-29938D2D5F8B}">
      <dgm:prSet/>
      <dgm:spPr/>
      <dgm:t>
        <a:bodyPr/>
        <a:lstStyle/>
        <a:p>
          <a:endParaRPr lang="en-US"/>
        </a:p>
      </dgm:t>
    </dgm:pt>
    <dgm:pt modelId="{245E56F9-2648-48F5-B488-71B4DE3A4147}">
      <dgm:prSet phldrT="[Text]"/>
      <dgm:spPr/>
      <dgm:t>
        <a:bodyPr/>
        <a:lstStyle/>
        <a:p>
          <a:r>
            <a:rPr lang="en-US" dirty="0" smtClean="0"/>
            <a:t>Evaluate</a:t>
          </a:r>
          <a:endParaRPr lang="en-US" dirty="0"/>
        </a:p>
      </dgm:t>
    </dgm:pt>
    <dgm:pt modelId="{2C5B9D70-8D03-44EF-8715-2274A78BBE48}" type="parTrans" cxnId="{218639C5-09C5-4486-9E52-71B76E43E517}">
      <dgm:prSet/>
      <dgm:spPr/>
      <dgm:t>
        <a:bodyPr/>
        <a:lstStyle/>
        <a:p>
          <a:endParaRPr lang="en-US"/>
        </a:p>
      </dgm:t>
    </dgm:pt>
    <dgm:pt modelId="{415347D5-00BC-4EA4-90EA-708AC24F0E97}" type="sibTrans" cxnId="{218639C5-09C5-4486-9E52-71B76E43E517}">
      <dgm:prSet/>
      <dgm:spPr/>
      <dgm:t>
        <a:bodyPr/>
        <a:lstStyle/>
        <a:p>
          <a:endParaRPr lang="en-US"/>
        </a:p>
      </dgm:t>
    </dgm:pt>
    <dgm:pt modelId="{C6E30F3D-2C0C-4B4A-873B-5E4D2D9D5F9A}">
      <dgm:prSet phldrT="[Text]"/>
      <dgm:spPr/>
      <dgm:t>
        <a:bodyPr/>
        <a:lstStyle/>
        <a:p>
          <a:r>
            <a:rPr lang="en-US" dirty="0" smtClean="0"/>
            <a:t>Treat</a:t>
          </a:r>
          <a:endParaRPr lang="en-US" dirty="0"/>
        </a:p>
      </dgm:t>
    </dgm:pt>
    <dgm:pt modelId="{195D625A-2E39-4DF6-A7D1-A40A7BA1F34D}" type="parTrans" cxnId="{AE1AF309-78C3-44A2-A462-BFD7FB41207C}">
      <dgm:prSet/>
      <dgm:spPr/>
      <dgm:t>
        <a:bodyPr/>
        <a:lstStyle/>
        <a:p>
          <a:endParaRPr lang="en-US"/>
        </a:p>
      </dgm:t>
    </dgm:pt>
    <dgm:pt modelId="{548BB238-6626-4110-948C-245F92ABBF79}" type="sibTrans" cxnId="{AE1AF309-78C3-44A2-A462-BFD7FB41207C}">
      <dgm:prSet/>
      <dgm:spPr/>
      <dgm:t>
        <a:bodyPr/>
        <a:lstStyle/>
        <a:p>
          <a:endParaRPr lang="en-US"/>
        </a:p>
      </dgm:t>
    </dgm:pt>
    <dgm:pt modelId="{219BE00F-9FE3-408C-B474-2730DE7594D3}">
      <dgm:prSet phldrT="[Text]"/>
      <dgm:spPr/>
      <dgm:t>
        <a:bodyPr/>
        <a:lstStyle/>
        <a:p>
          <a:r>
            <a:rPr lang="en-US" dirty="0" smtClean="0"/>
            <a:t>Monitor</a:t>
          </a:r>
          <a:endParaRPr lang="en-US" dirty="0"/>
        </a:p>
      </dgm:t>
    </dgm:pt>
    <dgm:pt modelId="{908F32C5-6EC6-44A4-8684-979D1C909D8F}" type="parTrans" cxnId="{BBBFBDFA-0AEE-434F-BB9B-9E794593333A}">
      <dgm:prSet/>
      <dgm:spPr/>
      <dgm:t>
        <a:bodyPr/>
        <a:lstStyle/>
        <a:p>
          <a:endParaRPr lang="en-US"/>
        </a:p>
      </dgm:t>
    </dgm:pt>
    <dgm:pt modelId="{7E81B2C3-89DC-4B04-A0D9-2D6CC4B3BB56}" type="sibTrans" cxnId="{BBBFBDFA-0AEE-434F-BB9B-9E794593333A}">
      <dgm:prSet/>
      <dgm:spPr/>
      <dgm:t>
        <a:bodyPr/>
        <a:lstStyle/>
        <a:p>
          <a:endParaRPr lang="en-US"/>
        </a:p>
      </dgm:t>
    </dgm:pt>
    <dgm:pt modelId="{CB892D60-2B20-46C3-87BC-F58EAA848156}" type="pres">
      <dgm:prSet presAssocID="{3B605E88-28C9-40AF-B377-8F3FFA29F2F9}" presName="compositeShape" presStyleCnt="0">
        <dgm:presLayoutVars>
          <dgm:chMax val="7"/>
          <dgm:dir/>
          <dgm:resizeHandles val="exact"/>
        </dgm:presLayoutVars>
      </dgm:prSet>
      <dgm:spPr/>
      <dgm:t>
        <a:bodyPr/>
        <a:lstStyle/>
        <a:p>
          <a:endParaRPr lang="en-US"/>
        </a:p>
      </dgm:t>
    </dgm:pt>
    <dgm:pt modelId="{F0915EC1-A275-4419-B6DD-9DC54319BF3E}" type="pres">
      <dgm:prSet presAssocID="{3B605E88-28C9-40AF-B377-8F3FFA29F2F9}" presName="wedge1" presStyleLbl="node1" presStyleIdx="0" presStyleCnt="5" custLinFactNeighborX="-5022" custLinFactNeighborY="3767"/>
      <dgm:spPr/>
      <dgm:t>
        <a:bodyPr/>
        <a:lstStyle/>
        <a:p>
          <a:endParaRPr lang="en-US"/>
        </a:p>
      </dgm:t>
    </dgm:pt>
    <dgm:pt modelId="{E9DE9BBF-436E-4DEA-A2C7-203A042957F6}" type="pres">
      <dgm:prSet presAssocID="{3B605E88-28C9-40AF-B377-8F3FFA29F2F9}" presName="wedge1Tx" presStyleLbl="node1" presStyleIdx="0" presStyleCnt="5">
        <dgm:presLayoutVars>
          <dgm:chMax val="0"/>
          <dgm:chPref val="0"/>
          <dgm:bulletEnabled val="1"/>
        </dgm:presLayoutVars>
      </dgm:prSet>
      <dgm:spPr/>
      <dgm:t>
        <a:bodyPr/>
        <a:lstStyle/>
        <a:p>
          <a:endParaRPr lang="en-US"/>
        </a:p>
      </dgm:t>
    </dgm:pt>
    <dgm:pt modelId="{B908182B-DF5B-4F6C-8EEA-512201C7CDC9}" type="pres">
      <dgm:prSet presAssocID="{3B605E88-28C9-40AF-B377-8F3FFA29F2F9}" presName="wedge2" presStyleLbl="node1" presStyleIdx="1" presStyleCnt="5" custLinFactNeighborX="4394" custLinFactNeighborY="1256"/>
      <dgm:spPr/>
      <dgm:t>
        <a:bodyPr/>
        <a:lstStyle/>
        <a:p>
          <a:endParaRPr lang="en-US"/>
        </a:p>
      </dgm:t>
    </dgm:pt>
    <dgm:pt modelId="{AC9DC32F-869B-4DFB-A37E-E3D67D647138}" type="pres">
      <dgm:prSet presAssocID="{3B605E88-28C9-40AF-B377-8F3FFA29F2F9}" presName="wedge2Tx" presStyleLbl="node1" presStyleIdx="1" presStyleCnt="5">
        <dgm:presLayoutVars>
          <dgm:chMax val="0"/>
          <dgm:chPref val="0"/>
          <dgm:bulletEnabled val="1"/>
        </dgm:presLayoutVars>
      </dgm:prSet>
      <dgm:spPr/>
      <dgm:t>
        <a:bodyPr/>
        <a:lstStyle/>
        <a:p>
          <a:endParaRPr lang="en-US"/>
        </a:p>
      </dgm:t>
    </dgm:pt>
    <dgm:pt modelId="{C8CB46B1-E79C-457E-A28D-1EE2F9EBEE32}" type="pres">
      <dgm:prSet presAssocID="{3B605E88-28C9-40AF-B377-8F3FFA29F2F9}" presName="wedge3" presStyleLbl="node1" presStyleIdx="2" presStyleCnt="5"/>
      <dgm:spPr/>
      <dgm:t>
        <a:bodyPr/>
        <a:lstStyle/>
        <a:p>
          <a:endParaRPr lang="en-US"/>
        </a:p>
      </dgm:t>
    </dgm:pt>
    <dgm:pt modelId="{19DDDAC6-92E2-40EA-B0EA-D32BF4980C94}" type="pres">
      <dgm:prSet presAssocID="{3B605E88-28C9-40AF-B377-8F3FFA29F2F9}" presName="wedge3Tx" presStyleLbl="node1" presStyleIdx="2" presStyleCnt="5">
        <dgm:presLayoutVars>
          <dgm:chMax val="0"/>
          <dgm:chPref val="0"/>
          <dgm:bulletEnabled val="1"/>
        </dgm:presLayoutVars>
      </dgm:prSet>
      <dgm:spPr/>
      <dgm:t>
        <a:bodyPr/>
        <a:lstStyle/>
        <a:p>
          <a:endParaRPr lang="en-US"/>
        </a:p>
      </dgm:t>
    </dgm:pt>
    <dgm:pt modelId="{75645940-2EEE-4E50-8B17-F4838C4D2812}" type="pres">
      <dgm:prSet presAssocID="{3B605E88-28C9-40AF-B377-8F3FFA29F2F9}" presName="wedge4" presStyleLbl="node1" presStyleIdx="3" presStyleCnt="5"/>
      <dgm:spPr/>
      <dgm:t>
        <a:bodyPr/>
        <a:lstStyle/>
        <a:p>
          <a:endParaRPr lang="en-US"/>
        </a:p>
      </dgm:t>
    </dgm:pt>
    <dgm:pt modelId="{FF3DB6A0-593B-467F-AA9B-F6E930064387}" type="pres">
      <dgm:prSet presAssocID="{3B605E88-28C9-40AF-B377-8F3FFA29F2F9}" presName="wedge4Tx" presStyleLbl="node1" presStyleIdx="3" presStyleCnt="5">
        <dgm:presLayoutVars>
          <dgm:chMax val="0"/>
          <dgm:chPref val="0"/>
          <dgm:bulletEnabled val="1"/>
        </dgm:presLayoutVars>
      </dgm:prSet>
      <dgm:spPr/>
      <dgm:t>
        <a:bodyPr/>
        <a:lstStyle/>
        <a:p>
          <a:endParaRPr lang="en-US"/>
        </a:p>
      </dgm:t>
    </dgm:pt>
    <dgm:pt modelId="{C0B1907C-499B-43A5-8352-581C1F6219E1}" type="pres">
      <dgm:prSet presAssocID="{3B605E88-28C9-40AF-B377-8F3FFA29F2F9}" presName="wedge5" presStyleLbl="node1" presStyleIdx="4" presStyleCnt="5"/>
      <dgm:spPr/>
      <dgm:t>
        <a:bodyPr/>
        <a:lstStyle/>
        <a:p>
          <a:endParaRPr lang="en-US"/>
        </a:p>
      </dgm:t>
    </dgm:pt>
    <dgm:pt modelId="{87C899A1-74D4-4481-A2C9-1D4677F9080D}" type="pres">
      <dgm:prSet presAssocID="{3B605E88-28C9-40AF-B377-8F3FFA29F2F9}" presName="wedge5Tx" presStyleLbl="node1" presStyleIdx="4" presStyleCnt="5">
        <dgm:presLayoutVars>
          <dgm:chMax val="0"/>
          <dgm:chPref val="0"/>
          <dgm:bulletEnabled val="1"/>
        </dgm:presLayoutVars>
      </dgm:prSet>
      <dgm:spPr/>
      <dgm:t>
        <a:bodyPr/>
        <a:lstStyle/>
        <a:p>
          <a:endParaRPr lang="en-US"/>
        </a:p>
      </dgm:t>
    </dgm:pt>
  </dgm:ptLst>
  <dgm:cxnLst>
    <dgm:cxn modelId="{218639C5-09C5-4486-9E52-71B76E43E517}" srcId="{3B605E88-28C9-40AF-B377-8F3FFA29F2F9}" destId="{245E56F9-2648-48F5-B488-71B4DE3A4147}" srcOrd="2" destOrd="0" parTransId="{2C5B9D70-8D03-44EF-8715-2274A78BBE48}" sibTransId="{415347D5-00BC-4EA4-90EA-708AC24F0E97}"/>
    <dgm:cxn modelId="{BFDCD277-1CB7-41A2-9E6A-062AA2BDE7AE}" type="presOf" srcId="{7B913D88-0A63-4E28-8465-978B0AF0B5A9}" destId="{F0915EC1-A275-4419-B6DD-9DC54319BF3E}" srcOrd="0" destOrd="0" presId="urn:microsoft.com/office/officeart/2005/8/layout/chart3"/>
    <dgm:cxn modelId="{3146F610-F470-4991-B196-8525A39A31DE}" type="presOf" srcId="{FF0AF41F-3F38-4D90-B879-99863303EB82}" destId="{AC9DC32F-869B-4DFB-A37E-E3D67D647138}" srcOrd="1" destOrd="0" presId="urn:microsoft.com/office/officeart/2005/8/layout/chart3"/>
    <dgm:cxn modelId="{97DD02CA-D255-4B99-AD1B-7819A60D7C4A}" type="presOf" srcId="{219BE00F-9FE3-408C-B474-2730DE7594D3}" destId="{87C899A1-74D4-4481-A2C9-1D4677F9080D}" srcOrd="1" destOrd="0" presId="urn:microsoft.com/office/officeart/2005/8/layout/chart3"/>
    <dgm:cxn modelId="{011CE9DF-2F35-4E3A-85EA-D8AA16FFF8E1}" type="presOf" srcId="{245E56F9-2648-48F5-B488-71B4DE3A4147}" destId="{19DDDAC6-92E2-40EA-B0EA-D32BF4980C94}" srcOrd="1" destOrd="0" presId="urn:microsoft.com/office/officeart/2005/8/layout/chart3"/>
    <dgm:cxn modelId="{5116D2C4-3DBB-4687-92C8-53119767B710}" type="presOf" srcId="{219BE00F-9FE3-408C-B474-2730DE7594D3}" destId="{C0B1907C-499B-43A5-8352-581C1F6219E1}" srcOrd="0" destOrd="0" presId="urn:microsoft.com/office/officeart/2005/8/layout/chart3"/>
    <dgm:cxn modelId="{CC44AD5A-C0F6-4E30-9C76-526E61CAC97D}" type="presOf" srcId="{245E56F9-2648-48F5-B488-71B4DE3A4147}" destId="{C8CB46B1-E79C-457E-A28D-1EE2F9EBEE32}" srcOrd="0" destOrd="0" presId="urn:microsoft.com/office/officeart/2005/8/layout/chart3"/>
    <dgm:cxn modelId="{BBBFBDFA-0AEE-434F-BB9B-9E794593333A}" srcId="{3B605E88-28C9-40AF-B377-8F3FFA29F2F9}" destId="{219BE00F-9FE3-408C-B474-2730DE7594D3}" srcOrd="4" destOrd="0" parTransId="{908F32C5-6EC6-44A4-8684-979D1C909D8F}" sibTransId="{7E81B2C3-89DC-4B04-A0D9-2D6CC4B3BB56}"/>
    <dgm:cxn modelId="{7C18FBE0-A3C5-4920-AAC2-F67ED4531A18}" srcId="{3B605E88-28C9-40AF-B377-8F3FFA29F2F9}" destId="{7B913D88-0A63-4E28-8465-978B0AF0B5A9}" srcOrd="0" destOrd="0" parTransId="{417C871C-23D8-44D4-9277-277C7FEF2891}" sibTransId="{FE20C5D6-6FD5-401B-AF27-4193E0B9BA7A}"/>
    <dgm:cxn modelId="{FF37D86B-488B-4C8C-A06F-7A5E1D92BF4D}" type="presOf" srcId="{7B913D88-0A63-4E28-8465-978B0AF0B5A9}" destId="{E9DE9BBF-436E-4DEA-A2C7-203A042957F6}" srcOrd="1" destOrd="0" presId="urn:microsoft.com/office/officeart/2005/8/layout/chart3"/>
    <dgm:cxn modelId="{F228B83E-7DDD-4A89-8784-07774BCFA048}" type="presOf" srcId="{3B605E88-28C9-40AF-B377-8F3FFA29F2F9}" destId="{CB892D60-2B20-46C3-87BC-F58EAA848156}" srcOrd="0" destOrd="0" presId="urn:microsoft.com/office/officeart/2005/8/layout/chart3"/>
    <dgm:cxn modelId="{AE1AF309-78C3-44A2-A462-BFD7FB41207C}" srcId="{3B605E88-28C9-40AF-B377-8F3FFA29F2F9}" destId="{C6E30F3D-2C0C-4B4A-873B-5E4D2D9D5F9A}" srcOrd="3" destOrd="0" parTransId="{195D625A-2E39-4DF6-A7D1-A40A7BA1F34D}" sibTransId="{548BB238-6626-4110-948C-245F92ABBF79}"/>
    <dgm:cxn modelId="{9B5D5116-15C5-4697-953B-12DE1DC97736}" type="presOf" srcId="{C6E30F3D-2C0C-4B4A-873B-5E4D2D9D5F9A}" destId="{FF3DB6A0-593B-467F-AA9B-F6E930064387}" srcOrd="1" destOrd="0" presId="urn:microsoft.com/office/officeart/2005/8/layout/chart3"/>
    <dgm:cxn modelId="{8DC36312-9B35-4D86-95CF-918E6CE3A364}" type="presOf" srcId="{C6E30F3D-2C0C-4B4A-873B-5E4D2D9D5F9A}" destId="{75645940-2EEE-4E50-8B17-F4838C4D2812}" srcOrd="0" destOrd="0" presId="urn:microsoft.com/office/officeart/2005/8/layout/chart3"/>
    <dgm:cxn modelId="{180C4F31-BE99-4635-ACA1-70B4CCDF540E}" type="presOf" srcId="{FF0AF41F-3F38-4D90-B879-99863303EB82}" destId="{B908182B-DF5B-4F6C-8EEA-512201C7CDC9}" srcOrd="0" destOrd="0" presId="urn:microsoft.com/office/officeart/2005/8/layout/chart3"/>
    <dgm:cxn modelId="{42487567-1EFA-4CDA-BC8E-29938D2D5F8B}" srcId="{3B605E88-28C9-40AF-B377-8F3FFA29F2F9}" destId="{FF0AF41F-3F38-4D90-B879-99863303EB82}" srcOrd="1" destOrd="0" parTransId="{0A6AAD71-A01A-415E-8BE7-F2B8F83D6AD8}" sibTransId="{CFEF47D0-A159-4FA4-97D6-8BD45DEC0652}"/>
    <dgm:cxn modelId="{4C0C043A-4DF6-4DBE-80AB-209AF4AC20B1}" type="presParOf" srcId="{CB892D60-2B20-46C3-87BC-F58EAA848156}" destId="{F0915EC1-A275-4419-B6DD-9DC54319BF3E}" srcOrd="0" destOrd="0" presId="urn:microsoft.com/office/officeart/2005/8/layout/chart3"/>
    <dgm:cxn modelId="{BDB6CD76-2F82-4108-945D-83F5E534A093}" type="presParOf" srcId="{CB892D60-2B20-46C3-87BC-F58EAA848156}" destId="{E9DE9BBF-436E-4DEA-A2C7-203A042957F6}" srcOrd="1" destOrd="0" presId="urn:microsoft.com/office/officeart/2005/8/layout/chart3"/>
    <dgm:cxn modelId="{05C25868-5F87-4F6D-8A34-0259DC178246}" type="presParOf" srcId="{CB892D60-2B20-46C3-87BC-F58EAA848156}" destId="{B908182B-DF5B-4F6C-8EEA-512201C7CDC9}" srcOrd="2" destOrd="0" presId="urn:microsoft.com/office/officeart/2005/8/layout/chart3"/>
    <dgm:cxn modelId="{41FCC7C6-0814-405B-97B5-A1F40943196D}" type="presParOf" srcId="{CB892D60-2B20-46C3-87BC-F58EAA848156}" destId="{AC9DC32F-869B-4DFB-A37E-E3D67D647138}" srcOrd="3" destOrd="0" presId="urn:microsoft.com/office/officeart/2005/8/layout/chart3"/>
    <dgm:cxn modelId="{A90AB598-529E-4D03-B2F0-B55C3EEC43B0}" type="presParOf" srcId="{CB892D60-2B20-46C3-87BC-F58EAA848156}" destId="{C8CB46B1-E79C-457E-A28D-1EE2F9EBEE32}" srcOrd="4" destOrd="0" presId="urn:microsoft.com/office/officeart/2005/8/layout/chart3"/>
    <dgm:cxn modelId="{EB01D69C-5E43-41FA-86B2-E9686E09F071}" type="presParOf" srcId="{CB892D60-2B20-46C3-87BC-F58EAA848156}" destId="{19DDDAC6-92E2-40EA-B0EA-D32BF4980C94}" srcOrd="5" destOrd="0" presId="urn:microsoft.com/office/officeart/2005/8/layout/chart3"/>
    <dgm:cxn modelId="{CF575943-E429-4487-8341-AD72D1CF4089}" type="presParOf" srcId="{CB892D60-2B20-46C3-87BC-F58EAA848156}" destId="{75645940-2EEE-4E50-8B17-F4838C4D2812}" srcOrd="6" destOrd="0" presId="urn:microsoft.com/office/officeart/2005/8/layout/chart3"/>
    <dgm:cxn modelId="{688F0C85-88CD-4E62-A092-18078132D499}" type="presParOf" srcId="{CB892D60-2B20-46C3-87BC-F58EAA848156}" destId="{FF3DB6A0-593B-467F-AA9B-F6E930064387}" srcOrd="7" destOrd="0" presId="urn:microsoft.com/office/officeart/2005/8/layout/chart3"/>
    <dgm:cxn modelId="{16365D81-DA7B-475C-A4C4-1E4BC4876E06}" type="presParOf" srcId="{CB892D60-2B20-46C3-87BC-F58EAA848156}" destId="{C0B1907C-499B-43A5-8352-581C1F6219E1}" srcOrd="8" destOrd="0" presId="urn:microsoft.com/office/officeart/2005/8/layout/chart3"/>
    <dgm:cxn modelId="{3FFCC74C-E6CB-4600-B56E-7B60DCF5F5F1}" type="presParOf" srcId="{CB892D60-2B20-46C3-87BC-F58EAA848156}" destId="{87C899A1-74D4-4481-A2C9-1D4677F9080D}" srcOrd="9"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B605E88-28C9-40AF-B377-8F3FFA29F2F9}" type="doc">
      <dgm:prSet loTypeId="urn:microsoft.com/office/officeart/2005/8/layout/chart3" loCatId="cycle" qsTypeId="urn:microsoft.com/office/officeart/2005/8/quickstyle/3d1" qsCatId="3D" csTypeId="urn:microsoft.com/office/officeart/2005/8/colors/colorful4" csCatId="colorful" phldr="1"/>
      <dgm:spPr/>
      <dgm:t>
        <a:bodyPr/>
        <a:lstStyle/>
        <a:p>
          <a:endParaRPr lang="en-US"/>
        </a:p>
      </dgm:t>
    </dgm:pt>
    <dgm:pt modelId="{7B913D88-0A63-4E28-8465-978B0AF0B5A9}">
      <dgm:prSet phldrT="[Text]"/>
      <dgm:spPr/>
      <dgm:t>
        <a:bodyPr/>
        <a:lstStyle/>
        <a:p>
          <a:r>
            <a:rPr lang="en-US" dirty="0" smtClean="0"/>
            <a:t>Identify</a:t>
          </a:r>
          <a:endParaRPr lang="en-US" dirty="0"/>
        </a:p>
      </dgm:t>
    </dgm:pt>
    <dgm:pt modelId="{417C871C-23D8-44D4-9277-277C7FEF2891}" type="parTrans" cxnId="{7C18FBE0-A3C5-4920-AAC2-F67ED4531A18}">
      <dgm:prSet/>
      <dgm:spPr/>
      <dgm:t>
        <a:bodyPr/>
        <a:lstStyle/>
        <a:p>
          <a:endParaRPr lang="en-US"/>
        </a:p>
      </dgm:t>
    </dgm:pt>
    <dgm:pt modelId="{FE20C5D6-6FD5-401B-AF27-4193E0B9BA7A}" type="sibTrans" cxnId="{7C18FBE0-A3C5-4920-AAC2-F67ED4531A18}">
      <dgm:prSet/>
      <dgm:spPr/>
      <dgm:t>
        <a:bodyPr/>
        <a:lstStyle/>
        <a:p>
          <a:endParaRPr lang="en-US"/>
        </a:p>
      </dgm:t>
    </dgm:pt>
    <dgm:pt modelId="{FF0AF41F-3F38-4D90-B879-99863303EB82}">
      <dgm:prSet phldrT="[Text]"/>
      <dgm:spPr/>
      <dgm:t>
        <a:bodyPr/>
        <a:lstStyle/>
        <a:p>
          <a:r>
            <a:rPr lang="en-US" dirty="0" smtClean="0"/>
            <a:t>Analyze</a:t>
          </a:r>
          <a:endParaRPr lang="en-US" dirty="0"/>
        </a:p>
      </dgm:t>
    </dgm:pt>
    <dgm:pt modelId="{0A6AAD71-A01A-415E-8BE7-F2B8F83D6AD8}" type="parTrans" cxnId="{42487567-1EFA-4CDA-BC8E-29938D2D5F8B}">
      <dgm:prSet/>
      <dgm:spPr/>
      <dgm:t>
        <a:bodyPr/>
        <a:lstStyle/>
        <a:p>
          <a:endParaRPr lang="en-US"/>
        </a:p>
      </dgm:t>
    </dgm:pt>
    <dgm:pt modelId="{CFEF47D0-A159-4FA4-97D6-8BD45DEC0652}" type="sibTrans" cxnId="{42487567-1EFA-4CDA-BC8E-29938D2D5F8B}">
      <dgm:prSet/>
      <dgm:spPr/>
      <dgm:t>
        <a:bodyPr/>
        <a:lstStyle/>
        <a:p>
          <a:endParaRPr lang="en-US"/>
        </a:p>
      </dgm:t>
    </dgm:pt>
    <dgm:pt modelId="{245E56F9-2648-48F5-B488-71B4DE3A4147}">
      <dgm:prSet phldrT="[Text]"/>
      <dgm:spPr/>
      <dgm:t>
        <a:bodyPr/>
        <a:lstStyle/>
        <a:p>
          <a:r>
            <a:rPr lang="en-US" dirty="0" smtClean="0"/>
            <a:t>Evaluate</a:t>
          </a:r>
          <a:endParaRPr lang="en-US" dirty="0"/>
        </a:p>
      </dgm:t>
    </dgm:pt>
    <dgm:pt modelId="{2C5B9D70-8D03-44EF-8715-2274A78BBE48}" type="parTrans" cxnId="{218639C5-09C5-4486-9E52-71B76E43E517}">
      <dgm:prSet/>
      <dgm:spPr/>
      <dgm:t>
        <a:bodyPr/>
        <a:lstStyle/>
        <a:p>
          <a:endParaRPr lang="en-US"/>
        </a:p>
      </dgm:t>
    </dgm:pt>
    <dgm:pt modelId="{415347D5-00BC-4EA4-90EA-708AC24F0E97}" type="sibTrans" cxnId="{218639C5-09C5-4486-9E52-71B76E43E517}">
      <dgm:prSet/>
      <dgm:spPr/>
      <dgm:t>
        <a:bodyPr/>
        <a:lstStyle/>
        <a:p>
          <a:endParaRPr lang="en-US"/>
        </a:p>
      </dgm:t>
    </dgm:pt>
    <dgm:pt modelId="{C6E30F3D-2C0C-4B4A-873B-5E4D2D9D5F9A}">
      <dgm:prSet phldrT="[Text]"/>
      <dgm:spPr/>
      <dgm:t>
        <a:bodyPr/>
        <a:lstStyle/>
        <a:p>
          <a:r>
            <a:rPr lang="en-US" dirty="0" smtClean="0"/>
            <a:t>Treat</a:t>
          </a:r>
          <a:endParaRPr lang="en-US" dirty="0"/>
        </a:p>
      </dgm:t>
    </dgm:pt>
    <dgm:pt modelId="{195D625A-2E39-4DF6-A7D1-A40A7BA1F34D}" type="parTrans" cxnId="{AE1AF309-78C3-44A2-A462-BFD7FB41207C}">
      <dgm:prSet/>
      <dgm:spPr/>
      <dgm:t>
        <a:bodyPr/>
        <a:lstStyle/>
        <a:p>
          <a:endParaRPr lang="en-US"/>
        </a:p>
      </dgm:t>
    </dgm:pt>
    <dgm:pt modelId="{548BB238-6626-4110-948C-245F92ABBF79}" type="sibTrans" cxnId="{AE1AF309-78C3-44A2-A462-BFD7FB41207C}">
      <dgm:prSet/>
      <dgm:spPr/>
      <dgm:t>
        <a:bodyPr/>
        <a:lstStyle/>
        <a:p>
          <a:endParaRPr lang="en-US"/>
        </a:p>
      </dgm:t>
    </dgm:pt>
    <dgm:pt modelId="{219BE00F-9FE3-408C-B474-2730DE7594D3}">
      <dgm:prSet phldrT="[Text]"/>
      <dgm:spPr/>
      <dgm:t>
        <a:bodyPr/>
        <a:lstStyle/>
        <a:p>
          <a:r>
            <a:rPr lang="en-US" dirty="0" smtClean="0"/>
            <a:t>Monitor</a:t>
          </a:r>
          <a:endParaRPr lang="en-US" dirty="0"/>
        </a:p>
      </dgm:t>
    </dgm:pt>
    <dgm:pt modelId="{908F32C5-6EC6-44A4-8684-979D1C909D8F}" type="parTrans" cxnId="{BBBFBDFA-0AEE-434F-BB9B-9E794593333A}">
      <dgm:prSet/>
      <dgm:spPr/>
      <dgm:t>
        <a:bodyPr/>
        <a:lstStyle/>
        <a:p>
          <a:endParaRPr lang="en-US"/>
        </a:p>
      </dgm:t>
    </dgm:pt>
    <dgm:pt modelId="{7E81B2C3-89DC-4B04-A0D9-2D6CC4B3BB56}" type="sibTrans" cxnId="{BBBFBDFA-0AEE-434F-BB9B-9E794593333A}">
      <dgm:prSet/>
      <dgm:spPr/>
      <dgm:t>
        <a:bodyPr/>
        <a:lstStyle/>
        <a:p>
          <a:endParaRPr lang="en-US"/>
        </a:p>
      </dgm:t>
    </dgm:pt>
    <dgm:pt modelId="{CB892D60-2B20-46C3-87BC-F58EAA848156}" type="pres">
      <dgm:prSet presAssocID="{3B605E88-28C9-40AF-B377-8F3FFA29F2F9}" presName="compositeShape" presStyleCnt="0">
        <dgm:presLayoutVars>
          <dgm:chMax val="7"/>
          <dgm:dir/>
          <dgm:resizeHandles val="exact"/>
        </dgm:presLayoutVars>
      </dgm:prSet>
      <dgm:spPr/>
      <dgm:t>
        <a:bodyPr/>
        <a:lstStyle/>
        <a:p>
          <a:endParaRPr lang="en-US"/>
        </a:p>
      </dgm:t>
    </dgm:pt>
    <dgm:pt modelId="{F0915EC1-A275-4419-B6DD-9DC54319BF3E}" type="pres">
      <dgm:prSet presAssocID="{3B605E88-28C9-40AF-B377-8F3FFA29F2F9}" presName="wedge1" presStyleLbl="node1" presStyleIdx="0" presStyleCnt="5" custLinFactNeighborX="-5022" custLinFactNeighborY="3767"/>
      <dgm:spPr/>
      <dgm:t>
        <a:bodyPr/>
        <a:lstStyle/>
        <a:p>
          <a:endParaRPr lang="en-US"/>
        </a:p>
      </dgm:t>
    </dgm:pt>
    <dgm:pt modelId="{E9DE9BBF-436E-4DEA-A2C7-203A042957F6}" type="pres">
      <dgm:prSet presAssocID="{3B605E88-28C9-40AF-B377-8F3FFA29F2F9}" presName="wedge1Tx" presStyleLbl="node1" presStyleIdx="0" presStyleCnt="5">
        <dgm:presLayoutVars>
          <dgm:chMax val="0"/>
          <dgm:chPref val="0"/>
          <dgm:bulletEnabled val="1"/>
        </dgm:presLayoutVars>
      </dgm:prSet>
      <dgm:spPr/>
      <dgm:t>
        <a:bodyPr/>
        <a:lstStyle/>
        <a:p>
          <a:endParaRPr lang="en-US"/>
        </a:p>
      </dgm:t>
    </dgm:pt>
    <dgm:pt modelId="{B908182B-DF5B-4F6C-8EEA-512201C7CDC9}" type="pres">
      <dgm:prSet presAssocID="{3B605E88-28C9-40AF-B377-8F3FFA29F2F9}" presName="wedge2" presStyleLbl="node1" presStyleIdx="1" presStyleCnt="5" custLinFactNeighborX="4394" custLinFactNeighborY="1256"/>
      <dgm:spPr/>
      <dgm:t>
        <a:bodyPr/>
        <a:lstStyle/>
        <a:p>
          <a:endParaRPr lang="en-US"/>
        </a:p>
      </dgm:t>
    </dgm:pt>
    <dgm:pt modelId="{AC9DC32F-869B-4DFB-A37E-E3D67D647138}" type="pres">
      <dgm:prSet presAssocID="{3B605E88-28C9-40AF-B377-8F3FFA29F2F9}" presName="wedge2Tx" presStyleLbl="node1" presStyleIdx="1" presStyleCnt="5">
        <dgm:presLayoutVars>
          <dgm:chMax val="0"/>
          <dgm:chPref val="0"/>
          <dgm:bulletEnabled val="1"/>
        </dgm:presLayoutVars>
      </dgm:prSet>
      <dgm:spPr/>
      <dgm:t>
        <a:bodyPr/>
        <a:lstStyle/>
        <a:p>
          <a:endParaRPr lang="en-US"/>
        </a:p>
      </dgm:t>
    </dgm:pt>
    <dgm:pt modelId="{C8CB46B1-E79C-457E-A28D-1EE2F9EBEE32}" type="pres">
      <dgm:prSet presAssocID="{3B605E88-28C9-40AF-B377-8F3FFA29F2F9}" presName="wedge3" presStyleLbl="node1" presStyleIdx="2" presStyleCnt="5"/>
      <dgm:spPr/>
      <dgm:t>
        <a:bodyPr/>
        <a:lstStyle/>
        <a:p>
          <a:endParaRPr lang="en-US"/>
        </a:p>
      </dgm:t>
    </dgm:pt>
    <dgm:pt modelId="{19DDDAC6-92E2-40EA-B0EA-D32BF4980C94}" type="pres">
      <dgm:prSet presAssocID="{3B605E88-28C9-40AF-B377-8F3FFA29F2F9}" presName="wedge3Tx" presStyleLbl="node1" presStyleIdx="2" presStyleCnt="5">
        <dgm:presLayoutVars>
          <dgm:chMax val="0"/>
          <dgm:chPref val="0"/>
          <dgm:bulletEnabled val="1"/>
        </dgm:presLayoutVars>
      </dgm:prSet>
      <dgm:spPr/>
      <dgm:t>
        <a:bodyPr/>
        <a:lstStyle/>
        <a:p>
          <a:endParaRPr lang="en-US"/>
        </a:p>
      </dgm:t>
    </dgm:pt>
    <dgm:pt modelId="{75645940-2EEE-4E50-8B17-F4838C4D2812}" type="pres">
      <dgm:prSet presAssocID="{3B605E88-28C9-40AF-B377-8F3FFA29F2F9}" presName="wedge4" presStyleLbl="node1" presStyleIdx="3" presStyleCnt="5"/>
      <dgm:spPr/>
      <dgm:t>
        <a:bodyPr/>
        <a:lstStyle/>
        <a:p>
          <a:endParaRPr lang="en-US"/>
        </a:p>
      </dgm:t>
    </dgm:pt>
    <dgm:pt modelId="{FF3DB6A0-593B-467F-AA9B-F6E930064387}" type="pres">
      <dgm:prSet presAssocID="{3B605E88-28C9-40AF-B377-8F3FFA29F2F9}" presName="wedge4Tx" presStyleLbl="node1" presStyleIdx="3" presStyleCnt="5">
        <dgm:presLayoutVars>
          <dgm:chMax val="0"/>
          <dgm:chPref val="0"/>
          <dgm:bulletEnabled val="1"/>
        </dgm:presLayoutVars>
      </dgm:prSet>
      <dgm:spPr/>
      <dgm:t>
        <a:bodyPr/>
        <a:lstStyle/>
        <a:p>
          <a:endParaRPr lang="en-US"/>
        </a:p>
      </dgm:t>
    </dgm:pt>
    <dgm:pt modelId="{C0B1907C-499B-43A5-8352-581C1F6219E1}" type="pres">
      <dgm:prSet presAssocID="{3B605E88-28C9-40AF-B377-8F3FFA29F2F9}" presName="wedge5" presStyleLbl="node1" presStyleIdx="4" presStyleCnt="5"/>
      <dgm:spPr/>
      <dgm:t>
        <a:bodyPr/>
        <a:lstStyle/>
        <a:p>
          <a:endParaRPr lang="en-US"/>
        </a:p>
      </dgm:t>
    </dgm:pt>
    <dgm:pt modelId="{87C899A1-74D4-4481-A2C9-1D4677F9080D}" type="pres">
      <dgm:prSet presAssocID="{3B605E88-28C9-40AF-B377-8F3FFA29F2F9}" presName="wedge5Tx" presStyleLbl="node1" presStyleIdx="4" presStyleCnt="5">
        <dgm:presLayoutVars>
          <dgm:chMax val="0"/>
          <dgm:chPref val="0"/>
          <dgm:bulletEnabled val="1"/>
        </dgm:presLayoutVars>
      </dgm:prSet>
      <dgm:spPr/>
      <dgm:t>
        <a:bodyPr/>
        <a:lstStyle/>
        <a:p>
          <a:endParaRPr lang="en-US"/>
        </a:p>
      </dgm:t>
    </dgm:pt>
  </dgm:ptLst>
  <dgm:cxnLst>
    <dgm:cxn modelId="{BBBFBDFA-0AEE-434F-BB9B-9E794593333A}" srcId="{3B605E88-28C9-40AF-B377-8F3FFA29F2F9}" destId="{219BE00F-9FE3-408C-B474-2730DE7594D3}" srcOrd="4" destOrd="0" parTransId="{908F32C5-6EC6-44A4-8684-979D1C909D8F}" sibTransId="{7E81B2C3-89DC-4B04-A0D9-2D6CC4B3BB56}"/>
    <dgm:cxn modelId="{AAB052B6-96A1-4DE1-9637-540F2D54A4CC}" type="presOf" srcId="{7B913D88-0A63-4E28-8465-978B0AF0B5A9}" destId="{E9DE9BBF-436E-4DEA-A2C7-203A042957F6}" srcOrd="1" destOrd="0" presId="urn:microsoft.com/office/officeart/2005/8/layout/chart3"/>
    <dgm:cxn modelId="{03C1CBE0-CD71-47E9-AB9F-330543BBFEB0}" type="presOf" srcId="{FF0AF41F-3F38-4D90-B879-99863303EB82}" destId="{AC9DC32F-869B-4DFB-A37E-E3D67D647138}" srcOrd="1" destOrd="0" presId="urn:microsoft.com/office/officeart/2005/8/layout/chart3"/>
    <dgm:cxn modelId="{218639C5-09C5-4486-9E52-71B76E43E517}" srcId="{3B605E88-28C9-40AF-B377-8F3FFA29F2F9}" destId="{245E56F9-2648-48F5-B488-71B4DE3A4147}" srcOrd="2" destOrd="0" parTransId="{2C5B9D70-8D03-44EF-8715-2274A78BBE48}" sibTransId="{415347D5-00BC-4EA4-90EA-708AC24F0E97}"/>
    <dgm:cxn modelId="{3BDA022D-5001-4520-BFE0-FBD447374488}" type="presOf" srcId="{FF0AF41F-3F38-4D90-B879-99863303EB82}" destId="{B908182B-DF5B-4F6C-8EEA-512201C7CDC9}" srcOrd="0" destOrd="0" presId="urn:microsoft.com/office/officeart/2005/8/layout/chart3"/>
    <dgm:cxn modelId="{8DCE0772-47E4-49C6-AD71-A6D40DFD5442}" type="presOf" srcId="{C6E30F3D-2C0C-4B4A-873B-5E4D2D9D5F9A}" destId="{FF3DB6A0-593B-467F-AA9B-F6E930064387}" srcOrd="1" destOrd="0" presId="urn:microsoft.com/office/officeart/2005/8/layout/chart3"/>
    <dgm:cxn modelId="{AB8AEEE6-D58C-46A2-9007-BB992E51314A}" type="presOf" srcId="{219BE00F-9FE3-408C-B474-2730DE7594D3}" destId="{C0B1907C-499B-43A5-8352-581C1F6219E1}" srcOrd="0" destOrd="0" presId="urn:microsoft.com/office/officeart/2005/8/layout/chart3"/>
    <dgm:cxn modelId="{578B62DE-78DE-45B2-9FBA-0DFFC4E74214}" type="presOf" srcId="{219BE00F-9FE3-408C-B474-2730DE7594D3}" destId="{87C899A1-74D4-4481-A2C9-1D4677F9080D}" srcOrd="1" destOrd="0" presId="urn:microsoft.com/office/officeart/2005/8/layout/chart3"/>
    <dgm:cxn modelId="{42487567-1EFA-4CDA-BC8E-29938D2D5F8B}" srcId="{3B605E88-28C9-40AF-B377-8F3FFA29F2F9}" destId="{FF0AF41F-3F38-4D90-B879-99863303EB82}" srcOrd="1" destOrd="0" parTransId="{0A6AAD71-A01A-415E-8BE7-F2B8F83D6AD8}" sibTransId="{CFEF47D0-A159-4FA4-97D6-8BD45DEC0652}"/>
    <dgm:cxn modelId="{BED437F4-A61E-4A14-958B-9FDC36357276}" type="presOf" srcId="{245E56F9-2648-48F5-B488-71B4DE3A4147}" destId="{19DDDAC6-92E2-40EA-B0EA-D32BF4980C94}" srcOrd="1" destOrd="0" presId="urn:microsoft.com/office/officeart/2005/8/layout/chart3"/>
    <dgm:cxn modelId="{1907E83E-9660-4DD7-92AA-DAB958F6B2D0}" type="presOf" srcId="{3B605E88-28C9-40AF-B377-8F3FFA29F2F9}" destId="{CB892D60-2B20-46C3-87BC-F58EAA848156}" srcOrd="0" destOrd="0" presId="urn:microsoft.com/office/officeart/2005/8/layout/chart3"/>
    <dgm:cxn modelId="{BCC02541-0CAE-40C9-B732-CA2C358DB677}" type="presOf" srcId="{7B913D88-0A63-4E28-8465-978B0AF0B5A9}" destId="{F0915EC1-A275-4419-B6DD-9DC54319BF3E}" srcOrd="0" destOrd="0" presId="urn:microsoft.com/office/officeart/2005/8/layout/chart3"/>
    <dgm:cxn modelId="{7C18FBE0-A3C5-4920-AAC2-F67ED4531A18}" srcId="{3B605E88-28C9-40AF-B377-8F3FFA29F2F9}" destId="{7B913D88-0A63-4E28-8465-978B0AF0B5A9}" srcOrd="0" destOrd="0" parTransId="{417C871C-23D8-44D4-9277-277C7FEF2891}" sibTransId="{FE20C5D6-6FD5-401B-AF27-4193E0B9BA7A}"/>
    <dgm:cxn modelId="{51D69EBB-68BB-4509-B254-995E9BA81D00}" type="presOf" srcId="{C6E30F3D-2C0C-4B4A-873B-5E4D2D9D5F9A}" destId="{75645940-2EEE-4E50-8B17-F4838C4D2812}" srcOrd="0" destOrd="0" presId="urn:microsoft.com/office/officeart/2005/8/layout/chart3"/>
    <dgm:cxn modelId="{AE1AF309-78C3-44A2-A462-BFD7FB41207C}" srcId="{3B605E88-28C9-40AF-B377-8F3FFA29F2F9}" destId="{C6E30F3D-2C0C-4B4A-873B-5E4D2D9D5F9A}" srcOrd="3" destOrd="0" parTransId="{195D625A-2E39-4DF6-A7D1-A40A7BA1F34D}" sibTransId="{548BB238-6626-4110-948C-245F92ABBF79}"/>
    <dgm:cxn modelId="{CF99AA32-D09B-40AD-A6E3-4D34C766E5EC}" type="presOf" srcId="{245E56F9-2648-48F5-B488-71B4DE3A4147}" destId="{C8CB46B1-E79C-457E-A28D-1EE2F9EBEE32}" srcOrd="0" destOrd="0" presId="urn:microsoft.com/office/officeart/2005/8/layout/chart3"/>
    <dgm:cxn modelId="{EC75F01E-138F-40F2-B27D-6E2487759B1E}" type="presParOf" srcId="{CB892D60-2B20-46C3-87BC-F58EAA848156}" destId="{F0915EC1-A275-4419-B6DD-9DC54319BF3E}" srcOrd="0" destOrd="0" presId="urn:microsoft.com/office/officeart/2005/8/layout/chart3"/>
    <dgm:cxn modelId="{EDC666C3-6F83-4A32-95E6-61E832158D5A}" type="presParOf" srcId="{CB892D60-2B20-46C3-87BC-F58EAA848156}" destId="{E9DE9BBF-436E-4DEA-A2C7-203A042957F6}" srcOrd="1" destOrd="0" presId="urn:microsoft.com/office/officeart/2005/8/layout/chart3"/>
    <dgm:cxn modelId="{CB01DD5F-DB2D-485B-B334-5D5EE5A4F98E}" type="presParOf" srcId="{CB892D60-2B20-46C3-87BC-F58EAA848156}" destId="{B908182B-DF5B-4F6C-8EEA-512201C7CDC9}" srcOrd="2" destOrd="0" presId="urn:microsoft.com/office/officeart/2005/8/layout/chart3"/>
    <dgm:cxn modelId="{60D68AB6-C5D2-4A3E-A489-4A8E52052D65}" type="presParOf" srcId="{CB892D60-2B20-46C3-87BC-F58EAA848156}" destId="{AC9DC32F-869B-4DFB-A37E-E3D67D647138}" srcOrd="3" destOrd="0" presId="urn:microsoft.com/office/officeart/2005/8/layout/chart3"/>
    <dgm:cxn modelId="{BFEB9D4D-1D30-48C2-BE3A-E595D4D9C629}" type="presParOf" srcId="{CB892D60-2B20-46C3-87BC-F58EAA848156}" destId="{C8CB46B1-E79C-457E-A28D-1EE2F9EBEE32}" srcOrd="4" destOrd="0" presId="urn:microsoft.com/office/officeart/2005/8/layout/chart3"/>
    <dgm:cxn modelId="{972B5DE6-FFF5-4CD8-8056-BB486AC6A4DC}" type="presParOf" srcId="{CB892D60-2B20-46C3-87BC-F58EAA848156}" destId="{19DDDAC6-92E2-40EA-B0EA-D32BF4980C94}" srcOrd="5" destOrd="0" presId="urn:microsoft.com/office/officeart/2005/8/layout/chart3"/>
    <dgm:cxn modelId="{5769D530-F753-4716-8F49-33BD84493F14}" type="presParOf" srcId="{CB892D60-2B20-46C3-87BC-F58EAA848156}" destId="{75645940-2EEE-4E50-8B17-F4838C4D2812}" srcOrd="6" destOrd="0" presId="urn:microsoft.com/office/officeart/2005/8/layout/chart3"/>
    <dgm:cxn modelId="{F3948CF3-D553-4571-B66D-A9C874B580CE}" type="presParOf" srcId="{CB892D60-2B20-46C3-87BC-F58EAA848156}" destId="{FF3DB6A0-593B-467F-AA9B-F6E930064387}" srcOrd="7" destOrd="0" presId="urn:microsoft.com/office/officeart/2005/8/layout/chart3"/>
    <dgm:cxn modelId="{CB9F42B7-3C35-48C0-87BC-E1D14E131882}" type="presParOf" srcId="{CB892D60-2B20-46C3-87BC-F58EAA848156}" destId="{C0B1907C-499B-43A5-8352-581C1F6219E1}" srcOrd="8" destOrd="0" presId="urn:microsoft.com/office/officeart/2005/8/layout/chart3"/>
    <dgm:cxn modelId="{1B49C4C5-778A-414B-81DD-58644B15ABDB}" type="presParOf" srcId="{CB892D60-2B20-46C3-87BC-F58EAA848156}" destId="{87C899A1-74D4-4481-A2C9-1D4677F9080D}" srcOrd="9"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B605E88-28C9-40AF-B377-8F3FFA29F2F9}" type="doc">
      <dgm:prSet loTypeId="urn:microsoft.com/office/officeart/2005/8/layout/chart3" loCatId="cycle" qsTypeId="urn:microsoft.com/office/officeart/2005/8/quickstyle/3d1" qsCatId="3D" csTypeId="urn:microsoft.com/office/officeart/2005/8/colors/colorful4" csCatId="colorful" phldr="1"/>
      <dgm:spPr/>
      <dgm:t>
        <a:bodyPr/>
        <a:lstStyle/>
        <a:p>
          <a:endParaRPr lang="en-US"/>
        </a:p>
      </dgm:t>
    </dgm:pt>
    <dgm:pt modelId="{7B913D88-0A63-4E28-8465-978B0AF0B5A9}">
      <dgm:prSet phldrT="[Text]"/>
      <dgm:spPr/>
      <dgm:t>
        <a:bodyPr/>
        <a:lstStyle/>
        <a:p>
          <a:r>
            <a:rPr lang="en-US" dirty="0" smtClean="0"/>
            <a:t>Identify</a:t>
          </a:r>
          <a:endParaRPr lang="en-US" dirty="0"/>
        </a:p>
      </dgm:t>
    </dgm:pt>
    <dgm:pt modelId="{417C871C-23D8-44D4-9277-277C7FEF2891}" type="parTrans" cxnId="{7C18FBE0-A3C5-4920-AAC2-F67ED4531A18}">
      <dgm:prSet/>
      <dgm:spPr/>
      <dgm:t>
        <a:bodyPr/>
        <a:lstStyle/>
        <a:p>
          <a:endParaRPr lang="en-US"/>
        </a:p>
      </dgm:t>
    </dgm:pt>
    <dgm:pt modelId="{FE20C5D6-6FD5-401B-AF27-4193E0B9BA7A}" type="sibTrans" cxnId="{7C18FBE0-A3C5-4920-AAC2-F67ED4531A18}">
      <dgm:prSet/>
      <dgm:spPr/>
      <dgm:t>
        <a:bodyPr/>
        <a:lstStyle/>
        <a:p>
          <a:endParaRPr lang="en-US"/>
        </a:p>
      </dgm:t>
    </dgm:pt>
    <dgm:pt modelId="{FF0AF41F-3F38-4D90-B879-99863303EB82}">
      <dgm:prSet phldrT="[Text]"/>
      <dgm:spPr/>
      <dgm:t>
        <a:bodyPr/>
        <a:lstStyle/>
        <a:p>
          <a:r>
            <a:rPr lang="en-US" dirty="0" smtClean="0"/>
            <a:t>Analyze</a:t>
          </a:r>
          <a:endParaRPr lang="en-US" dirty="0"/>
        </a:p>
      </dgm:t>
    </dgm:pt>
    <dgm:pt modelId="{0A6AAD71-A01A-415E-8BE7-F2B8F83D6AD8}" type="parTrans" cxnId="{42487567-1EFA-4CDA-BC8E-29938D2D5F8B}">
      <dgm:prSet/>
      <dgm:spPr/>
      <dgm:t>
        <a:bodyPr/>
        <a:lstStyle/>
        <a:p>
          <a:endParaRPr lang="en-US"/>
        </a:p>
      </dgm:t>
    </dgm:pt>
    <dgm:pt modelId="{CFEF47D0-A159-4FA4-97D6-8BD45DEC0652}" type="sibTrans" cxnId="{42487567-1EFA-4CDA-BC8E-29938D2D5F8B}">
      <dgm:prSet/>
      <dgm:spPr/>
      <dgm:t>
        <a:bodyPr/>
        <a:lstStyle/>
        <a:p>
          <a:endParaRPr lang="en-US"/>
        </a:p>
      </dgm:t>
    </dgm:pt>
    <dgm:pt modelId="{245E56F9-2648-48F5-B488-71B4DE3A4147}">
      <dgm:prSet phldrT="[Text]"/>
      <dgm:spPr/>
      <dgm:t>
        <a:bodyPr/>
        <a:lstStyle/>
        <a:p>
          <a:r>
            <a:rPr lang="en-US" dirty="0" smtClean="0"/>
            <a:t>Evaluate</a:t>
          </a:r>
          <a:endParaRPr lang="en-US" dirty="0"/>
        </a:p>
      </dgm:t>
    </dgm:pt>
    <dgm:pt modelId="{2C5B9D70-8D03-44EF-8715-2274A78BBE48}" type="parTrans" cxnId="{218639C5-09C5-4486-9E52-71B76E43E517}">
      <dgm:prSet/>
      <dgm:spPr/>
      <dgm:t>
        <a:bodyPr/>
        <a:lstStyle/>
        <a:p>
          <a:endParaRPr lang="en-US"/>
        </a:p>
      </dgm:t>
    </dgm:pt>
    <dgm:pt modelId="{415347D5-00BC-4EA4-90EA-708AC24F0E97}" type="sibTrans" cxnId="{218639C5-09C5-4486-9E52-71B76E43E517}">
      <dgm:prSet/>
      <dgm:spPr/>
      <dgm:t>
        <a:bodyPr/>
        <a:lstStyle/>
        <a:p>
          <a:endParaRPr lang="en-US"/>
        </a:p>
      </dgm:t>
    </dgm:pt>
    <dgm:pt modelId="{C6E30F3D-2C0C-4B4A-873B-5E4D2D9D5F9A}">
      <dgm:prSet phldrT="[Text]"/>
      <dgm:spPr/>
      <dgm:t>
        <a:bodyPr/>
        <a:lstStyle/>
        <a:p>
          <a:r>
            <a:rPr lang="en-US" dirty="0" smtClean="0"/>
            <a:t>Treat</a:t>
          </a:r>
          <a:endParaRPr lang="en-US" dirty="0"/>
        </a:p>
      </dgm:t>
    </dgm:pt>
    <dgm:pt modelId="{195D625A-2E39-4DF6-A7D1-A40A7BA1F34D}" type="parTrans" cxnId="{AE1AF309-78C3-44A2-A462-BFD7FB41207C}">
      <dgm:prSet/>
      <dgm:spPr/>
      <dgm:t>
        <a:bodyPr/>
        <a:lstStyle/>
        <a:p>
          <a:endParaRPr lang="en-US"/>
        </a:p>
      </dgm:t>
    </dgm:pt>
    <dgm:pt modelId="{548BB238-6626-4110-948C-245F92ABBF79}" type="sibTrans" cxnId="{AE1AF309-78C3-44A2-A462-BFD7FB41207C}">
      <dgm:prSet/>
      <dgm:spPr/>
      <dgm:t>
        <a:bodyPr/>
        <a:lstStyle/>
        <a:p>
          <a:endParaRPr lang="en-US"/>
        </a:p>
      </dgm:t>
    </dgm:pt>
    <dgm:pt modelId="{219BE00F-9FE3-408C-B474-2730DE7594D3}">
      <dgm:prSet phldrT="[Text]"/>
      <dgm:spPr/>
      <dgm:t>
        <a:bodyPr/>
        <a:lstStyle/>
        <a:p>
          <a:r>
            <a:rPr lang="en-US" dirty="0" smtClean="0"/>
            <a:t>Monitor</a:t>
          </a:r>
          <a:endParaRPr lang="en-US" dirty="0"/>
        </a:p>
      </dgm:t>
    </dgm:pt>
    <dgm:pt modelId="{908F32C5-6EC6-44A4-8684-979D1C909D8F}" type="parTrans" cxnId="{BBBFBDFA-0AEE-434F-BB9B-9E794593333A}">
      <dgm:prSet/>
      <dgm:spPr/>
      <dgm:t>
        <a:bodyPr/>
        <a:lstStyle/>
        <a:p>
          <a:endParaRPr lang="en-US"/>
        </a:p>
      </dgm:t>
    </dgm:pt>
    <dgm:pt modelId="{7E81B2C3-89DC-4B04-A0D9-2D6CC4B3BB56}" type="sibTrans" cxnId="{BBBFBDFA-0AEE-434F-BB9B-9E794593333A}">
      <dgm:prSet/>
      <dgm:spPr/>
      <dgm:t>
        <a:bodyPr/>
        <a:lstStyle/>
        <a:p>
          <a:endParaRPr lang="en-US"/>
        </a:p>
      </dgm:t>
    </dgm:pt>
    <dgm:pt modelId="{CB892D60-2B20-46C3-87BC-F58EAA848156}" type="pres">
      <dgm:prSet presAssocID="{3B605E88-28C9-40AF-B377-8F3FFA29F2F9}" presName="compositeShape" presStyleCnt="0">
        <dgm:presLayoutVars>
          <dgm:chMax val="7"/>
          <dgm:dir/>
          <dgm:resizeHandles val="exact"/>
        </dgm:presLayoutVars>
      </dgm:prSet>
      <dgm:spPr/>
      <dgm:t>
        <a:bodyPr/>
        <a:lstStyle/>
        <a:p>
          <a:endParaRPr lang="en-US"/>
        </a:p>
      </dgm:t>
    </dgm:pt>
    <dgm:pt modelId="{F0915EC1-A275-4419-B6DD-9DC54319BF3E}" type="pres">
      <dgm:prSet presAssocID="{3B605E88-28C9-40AF-B377-8F3FFA29F2F9}" presName="wedge1" presStyleLbl="node1" presStyleIdx="0" presStyleCnt="5" custLinFactNeighborX="-5022" custLinFactNeighborY="3767"/>
      <dgm:spPr/>
      <dgm:t>
        <a:bodyPr/>
        <a:lstStyle/>
        <a:p>
          <a:endParaRPr lang="en-US"/>
        </a:p>
      </dgm:t>
    </dgm:pt>
    <dgm:pt modelId="{E9DE9BBF-436E-4DEA-A2C7-203A042957F6}" type="pres">
      <dgm:prSet presAssocID="{3B605E88-28C9-40AF-B377-8F3FFA29F2F9}" presName="wedge1Tx" presStyleLbl="node1" presStyleIdx="0" presStyleCnt="5">
        <dgm:presLayoutVars>
          <dgm:chMax val="0"/>
          <dgm:chPref val="0"/>
          <dgm:bulletEnabled val="1"/>
        </dgm:presLayoutVars>
      </dgm:prSet>
      <dgm:spPr/>
      <dgm:t>
        <a:bodyPr/>
        <a:lstStyle/>
        <a:p>
          <a:endParaRPr lang="en-US"/>
        </a:p>
      </dgm:t>
    </dgm:pt>
    <dgm:pt modelId="{B908182B-DF5B-4F6C-8EEA-512201C7CDC9}" type="pres">
      <dgm:prSet presAssocID="{3B605E88-28C9-40AF-B377-8F3FFA29F2F9}" presName="wedge2" presStyleLbl="node1" presStyleIdx="1" presStyleCnt="5" custLinFactNeighborX="4394" custLinFactNeighborY="1256"/>
      <dgm:spPr/>
      <dgm:t>
        <a:bodyPr/>
        <a:lstStyle/>
        <a:p>
          <a:endParaRPr lang="en-US"/>
        </a:p>
      </dgm:t>
    </dgm:pt>
    <dgm:pt modelId="{AC9DC32F-869B-4DFB-A37E-E3D67D647138}" type="pres">
      <dgm:prSet presAssocID="{3B605E88-28C9-40AF-B377-8F3FFA29F2F9}" presName="wedge2Tx" presStyleLbl="node1" presStyleIdx="1" presStyleCnt="5">
        <dgm:presLayoutVars>
          <dgm:chMax val="0"/>
          <dgm:chPref val="0"/>
          <dgm:bulletEnabled val="1"/>
        </dgm:presLayoutVars>
      </dgm:prSet>
      <dgm:spPr/>
      <dgm:t>
        <a:bodyPr/>
        <a:lstStyle/>
        <a:p>
          <a:endParaRPr lang="en-US"/>
        </a:p>
      </dgm:t>
    </dgm:pt>
    <dgm:pt modelId="{C8CB46B1-E79C-457E-A28D-1EE2F9EBEE32}" type="pres">
      <dgm:prSet presAssocID="{3B605E88-28C9-40AF-B377-8F3FFA29F2F9}" presName="wedge3" presStyleLbl="node1" presStyleIdx="2" presStyleCnt="5"/>
      <dgm:spPr/>
      <dgm:t>
        <a:bodyPr/>
        <a:lstStyle/>
        <a:p>
          <a:endParaRPr lang="en-US"/>
        </a:p>
      </dgm:t>
    </dgm:pt>
    <dgm:pt modelId="{19DDDAC6-92E2-40EA-B0EA-D32BF4980C94}" type="pres">
      <dgm:prSet presAssocID="{3B605E88-28C9-40AF-B377-8F3FFA29F2F9}" presName="wedge3Tx" presStyleLbl="node1" presStyleIdx="2" presStyleCnt="5">
        <dgm:presLayoutVars>
          <dgm:chMax val="0"/>
          <dgm:chPref val="0"/>
          <dgm:bulletEnabled val="1"/>
        </dgm:presLayoutVars>
      </dgm:prSet>
      <dgm:spPr/>
      <dgm:t>
        <a:bodyPr/>
        <a:lstStyle/>
        <a:p>
          <a:endParaRPr lang="en-US"/>
        </a:p>
      </dgm:t>
    </dgm:pt>
    <dgm:pt modelId="{75645940-2EEE-4E50-8B17-F4838C4D2812}" type="pres">
      <dgm:prSet presAssocID="{3B605E88-28C9-40AF-B377-8F3FFA29F2F9}" presName="wedge4" presStyleLbl="node1" presStyleIdx="3" presStyleCnt="5"/>
      <dgm:spPr/>
      <dgm:t>
        <a:bodyPr/>
        <a:lstStyle/>
        <a:p>
          <a:endParaRPr lang="en-US"/>
        </a:p>
      </dgm:t>
    </dgm:pt>
    <dgm:pt modelId="{FF3DB6A0-593B-467F-AA9B-F6E930064387}" type="pres">
      <dgm:prSet presAssocID="{3B605E88-28C9-40AF-B377-8F3FFA29F2F9}" presName="wedge4Tx" presStyleLbl="node1" presStyleIdx="3" presStyleCnt="5">
        <dgm:presLayoutVars>
          <dgm:chMax val="0"/>
          <dgm:chPref val="0"/>
          <dgm:bulletEnabled val="1"/>
        </dgm:presLayoutVars>
      </dgm:prSet>
      <dgm:spPr/>
      <dgm:t>
        <a:bodyPr/>
        <a:lstStyle/>
        <a:p>
          <a:endParaRPr lang="en-US"/>
        </a:p>
      </dgm:t>
    </dgm:pt>
    <dgm:pt modelId="{C0B1907C-499B-43A5-8352-581C1F6219E1}" type="pres">
      <dgm:prSet presAssocID="{3B605E88-28C9-40AF-B377-8F3FFA29F2F9}" presName="wedge5" presStyleLbl="node1" presStyleIdx="4" presStyleCnt="5"/>
      <dgm:spPr/>
      <dgm:t>
        <a:bodyPr/>
        <a:lstStyle/>
        <a:p>
          <a:endParaRPr lang="en-US"/>
        </a:p>
      </dgm:t>
    </dgm:pt>
    <dgm:pt modelId="{87C899A1-74D4-4481-A2C9-1D4677F9080D}" type="pres">
      <dgm:prSet presAssocID="{3B605E88-28C9-40AF-B377-8F3FFA29F2F9}" presName="wedge5Tx" presStyleLbl="node1" presStyleIdx="4" presStyleCnt="5">
        <dgm:presLayoutVars>
          <dgm:chMax val="0"/>
          <dgm:chPref val="0"/>
          <dgm:bulletEnabled val="1"/>
        </dgm:presLayoutVars>
      </dgm:prSet>
      <dgm:spPr/>
      <dgm:t>
        <a:bodyPr/>
        <a:lstStyle/>
        <a:p>
          <a:endParaRPr lang="en-US"/>
        </a:p>
      </dgm:t>
    </dgm:pt>
  </dgm:ptLst>
  <dgm:cxnLst>
    <dgm:cxn modelId="{13749573-5EE8-44D8-939D-B28DC4750CB9}" type="presOf" srcId="{C6E30F3D-2C0C-4B4A-873B-5E4D2D9D5F9A}" destId="{75645940-2EEE-4E50-8B17-F4838C4D2812}" srcOrd="0" destOrd="0" presId="urn:microsoft.com/office/officeart/2005/8/layout/chart3"/>
    <dgm:cxn modelId="{BBBFBDFA-0AEE-434F-BB9B-9E794593333A}" srcId="{3B605E88-28C9-40AF-B377-8F3FFA29F2F9}" destId="{219BE00F-9FE3-408C-B474-2730DE7594D3}" srcOrd="4" destOrd="0" parTransId="{908F32C5-6EC6-44A4-8684-979D1C909D8F}" sibTransId="{7E81B2C3-89DC-4B04-A0D9-2D6CC4B3BB56}"/>
    <dgm:cxn modelId="{77A6F990-7B55-43DE-9AD5-CA586FBBE57F}" type="presOf" srcId="{245E56F9-2648-48F5-B488-71B4DE3A4147}" destId="{C8CB46B1-E79C-457E-A28D-1EE2F9EBEE32}" srcOrd="0" destOrd="0" presId="urn:microsoft.com/office/officeart/2005/8/layout/chart3"/>
    <dgm:cxn modelId="{6D01410E-216C-4B61-BF98-50B31D8489A3}" type="presOf" srcId="{219BE00F-9FE3-408C-B474-2730DE7594D3}" destId="{87C899A1-74D4-4481-A2C9-1D4677F9080D}" srcOrd="1" destOrd="0" presId="urn:microsoft.com/office/officeart/2005/8/layout/chart3"/>
    <dgm:cxn modelId="{E8883C16-FFFB-4BA7-8AEA-6582118BA487}" type="presOf" srcId="{219BE00F-9FE3-408C-B474-2730DE7594D3}" destId="{C0B1907C-499B-43A5-8352-581C1F6219E1}" srcOrd="0" destOrd="0" presId="urn:microsoft.com/office/officeart/2005/8/layout/chart3"/>
    <dgm:cxn modelId="{69AD4D36-56A5-409A-93BB-7FF52FFE64B6}" type="presOf" srcId="{3B605E88-28C9-40AF-B377-8F3FFA29F2F9}" destId="{CB892D60-2B20-46C3-87BC-F58EAA848156}" srcOrd="0" destOrd="0" presId="urn:microsoft.com/office/officeart/2005/8/layout/chart3"/>
    <dgm:cxn modelId="{218639C5-09C5-4486-9E52-71B76E43E517}" srcId="{3B605E88-28C9-40AF-B377-8F3FFA29F2F9}" destId="{245E56F9-2648-48F5-B488-71B4DE3A4147}" srcOrd="2" destOrd="0" parTransId="{2C5B9D70-8D03-44EF-8715-2274A78BBE48}" sibTransId="{415347D5-00BC-4EA4-90EA-708AC24F0E97}"/>
    <dgm:cxn modelId="{42487567-1EFA-4CDA-BC8E-29938D2D5F8B}" srcId="{3B605E88-28C9-40AF-B377-8F3FFA29F2F9}" destId="{FF0AF41F-3F38-4D90-B879-99863303EB82}" srcOrd="1" destOrd="0" parTransId="{0A6AAD71-A01A-415E-8BE7-F2B8F83D6AD8}" sibTransId="{CFEF47D0-A159-4FA4-97D6-8BD45DEC0652}"/>
    <dgm:cxn modelId="{BD6E3579-7DD8-4891-AC9E-DC3A714E73CE}" type="presOf" srcId="{FF0AF41F-3F38-4D90-B879-99863303EB82}" destId="{AC9DC32F-869B-4DFB-A37E-E3D67D647138}" srcOrd="1" destOrd="0" presId="urn:microsoft.com/office/officeart/2005/8/layout/chart3"/>
    <dgm:cxn modelId="{6EC06EE1-E433-428B-8823-F90DACACE071}" type="presOf" srcId="{245E56F9-2648-48F5-B488-71B4DE3A4147}" destId="{19DDDAC6-92E2-40EA-B0EA-D32BF4980C94}" srcOrd="1" destOrd="0" presId="urn:microsoft.com/office/officeart/2005/8/layout/chart3"/>
    <dgm:cxn modelId="{3848DD9E-1E0E-4D77-91F3-49B13AEB6518}" type="presOf" srcId="{C6E30F3D-2C0C-4B4A-873B-5E4D2D9D5F9A}" destId="{FF3DB6A0-593B-467F-AA9B-F6E930064387}" srcOrd="1" destOrd="0" presId="urn:microsoft.com/office/officeart/2005/8/layout/chart3"/>
    <dgm:cxn modelId="{7C18FBE0-A3C5-4920-AAC2-F67ED4531A18}" srcId="{3B605E88-28C9-40AF-B377-8F3FFA29F2F9}" destId="{7B913D88-0A63-4E28-8465-978B0AF0B5A9}" srcOrd="0" destOrd="0" parTransId="{417C871C-23D8-44D4-9277-277C7FEF2891}" sibTransId="{FE20C5D6-6FD5-401B-AF27-4193E0B9BA7A}"/>
    <dgm:cxn modelId="{9A856F08-8CFC-4D39-8572-0D28DF18022F}" type="presOf" srcId="{FF0AF41F-3F38-4D90-B879-99863303EB82}" destId="{B908182B-DF5B-4F6C-8EEA-512201C7CDC9}" srcOrd="0" destOrd="0" presId="urn:microsoft.com/office/officeart/2005/8/layout/chart3"/>
    <dgm:cxn modelId="{D21163D1-54DB-4AB3-A1D1-5BCB31BA6397}" type="presOf" srcId="{7B913D88-0A63-4E28-8465-978B0AF0B5A9}" destId="{F0915EC1-A275-4419-B6DD-9DC54319BF3E}" srcOrd="0" destOrd="0" presId="urn:microsoft.com/office/officeart/2005/8/layout/chart3"/>
    <dgm:cxn modelId="{A62789C5-CFB5-4351-9661-6040856B83E3}" type="presOf" srcId="{7B913D88-0A63-4E28-8465-978B0AF0B5A9}" destId="{E9DE9BBF-436E-4DEA-A2C7-203A042957F6}" srcOrd="1" destOrd="0" presId="urn:microsoft.com/office/officeart/2005/8/layout/chart3"/>
    <dgm:cxn modelId="{AE1AF309-78C3-44A2-A462-BFD7FB41207C}" srcId="{3B605E88-28C9-40AF-B377-8F3FFA29F2F9}" destId="{C6E30F3D-2C0C-4B4A-873B-5E4D2D9D5F9A}" srcOrd="3" destOrd="0" parTransId="{195D625A-2E39-4DF6-A7D1-A40A7BA1F34D}" sibTransId="{548BB238-6626-4110-948C-245F92ABBF79}"/>
    <dgm:cxn modelId="{395D1E21-6CFA-49E4-8BFB-6A4FC5EA9D0C}" type="presParOf" srcId="{CB892D60-2B20-46C3-87BC-F58EAA848156}" destId="{F0915EC1-A275-4419-B6DD-9DC54319BF3E}" srcOrd="0" destOrd="0" presId="urn:microsoft.com/office/officeart/2005/8/layout/chart3"/>
    <dgm:cxn modelId="{A5A7D383-ED2D-41C7-90CB-8E267249625B}" type="presParOf" srcId="{CB892D60-2B20-46C3-87BC-F58EAA848156}" destId="{E9DE9BBF-436E-4DEA-A2C7-203A042957F6}" srcOrd="1" destOrd="0" presId="urn:microsoft.com/office/officeart/2005/8/layout/chart3"/>
    <dgm:cxn modelId="{3529F3B5-BEC4-4F9B-97D8-ADCCB7DCA7E1}" type="presParOf" srcId="{CB892D60-2B20-46C3-87BC-F58EAA848156}" destId="{B908182B-DF5B-4F6C-8EEA-512201C7CDC9}" srcOrd="2" destOrd="0" presId="urn:microsoft.com/office/officeart/2005/8/layout/chart3"/>
    <dgm:cxn modelId="{FF215052-4071-470A-A6DB-0E82D67E4CBE}" type="presParOf" srcId="{CB892D60-2B20-46C3-87BC-F58EAA848156}" destId="{AC9DC32F-869B-4DFB-A37E-E3D67D647138}" srcOrd="3" destOrd="0" presId="urn:microsoft.com/office/officeart/2005/8/layout/chart3"/>
    <dgm:cxn modelId="{1F6E188D-5DCB-4FD2-A1F3-CEF59683BF26}" type="presParOf" srcId="{CB892D60-2B20-46C3-87BC-F58EAA848156}" destId="{C8CB46B1-E79C-457E-A28D-1EE2F9EBEE32}" srcOrd="4" destOrd="0" presId="urn:microsoft.com/office/officeart/2005/8/layout/chart3"/>
    <dgm:cxn modelId="{D81323EF-5C0A-49F8-ABB8-B3DC482454B0}" type="presParOf" srcId="{CB892D60-2B20-46C3-87BC-F58EAA848156}" destId="{19DDDAC6-92E2-40EA-B0EA-D32BF4980C94}" srcOrd="5" destOrd="0" presId="urn:microsoft.com/office/officeart/2005/8/layout/chart3"/>
    <dgm:cxn modelId="{46D9F660-BEA3-497C-B66E-8C76520F5C9A}" type="presParOf" srcId="{CB892D60-2B20-46C3-87BC-F58EAA848156}" destId="{75645940-2EEE-4E50-8B17-F4838C4D2812}" srcOrd="6" destOrd="0" presId="urn:microsoft.com/office/officeart/2005/8/layout/chart3"/>
    <dgm:cxn modelId="{201F79CC-F6BA-471A-BED4-6C99EF634EA6}" type="presParOf" srcId="{CB892D60-2B20-46C3-87BC-F58EAA848156}" destId="{FF3DB6A0-593B-467F-AA9B-F6E930064387}" srcOrd="7" destOrd="0" presId="urn:microsoft.com/office/officeart/2005/8/layout/chart3"/>
    <dgm:cxn modelId="{94B70ABE-280F-4839-A911-0B7BD76B613D}" type="presParOf" srcId="{CB892D60-2B20-46C3-87BC-F58EAA848156}" destId="{C0B1907C-499B-43A5-8352-581C1F6219E1}" srcOrd="8" destOrd="0" presId="urn:microsoft.com/office/officeart/2005/8/layout/chart3"/>
    <dgm:cxn modelId="{84B32861-C0A9-4582-806B-5265E88D9B04}" type="presParOf" srcId="{CB892D60-2B20-46C3-87BC-F58EAA848156}" destId="{87C899A1-74D4-4481-A2C9-1D4677F9080D}" srcOrd="9"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B605E88-28C9-40AF-B377-8F3FFA29F2F9}" type="doc">
      <dgm:prSet loTypeId="urn:microsoft.com/office/officeart/2005/8/layout/chart3" loCatId="cycle" qsTypeId="urn:microsoft.com/office/officeart/2005/8/quickstyle/3d1" qsCatId="3D" csTypeId="urn:microsoft.com/office/officeart/2005/8/colors/colorful4" csCatId="colorful" phldr="1"/>
      <dgm:spPr/>
      <dgm:t>
        <a:bodyPr/>
        <a:lstStyle/>
        <a:p>
          <a:endParaRPr lang="en-US"/>
        </a:p>
      </dgm:t>
    </dgm:pt>
    <dgm:pt modelId="{7B913D88-0A63-4E28-8465-978B0AF0B5A9}">
      <dgm:prSet phldrT="[Text]"/>
      <dgm:spPr/>
      <dgm:t>
        <a:bodyPr/>
        <a:lstStyle/>
        <a:p>
          <a:r>
            <a:rPr lang="en-US" dirty="0" smtClean="0"/>
            <a:t>Identify</a:t>
          </a:r>
          <a:endParaRPr lang="en-US" dirty="0"/>
        </a:p>
      </dgm:t>
    </dgm:pt>
    <dgm:pt modelId="{417C871C-23D8-44D4-9277-277C7FEF2891}" type="parTrans" cxnId="{7C18FBE0-A3C5-4920-AAC2-F67ED4531A18}">
      <dgm:prSet/>
      <dgm:spPr/>
      <dgm:t>
        <a:bodyPr/>
        <a:lstStyle/>
        <a:p>
          <a:endParaRPr lang="en-US"/>
        </a:p>
      </dgm:t>
    </dgm:pt>
    <dgm:pt modelId="{FE20C5D6-6FD5-401B-AF27-4193E0B9BA7A}" type="sibTrans" cxnId="{7C18FBE0-A3C5-4920-AAC2-F67ED4531A18}">
      <dgm:prSet/>
      <dgm:spPr/>
      <dgm:t>
        <a:bodyPr/>
        <a:lstStyle/>
        <a:p>
          <a:endParaRPr lang="en-US"/>
        </a:p>
      </dgm:t>
    </dgm:pt>
    <dgm:pt modelId="{FF0AF41F-3F38-4D90-B879-99863303EB82}">
      <dgm:prSet phldrT="[Text]"/>
      <dgm:spPr/>
      <dgm:t>
        <a:bodyPr/>
        <a:lstStyle/>
        <a:p>
          <a:r>
            <a:rPr lang="en-US" dirty="0" smtClean="0"/>
            <a:t>Analyze</a:t>
          </a:r>
          <a:endParaRPr lang="en-US" dirty="0"/>
        </a:p>
      </dgm:t>
    </dgm:pt>
    <dgm:pt modelId="{0A6AAD71-A01A-415E-8BE7-F2B8F83D6AD8}" type="parTrans" cxnId="{42487567-1EFA-4CDA-BC8E-29938D2D5F8B}">
      <dgm:prSet/>
      <dgm:spPr/>
      <dgm:t>
        <a:bodyPr/>
        <a:lstStyle/>
        <a:p>
          <a:endParaRPr lang="en-US"/>
        </a:p>
      </dgm:t>
    </dgm:pt>
    <dgm:pt modelId="{CFEF47D0-A159-4FA4-97D6-8BD45DEC0652}" type="sibTrans" cxnId="{42487567-1EFA-4CDA-BC8E-29938D2D5F8B}">
      <dgm:prSet/>
      <dgm:spPr/>
      <dgm:t>
        <a:bodyPr/>
        <a:lstStyle/>
        <a:p>
          <a:endParaRPr lang="en-US"/>
        </a:p>
      </dgm:t>
    </dgm:pt>
    <dgm:pt modelId="{245E56F9-2648-48F5-B488-71B4DE3A4147}">
      <dgm:prSet phldrT="[Text]"/>
      <dgm:spPr/>
      <dgm:t>
        <a:bodyPr/>
        <a:lstStyle/>
        <a:p>
          <a:r>
            <a:rPr lang="en-US" dirty="0" smtClean="0"/>
            <a:t>Evaluate</a:t>
          </a:r>
          <a:endParaRPr lang="en-US" dirty="0"/>
        </a:p>
      </dgm:t>
    </dgm:pt>
    <dgm:pt modelId="{2C5B9D70-8D03-44EF-8715-2274A78BBE48}" type="parTrans" cxnId="{218639C5-09C5-4486-9E52-71B76E43E517}">
      <dgm:prSet/>
      <dgm:spPr/>
      <dgm:t>
        <a:bodyPr/>
        <a:lstStyle/>
        <a:p>
          <a:endParaRPr lang="en-US"/>
        </a:p>
      </dgm:t>
    </dgm:pt>
    <dgm:pt modelId="{415347D5-00BC-4EA4-90EA-708AC24F0E97}" type="sibTrans" cxnId="{218639C5-09C5-4486-9E52-71B76E43E517}">
      <dgm:prSet/>
      <dgm:spPr/>
      <dgm:t>
        <a:bodyPr/>
        <a:lstStyle/>
        <a:p>
          <a:endParaRPr lang="en-US"/>
        </a:p>
      </dgm:t>
    </dgm:pt>
    <dgm:pt modelId="{C6E30F3D-2C0C-4B4A-873B-5E4D2D9D5F9A}">
      <dgm:prSet phldrT="[Text]"/>
      <dgm:spPr/>
      <dgm:t>
        <a:bodyPr/>
        <a:lstStyle/>
        <a:p>
          <a:r>
            <a:rPr lang="en-US" dirty="0" smtClean="0"/>
            <a:t>Treat</a:t>
          </a:r>
          <a:endParaRPr lang="en-US" dirty="0"/>
        </a:p>
      </dgm:t>
    </dgm:pt>
    <dgm:pt modelId="{195D625A-2E39-4DF6-A7D1-A40A7BA1F34D}" type="parTrans" cxnId="{AE1AF309-78C3-44A2-A462-BFD7FB41207C}">
      <dgm:prSet/>
      <dgm:spPr/>
      <dgm:t>
        <a:bodyPr/>
        <a:lstStyle/>
        <a:p>
          <a:endParaRPr lang="en-US"/>
        </a:p>
      </dgm:t>
    </dgm:pt>
    <dgm:pt modelId="{548BB238-6626-4110-948C-245F92ABBF79}" type="sibTrans" cxnId="{AE1AF309-78C3-44A2-A462-BFD7FB41207C}">
      <dgm:prSet/>
      <dgm:spPr/>
      <dgm:t>
        <a:bodyPr/>
        <a:lstStyle/>
        <a:p>
          <a:endParaRPr lang="en-US"/>
        </a:p>
      </dgm:t>
    </dgm:pt>
    <dgm:pt modelId="{219BE00F-9FE3-408C-B474-2730DE7594D3}">
      <dgm:prSet phldrT="[Text]"/>
      <dgm:spPr/>
      <dgm:t>
        <a:bodyPr/>
        <a:lstStyle/>
        <a:p>
          <a:r>
            <a:rPr lang="en-US" dirty="0" smtClean="0"/>
            <a:t>Monitor</a:t>
          </a:r>
          <a:endParaRPr lang="en-US" dirty="0"/>
        </a:p>
      </dgm:t>
    </dgm:pt>
    <dgm:pt modelId="{908F32C5-6EC6-44A4-8684-979D1C909D8F}" type="parTrans" cxnId="{BBBFBDFA-0AEE-434F-BB9B-9E794593333A}">
      <dgm:prSet/>
      <dgm:spPr/>
      <dgm:t>
        <a:bodyPr/>
        <a:lstStyle/>
        <a:p>
          <a:endParaRPr lang="en-US"/>
        </a:p>
      </dgm:t>
    </dgm:pt>
    <dgm:pt modelId="{7E81B2C3-89DC-4B04-A0D9-2D6CC4B3BB56}" type="sibTrans" cxnId="{BBBFBDFA-0AEE-434F-BB9B-9E794593333A}">
      <dgm:prSet/>
      <dgm:spPr/>
      <dgm:t>
        <a:bodyPr/>
        <a:lstStyle/>
        <a:p>
          <a:endParaRPr lang="en-US"/>
        </a:p>
      </dgm:t>
    </dgm:pt>
    <dgm:pt modelId="{CB892D60-2B20-46C3-87BC-F58EAA848156}" type="pres">
      <dgm:prSet presAssocID="{3B605E88-28C9-40AF-B377-8F3FFA29F2F9}" presName="compositeShape" presStyleCnt="0">
        <dgm:presLayoutVars>
          <dgm:chMax val="7"/>
          <dgm:dir/>
          <dgm:resizeHandles val="exact"/>
        </dgm:presLayoutVars>
      </dgm:prSet>
      <dgm:spPr/>
      <dgm:t>
        <a:bodyPr/>
        <a:lstStyle/>
        <a:p>
          <a:endParaRPr lang="en-US"/>
        </a:p>
      </dgm:t>
    </dgm:pt>
    <dgm:pt modelId="{F0915EC1-A275-4419-B6DD-9DC54319BF3E}" type="pres">
      <dgm:prSet presAssocID="{3B605E88-28C9-40AF-B377-8F3FFA29F2F9}" presName="wedge1" presStyleLbl="node1" presStyleIdx="0" presStyleCnt="5" custLinFactNeighborX="-5022" custLinFactNeighborY="3767"/>
      <dgm:spPr/>
      <dgm:t>
        <a:bodyPr/>
        <a:lstStyle/>
        <a:p>
          <a:endParaRPr lang="en-US"/>
        </a:p>
      </dgm:t>
    </dgm:pt>
    <dgm:pt modelId="{E9DE9BBF-436E-4DEA-A2C7-203A042957F6}" type="pres">
      <dgm:prSet presAssocID="{3B605E88-28C9-40AF-B377-8F3FFA29F2F9}" presName="wedge1Tx" presStyleLbl="node1" presStyleIdx="0" presStyleCnt="5">
        <dgm:presLayoutVars>
          <dgm:chMax val="0"/>
          <dgm:chPref val="0"/>
          <dgm:bulletEnabled val="1"/>
        </dgm:presLayoutVars>
      </dgm:prSet>
      <dgm:spPr/>
      <dgm:t>
        <a:bodyPr/>
        <a:lstStyle/>
        <a:p>
          <a:endParaRPr lang="en-US"/>
        </a:p>
      </dgm:t>
    </dgm:pt>
    <dgm:pt modelId="{B908182B-DF5B-4F6C-8EEA-512201C7CDC9}" type="pres">
      <dgm:prSet presAssocID="{3B605E88-28C9-40AF-B377-8F3FFA29F2F9}" presName="wedge2" presStyleLbl="node1" presStyleIdx="1" presStyleCnt="5" custLinFactNeighborX="4394" custLinFactNeighborY="1256"/>
      <dgm:spPr/>
      <dgm:t>
        <a:bodyPr/>
        <a:lstStyle/>
        <a:p>
          <a:endParaRPr lang="en-US"/>
        </a:p>
      </dgm:t>
    </dgm:pt>
    <dgm:pt modelId="{AC9DC32F-869B-4DFB-A37E-E3D67D647138}" type="pres">
      <dgm:prSet presAssocID="{3B605E88-28C9-40AF-B377-8F3FFA29F2F9}" presName="wedge2Tx" presStyleLbl="node1" presStyleIdx="1" presStyleCnt="5">
        <dgm:presLayoutVars>
          <dgm:chMax val="0"/>
          <dgm:chPref val="0"/>
          <dgm:bulletEnabled val="1"/>
        </dgm:presLayoutVars>
      </dgm:prSet>
      <dgm:spPr/>
      <dgm:t>
        <a:bodyPr/>
        <a:lstStyle/>
        <a:p>
          <a:endParaRPr lang="en-US"/>
        </a:p>
      </dgm:t>
    </dgm:pt>
    <dgm:pt modelId="{C8CB46B1-E79C-457E-A28D-1EE2F9EBEE32}" type="pres">
      <dgm:prSet presAssocID="{3B605E88-28C9-40AF-B377-8F3FFA29F2F9}" presName="wedge3" presStyleLbl="node1" presStyleIdx="2" presStyleCnt="5"/>
      <dgm:spPr/>
      <dgm:t>
        <a:bodyPr/>
        <a:lstStyle/>
        <a:p>
          <a:endParaRPr lang="en-US"/>
        </a:p>
      </dgm:t>
    </dgm:pt>
    <dgm:pt modelId="{19DDDAC6-92E2-40EA-B0EA-D32BF4980C94}" type="pres">
      <dgm:prSet presAssocID="{3B605E88-28C9-40AF-B377-8F3FFA29F2F9}" presName="wedge3Tx" presStyleLbl="node1" presStyleIdx="2" presStyleCnt="5">
        <dgm:presLayoutVars>
          <dgm:chMax val="0"/>
          <dgm:chPref val="0"/>
          <dgm:bulletEnabled val="1"/>
        </dgm:presLayoutVars>
      </dgm:prSet>
      <dgm:spPr/>
      <dgm:t>
        <a:bodyPr/>
        <a:lstStyle/>
        <a:p>
          <a:endParaRPr lang="en-US"/>
        </a:p>
      </dgm:t>
    </dgm:pt>
    <dgm:pt modelId="{75645940-2EEE-4E50-8B17-F4838C4D2812}" type="pres">
      <dgm:prSet presAssocID="{3B605E88-28C9-40AF-B377-8F3FFA29F2F9}" presName="wedge4" presStyleLbl="node1" presStyleIdx="3" presStyleCnt="5"/>
      <dgm:spPr/>
      <dgm:t>
        <a:bodyPr/>
        <a:lstStyle/>
        <a:p>
          <a:endParaRPr lang="en-US"/>
        </a:p>
      </dgm:t>
    </dgm:pt>
    <dgm:pt modelId="{FF3DB6A0-593B-467F-AA9B-F6E930064387}" type="pres">
      <dgm:prSet presAssocID="{3B605E88-28C9-40AF-B377-8F3FFA29F2F9}" presName="wedge4Tx" presStyleLbl="node1" presStyleIdx="3" presStyleCnt="5">
        <dgm:presLayoutVars>
          <dgm:chMax val="0"/>
          <dgm:chPref val="0"/>
          <dgm:bulletEnabled val="1"/>
        </dgm:presLayoutVars>
      </dgm:prSet>
      <dgm:spPr/>
      <dgm:t>
        <a:bodyPr/>
        <a:lstStyle/>
        <a:p>
          <a:endParaRPr lang="en-US"/>
        </a:p>
      </dgm:t>
    </dgm:pt>
    <dgm:pt modelId="{C0B1907C-499B-43A5-8352-581C1F6219E1}" type="pres">
      <dgm:prSet presAssocID="{3B605E88-28C9-40AF-B377-8F3FFA29F2F9}" presName="wedge5" presStyleLbl="node1" presStyleIdx="4" presStyleCnt="5"/>
      <dgm:spPr/>
      <dgm:t>
        <a:bodyPr/>
        <a:lstStyle/>
        <a:p>
          <a:endParaRPr lang="en-US"/>
        </a:p>
      </dgm:t>
    </dgm:pt>
    <dgm:pt modelId="{87C899A1-74D4-4481-A2C9-1D4677F9080D}" type="pres">
      <dgm:prSet presAssocID="{3B605E88-28C9-40AF-B377-8F3FFA29F2F9}" presName="wedge5Tx" presStyleLbl="node1" presStyleIdx="4" presStyleCnt="5">
        <dgm:presLayoutVars>
          <dgm:chMax val="0"/>
          <dgm:chPref val="0"/>
          <dgm:bulletEnabled val="1"/>
        </dgm:presLayoutVars>
      </dgm:prSet>
      <dgm:spPr/>
      <dgm:t>
        <a:bodyPr/>
        <a:lstStyle/>
        <a:p>
          <a:endParaRPr lang="en-US"/>
        </a:p>
      </dgm:t>
    </dgm:pt>
  </dgm:ptLst>
  <dgm:cxnLst>
    <dgm:cxn modelId="{7B8726F7-CE44-43EF-A264-A4CE628D11C5}" type="presOf" srcId="{FF0AF41F-3F38-4D90-B879-99863303EB82}" destId="{B908182B-DF5B-4F6C-8EEA-512201C7CDC9}" srcOrd="0" destOrd="0" presId="urn:microsoft.com/office/officeart/2005/8/layout/chart3"/>
    <dgm:cxn modelId="{8B8C1373-5E91-4C07-80EF-1F70F587D10F}" type="presOf" srcId="{219BE00F-9FE3-408C-B474-2730DE7594D3}" destId="{87C899A1-74D4-4481-A2C9-1D4677F9080D}" srcOrd="1" destOrd="0" presId="urn:microsoft.com/office/officeart/2005/8/layout/chart3"/>
    <dgm:cxn modelId="{218639C5-09C5-4486-9E52-71B76E43E517}" srcId="{3B605E88-28C9-40AF-B377-8F3FFA29F2F9}" destId="{245E56F9-2648-48F5-B488-71B4DE3A4147}" srcOrd="2" destOrd="0" parTransId="{2C5B9D70-8D03-44EF-8715-2274A78BBE48}" sibTransId="{415347D5-00BC-4EA4-90EA-708AC24F0E97}"/>
    <dgm:cxn modelId="{4BEEC958-E249-48FD-ACF2-D883A155DD4E}" type="presOf" srcId="{C6E30F3D-2C0C-4B4A-873B-5E4D2D9D5F9A}" destId="{75645940-2EEE-4E50-8B17-F4838C4D2812}" srcOrd="0" destOrd="0" presId="urn:microsoft.com/office/officeart/2005/8/layout/chart3"/>
    <dgm:cxn modelId="{D3B878E4-C7F6-4F91-8768-E17DDC3F9823}" type="presOf" srcId="{245E56F9-2648-48F5-B488-71B4DE3A4147}" destId="{19DDDAC6-92E2-40EA-B0EA-D32BF4980C94}" srcOrd="1" destOrd="0" presId="urn:microsoft.com/office/officeart/2005/8/layout/chart3"/>
    <dgm:cxn modelId="{EEABB289-C631-47D1-BDC5-35987B212B49}" type="presOf" srcId="{245E56F9-2648-48F5-B488-71B4DE3A4147}" destId="{C8CB46B1-E79C-457E-A28D-1EE2F9EBEE32}" srcOrd="0" destOrd="0" presId="urn:microsoft.com/office/officeart/2005/8/layout/chart3"/>
    <dgm:cxn modelId="{BBBFBDFA-0AEE-434F-BB9B-9E794593333A}" srcId="{3B605E88-28C9-40AF-B377-8F3FFA29F2F9}" destId="{219BE00F-9FE3-408C-B474-2730DE7594D3}" srcOrd="4" destOrd="0" parTransId="{908F32C5-6EC6-44A4-8684-979D1C909D8F}" sibTransId="{7E81B2C3-89DC-4B04-A0D9-2D6CC4B3BB56}"/>
    <dgm:cxn modelId="{86BAF10D-7060-44FE-A6B0-98F9FF256EFF}" type="presOf" srcId="{7B913D88-0A63-4E28-8465-978B0AF0B5A9}" destId="{E9DE9BBF-436E-4DEA-A2C7-203A042957F6}" srcOrd="1" destOrd="0" presId="urn:microsoft.com/office/officeart/2005/8/layout/chart3"/>
    <dgm:cxn modelId="{7C18FBE0-A3C5-4920-AAC2-F67ED4531A18}" srcId="{3B605E88-28C9-40AF-B377-8F3FFA29F2F9}" destId="{7B913D88-0A63-4E28-8465-978B0AF0B5A9}" srcOrd="0" destOrd="0" parTransId="{417C871C-23D8-44D4-9277-277C7FEF2891}" sibTransId="{FE20C5D6-6FD5-401B-AF27-4193E0B9BA7A}"/>
    <dgm:cxn modelId="{3A3DD121-8510-4972-8B0D-6C648B65F010}" type="presOf" srcId="{C6E30F3D-2C0C-4B4A-873B-5E4D2D9D5F9A}" destId="{FF3DB6A0-593B-467F-AA9B-F6E930064387}" srcOrd="1" destOrd="0" presId="urn:microsoft.com/office/officeart/2005/8/layout/chart3"/>
    <dgm:cxn modelId="{338A13E4-B097-4741-89D8-2E862C83247E}" type="presOf" srcId="{3B605E88-28C9-40AF-B377-8F3FFA29F2F9}" destId="{CB892D60-2B20-46C3-87BC-F58EAA848156}" srcOrd="0" destOrd="0" presId="urn:microsoft.com/office/officeart/2005/8/layout/chart3"/>
    <dgm:cxn modelId="{DD11DE39-75EA-4BC0-9B88-0E5E3EF6CF73}" type="presOf" srcId="{219BE00F-9FE3-408C-B474-2730DE7594D3}" destId="{C0B1907C-499B-43A5-8352-581C1F6219E1}" srcOrd="0" destOrd="0" presId="urn:microsoft.com/office/officeart/2005/8/layout/chart3"/>
    <dgm:cxn modelId="{AE1AF309-78C3-44A2-A462-BFD7FB41207C}" srcId="{3B605E88-28C9-40AF-B377-8F3FFA29F2F9}" destId="{C6E30F3D-2C0C-4B4A-873B-5E4D2D9D5F9A}" srcOrd="3" destOrd="0" parTransId="{195D625A-2E39-4DF6-A7D1-A40A7BA1F34D}" sibTransId="{548BB238-6626-4110-948C-245F92ABBF79}"/>
    <dgm:cxn modelId="{34F25023-208F-41DB-99C2-CCD973ACC2AA}" type="presOf" srcId="{FF0AF41F-3F38-4D90-B879-99863303EB82}" destId="{AC9DC32F-869B-4DFB-A37E-E3D67D647138}" srcOrd="1" destOrd="0" presId="urn:microsoft.com/office/officeart/2005/8/layout/chart3"/>
    <dgm:cxn modelId="{42487567-1EFA-4CDA-BC8E-29938D2D5F8B}" srcId="{3B605E88-28C9-40AF-B377-8F3FFA29F2F9}" destId="{FF0AF41F-3F38-4D90-B879-99863303EB82}" srcOrd="1" destOrd="0" parTransId="{0A6AAD71-A01A-415E-8BE7-F2B8F83D6AD8}" sibTransId="{CFEF47D0-A159-4FA4-97D6-8BD45DEC0652}"/>
    <dgm:cxn modelId="{5D29A7D3-699A-425A-A0D2-C424F54488AA}" type="presOf" srcId="{7B913D88-0A63-4E28-8465-978B0AF0B5A9}" destId="{F0915EC1-A275-4419-B6DD-9DC54319BF3E}" srcOrd="0" destOrd="0" presId="urn:microsoft.com/office/officeart/2005/8/layout/chart3"/>
    <dgm:cxn modelId="{D95F3B53-4E90-44B9-B60A-56EEB80A4402}" type="presParOf" srcId="{CB892D60-2B20-46C3-87BC-F58EAA848156}" destId="{F0915EC1-A275-4419-B6DD-9DC54319BF3E}" srcOrd="0" destOrd="0" presId="urn:microsoft.com/office/officeart/2005/8/layout/chart3"/>
    <dgm:cxn modelId="{F38FB1CC-F821-452D-8748-6B349FDC2644}" type="presParOf" srcId="{CB892D60-2B20-46C3-87BC-F58EAA848156}" destId="{E9DE9BBF-436E-4DEA-A2C7-203A042957F6}" srcOrd="1" destOrd="0" presId="urn:microsoft.com/office/officeart/2005/8/layout/chart3"/>
    <dgm:cxn modelId="{7470C10F-CC3D-4215-B30E-57FAFC69F00D}" type="presParOf" srcId="{CB892D60-2B20-46C3-87BC-F58EAA848156}" destId="{B908182B-DF5B-4F6C-8EEA-512201C7CDC9}" srcOrd="2" destOrd="0" presId="urn:microsoft.com/office/officeart/2005/8/layout/chart3"/>
    <dgm:cxn modelId="{28078B9B-522C-493B-BC16-8643988D2BD4}" type="presParOf" srcId="{CB892D60-2B20-46C3-87BC-F58EAA848156}" destId="{AC9DC32F-869B-4DFB-A37E-E3D67D647138}" srcOrd="3" destOrd="0" presId="urn:microsoft.com/office/officeart/2005/8/layout/chart3"/>
    <dgm:cxn modelId="{59B1C3EF-2509-4239-9BDA-42FB5DA6D5BE}" type="presParOf" srcId="{CB892D60-2B20-46C3-87BC-F58EAA848156}" destId="{C8CB46B1-E79C-457E-A28D-1EE2F9EBEE32}" srcOrd="4" destOrd="0" presId="urn:microsoft.com/office/officeart/2005/8/layout/chart3"/>
    <dgm:cxn modelId="{C828E01B-23AD-4989-8946-E8D985687A8F}" type="presParOf" srcId="{CB892D60-2B20-46C3-87BC-F58EAA848156}" destId="{19DDDAC6-92E2-40EA-B0EA-D32BF4980C94}" srcOrd="5" destOrd="0" presId="urn:microsoft.com/office/officeart/2005/8/layout/chart3"/>
    <dgm:cxn modelId="{A0F26369-A2D1-425A-A7A2-2E9873C30D5D}" type="presParOf" srcId="{CB892D60-2B20-46C3-87BC-F58EAA848156}" destId="{75645940-2EEE-4E50-8B17-F4838C4D2812}" srcOrd="6" destOrd="0" presId="urn:microsoft.com/office/officeart/2005/8/layout/chart3"/>
    <dgm:cxn modelId="{90BEB6FC-AE9C-4347-B437-F70566A62A40}" type="presParOf" srcId="{CB892D60-2B20-46C3-87BC-F58EAA848156}" destId="{FF3DB6A0-593B-467F-AA9B-F6E930064387}" srcOrd="7" destOrd="0" presId="urn:microsoft.com/office/officeart/2005/8/layout/chart3"/>
    <dgm:cxn modelId="{BCAE67FD-2FE4-4DBE-9BA7-6421422D1B12}" type="presParOf" srcId="{CB892D60-2B20-46C3-87BC-F58EAA848156}" destId="{C0B1907C-499B-43A5-8352-581C1F6219E1}" srcOrd="8" destOrd="0" presId="urn:microsoft.com/office/officeart/2005/8/layout/chart3"/>
    <dgm:cxn modelId="{CDD329E3-0DFA-40B3-9A38-C046C447A15A}" type="presParOf" srcId="{CB892D60-2B20-46C3-87BC-F58EAA848156}" destId="{87C899A1-74D4-4481-A2C9-1D4677F9080D}" srcOrd="9"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3B605E88-28C9-40AF-B377-8F3FFA29F2F9}" type="doc">
      <dgm:prSet loTypeId="urn:microsoft.com/office/officeart/2005/8/layout/chart3" loCatId="cycle" qsTypeId="urn:microsoft.com/office/officeart/2005/8/quickstyle/3d1" qsCatId="3D" csTypeId="urn:microsoft.com/office/officeart/2005/8/colors/colorful4" csCatId="colorful" phldr="1"/>
      <dgm:spPr/>
      <dgm:t>
        <a:bodyPr/>
        <a:lstStyle/>
        <a:p>
          <a:endParaRPr lang="en-US"/>
        </a:p>
      </dgm:t>
    </dgm:pt>
    <dgm:pt modelId="{7B913D88-0A63-4E28-8465-978B0AF0B5A9}">
      <dgm:prSet phldrT="[Text]"/>
      <dgm:spPr/>
      <dgm:t>
        <a:bodyPr/>
        <a:lstStyle/>
        <a:p>
          <a:r>
            <a:rPr lang="en-US" dirty="0" smtClean="0"/>
            <a:t>Identify</a:t>
          </a:r>
          <a:endParaRPr lang="en-US" dirty="0"/>
        </a:p>
      </dgm:t>
    </dgm:pt>
    <dgm:pt modelId="{417C871C-23D8-44D4-9277-277C7FEF2891}" type="parTrans" cxnId="{7C18FBE0-A3C5-4920-AAC2-F67ED4531A18}">
      <dgm:prSet/>
      <dgm:spPr/>
      <dgm:t>
        <a:bodyPr/>
        <a:lstStyle/>
        <a:p>
          <a:endParaRPr lang="en-US"/>
        </a:p>
      </dgm:t>
    </dgm:pt>
    <dgm:pt modelId="{FE20C5D6-6FD5-401B-AF27-4193E0B9BA7A}" type="sibTrans" cxnId="{7C18FBE0-A3C5-4920-AAC2-F67ED4531A18}">
      <dgm:prSet/>
      <dgm:spPr/>
      <dgm:t>
        <a:bodyPr/>
        <a:lstStyle/>
        <a:p>
          <a:endParaRPr lang="en-US"/>
        </a:p>
      </dgm:t>
    </dgm:pt>
    <dgm:pt modelId="{FF0AF41F-3F38-4D90-B879-99863303EB82}">
      <dgm:prSet phldrT="[Text]"/>
      <dgm:spPr/>
      <dgm:t>
        <a:bodyPr/>
        <a:lstStyle/>
        <a:p>
          <a:r>
            <a:rPr lang="en-US" dirty="0" smtClean="0"/>
            <a:t>Analyze</a:t>
          </a:r>
          <a:endParaRPr lang="en-US" dirty="0"/>
        </a:p>
      </dgm:t>
    </dgm:pt>
    <dgm:pt modelId="{0A6AAD71-A01A-415E-8BE7-F2B8F83D6AD8}" type="parTrans" cxnId="{42487567-1EFA-4CDA-BC8E-29938D2D5F8B}">
      <dgm:prSet/>
      <dgm:spPr/>
      <dgm:t>
        <a:bodyPr/>
        <a:lstStyle/>
        <a:p>
          <a:endParaRPr lang="en-US"/>
        </a:p>
      </dgm:t>
    </dgm:pt>
    <dgm:pt modelId="{CFEF47D0-A159-4FA4-97D6-8BD45DEC0652}" type="sibTrans" cxnId="{42487567-1EFA-4CDA-BC8E-29938D2D5F8B}">
      <dgm:prSet/>
      <dgm:spPr/>
      <dgm:t>
        <a:bodyPr/>
        <a:lstStyle/>
        <a:p>
          <a:endParaRPr lang="en-US"/>
        </a:p>
      </dgm:t>
    </dgm:pt>
    <dgm:pt modelId="{245E56F9-2648-48F5-B488-71B4DE3A4147}">
      <dgm:prSet phldrT="[Text]"/>
      <dgm:spPr/>
      <dgm:t>
        <a:bodyPr/>
        <a:lstStyle/>
        <a:p>
          <a:r>
            <a:rPr lang="en-US" dirty="0" smtClean="0"/>
            <a:t>Evaluate</a:t>
          </a:r>
          <a:endParaRPr lang="en-US" dirty="0"/>
        </a:p>
      </dgm:t>
    </dgm:pt>
    <dgm:pt modelId="{2C5B9D70-8D03-44EF-8715-2274A78BBE48}" type="parTrans" cxnId="{218639C5-09C5-4486-9E52-71B76E43E517}">
      <dgm:prSet/>
      <dgm:spPr/>
      <dgm:t>
        <a:bodyPr/>
        <a:lstStyle/>
        <a:p>
          <a:endParaRPr lang="en-US"/>
        </a:p>
      </dgm:t>
    </dgm:pt>
    <dgm:pt modelId="{415347D5-00BC-4EA4-90EA-708AC24F0E97}" type="sibTrans" cxnId="{218639C5-09C5-4486-9E52-71B76E43E517}">
      <dgm:prSet/>
      <dgm:spPr/>
      <dgm:t>
        <a:bodyPr/>
        <a:lstStyle/>
        <a:p>
          <a:endParaRPr lang="en-US"/>
        </a:p>
      </dgm:t>
    </dgm:pt>
    <dgm:pt modelId="{C6E30F3D-2C0C-4B4A-873B-5E4D2D9D5F9A}">
      <dgm:prSet phldrT="[Text]"/>
      <dgm:spPr/>
      <dgm:t>
        <a:bodyPr/>
        <a:lstStyle/>
        <a:p>
          <a:r>
            <a:rPr lang="en-US" dirty="0" smtClean="0"/>
            <a:t>Treat</a:t>
          </a:r>
          <a:endParaRPr lang="en-US" dirty="0"/>
        </a:p>
      </dgm:t>
    </dgm:pt>
    <dgm:pt modelId="{195D625A-2E39-4DF6-A7D1-A40A7BA1F34D}" type="parTrans" cxnId="{AE1AF309-78C3-44A2-A462-BFD7FB41207C}">
      <dgm:prSet/>
      <dgm:spPr/>
      <dgm:t>
        <a:bodyPr/>
        <a:lstStyle/>
        <a:p>
          <a:endParaRPr lang="en-US"/>
        </a:p>
      </dgm:t>
    </dgm:pt>
    <dgm:pt modelId="{548BB238-6626-4110-948C-245F92ABBF79}" type="sibTrans" cxnId="{AE1AF309-78C3-44A2-A462-BFD7FB41207C}">
      <dgm:prSet/>
      <dgm:spPr/>
      <dgm:t>
        <a:bodyPr/>
        <a:lstStyle/>
        <a:p>
          <a:endParaRPr lang="en-US"/>
        </a:p>
      </dgm:t>
    </dgm:pt>
    <dgm:pt modelId="{219BE00F-9FE3-408C-B474-2730DE7594D3}">
      <dgm:prSet phldrT="[Text]"/>
      <dgm:spPr/>
      <dgm:t>
        <a:bodyPr/>
        <a:lstStyle/>
        <a:p>
          <a:r>
            <a:rPr lang="en-US" dirty="0" smtClean="0"/>
            <a:t>Monitor</a:t>
          </a:r>
          <a:endParaRPr lang="en-US" dirty="0"/>
        </a:p>
      </dgm:t>
    </dgm:pt>
    <dgm:pt modelId="{908F32C5-6EC6-44A4-8684-979D1C909D8F}" type="parTrans" cxnId="{BBBFBDFA-0AEE-434F-BB9B-9E794593333A}">
      <dgm:prSet/>
      <dgm:spPr/>
      <dgm:t>
        <a:bodyPr/>
        <a:lstStyle/>
        <a:p>
          <a:endParaRPr lang="en-US"/>
        </a:p>
      </dgm:t>
    </dgm:pt>
    <dgm:pt modelId="{7E81B2C3-89DC-4B04-A0D9-2D6CC4B3BB56}" type="sibTrans" cxnId="{BBBFBDFA-0AEE-434F-BB9B-9E794593333A}">
      <dgm:prSet/>
      <dgm:spPr/>
      <dgm:t>
        <a:bodyPr/>
        <a:lstStyle/>
        <a:p>
          <a:endParaRPr lang="en-US"/>
        </a:p>
      </dgm:t>
    </dgm:pt>
    <dgm:pt modelId="{CB892D60-2B20-46C3-87BC-F58EAA848156}" type="pres">
      <dgm:prSet presAssocID="{3B605E88-28C9-40AF-B377-8F3FFA29F2F9}" presName="compositeShape" presStyleCnt="0">
        <dgm:presLayoutVars>
          <dgm:chMax val="7"/>
          <dgm:dir/>
          <dgm:resizeHandles val="exact"/>
        </dgm:presLayoutVars>
      </dgm:prSet>
      <dgm:spPr/>
      <dgm:t>
        <a:bodyPr/>
        <a:lstStyle/>
        <a:p>
          <a:endParaRPr lang="en-US"/>
        </a:p>
      </dgm:t>
    </dgm:pt>
    <dgm:pt modelId="{F0915EC1-A275-4419-B6DD-9DC54319BF3E}" type="pres">
      <dgm:prSet presAssocID="{3B605E88-28C9-40AF-B377-8F3FFA29F2F9}" presName="wedge1" presStyleLbl="node1" presStyleIdx="0" presStyleCnt="5" custLinFactNeighborX="-5022" custLinFactNeighborY="3767"/>
      <dgm:spPr/>
      <dgm:t>
        <a:bodyPr/>
        <a:lstStyle/>
        <a:p>
          <a:endParaRPr lang="en-US"/>
        </a:p>
      </dgm:t>
    </dgm:pt>
    <dgm:pt modelId="{E9DE9BBF-436E-4DEA-A2C7-203A042957F6}" type="pres">
      <dgm:prSet presAssocID="{3B605E88-28C9-40AF-B377-8F3FFA29F2F9}" presName="wedge1Tx" presStyleLbl="node1" presStyleIdx="0" presStyleCnt="5">
        <dgm:presLayoutVars>
          <dgm:chMax val="0"/>
          <dgm:chPref val="0"/>
          <dgm:bulletEnabled val="1"/>
        </dgm:presLayoutVars>
      </dgm:prSet>
      <dgm:spPr/>
      <dgm:t>
        <a:bodyPr/>
        <a:lstStyle/>
        <a:p>
          <a:endParaRPr lang="en-US"/>
        </a:p>
      </dgm:t>
    </dgm:pt>
    <dgm:pt modelId="{B908182B-DF5B-4F6C-8EEA-512201C7CDC9}" type="pres">
      <dgm:prSet presAssocID="{3B605E88-28C9-40AF-B377-8F3FFA29F2F9}" presName="wedge2" presStyleLbl="node1" presStyleIdx="1" presStyleCnt="5" custLinFactNeighborX="4394" custLinFactNeighborY="1256"/>
      <dgm:spPr/>
      <dgm:t>
        <a:bodyPr/>
        <a:lstStyle/>
        <a:p>
          <a:endParaRPr lang="en-US"/>
        </a:p>
      </dgm:t>
    </dgm:pt>
    <dgm:pt modelId="{AC9DC32F-869B-4DFB-A37E-E3D67D647138}" type="pres">
      <dgm:prSet presAssocID="{3B605E88-28C9-40AF-B377-8F3FFA29F2F9}" presName="wedge2Tx" presStyleLbl="node1" presStyleIdx="1" presStyleCnt="5">
        <dgm:presLayoutVars>
          <dgm:chMax val="0"/>
          <dgm:chPref val="0"/>
          <dgm:bulletEnabled val="1"/>
        </dgm:presLayoutVars>
      </dgm:prSet>
      <dgm:spPr/>
      <dgm:t>
        <a:bodyPr/>
        <a:lstStyle/>
        <a:p>
          <a:endParaRPr lang="en-US"/>
        </a:p>
      </dgm:t>
    </dgm:pt>
    <dgm:pt modelId="{C8CB46B1-E79C-457E-A28D-1EE2F9EBEE32}" type="pres">
      <dgm:prSet presAssocID="{3B605E88-28C9-40AF-B377-8F3FFA29F2F9}" presName="wedge3" presStyleLbl="node1" presStyleIdx="2" presStyleCnt="5"/>
      <dgm:spPr/>
      <dgm:t>
        <a:bodyPr/>
        <a:lstStyle/>
        <a:p>
          <a:endParaRPr lang="en-US"/>
        </a:p>
      </dgm:t>
    </dgm:pt>
    <dgm:pt modelId="{19DDDAC6-92E2-40EA-B0EA-D32BF4980C94}" type="pres">
      <dgm:prSet presAssocID="{3B605E88-28C9-40AF-B377-8F3FFA29F2F9}" presName="wedge3Tx" presStyleLbl="node1" presStyleIdx="2" presStyleCnt="5">
        <dgm:presLayoutVars>
          <dgm:chMax val="0"/>
          <dgm:chPref val="0"/>
          <dgm:bulletEnabled val="1"/>
        </dgm:presLayoutVars>
      </dgm:prSet>
      <dgm:spPr/>
      <dgm:t>
        <a:bodyPr/>
        <a:lstStyle/>
        <a:p>
          <a:endParaRPr lang="en-US"/>
        </a:p>
      </dgm:t>
    </dgm:pt>
    <dgm:pt modelId="{75645940-2EEE-4E50-8B17-F4838C4D2812}" type="pres">
      <dgm:prSet presAssocID="{3B605E88-28C9-40AF-B377-8F3FFA29F2F9}" presName="wedge4" presStyleLbl="node1" presStyleIdx="3" presStyleCnt="5"/>
      <dgm:spPr/>
      <dgm:t>
        <a:bodyPr/>
        <a:lstStyle/>
        <a:p>
          <a:endParaRPr lang="en-US"/>
        </a:p>
      </dgm:t>
    </dgm:pt>
    <dgm:pt modelId="{FF3DB6A0-593B-467F-AA9B-F6E930064387}" type="pres">
      <dgm:prSet presAssocID="{3B605E88-28C9-40AF-B377-8F3FFA29F2F9}" presName="wedge4Tx" presStyleLbl="node1" presStyleIdx="3" presStyleCnt="5">
        <dgm:presLayoutVars>
          <dgm:chMax val="0"/>
          <dgm:chPref val="0"/>
          <dgm:bulletEnabled val="1"/>
        </dgm:presLayoutVars>
      </dgm:prSet>
      <dgm:spPr/>
      <dgm:t>
        <a:bodyPr/>
        <a:lstStyle/>
        <a:p>
          <a:endParaRPr lang="en-US"/>
        </a:p>
      </dgm:t>
    </dgm:pt>
    <dgm:pt modelId="{C0B1907C-499B-43A5-8352-581C1F6219E1}" type="pres">
      <dgm:prSet presAssocID="{3B605E88-28C9-40AF-B377-8F3FFA29F2F9}" presName="wedge5" presStyleLbl="node1" presStyleIdx="4" presStyleCnt="5"/>
      <dgm:spPr/>
      <dgm:t>
        <a:bodyPr/>
        <a:lstStyle/>
        <a:p>
          <a:endParaRPr lang="en-US"/>
        </a:p>
      </dgm:t>
    </dgm:pt>
    <dgm:pt modelId="{87C899A1-74D4-4481-A2C9-1D4677F9080D}" type="pres">
      <dgm:prSet presAssocID="{3B605E88-28C9-40AF-B377-8F3FFA29F2F9}" presName="wedge5Tx" presStyleLbl="node1" presStyleIdx="4" presStyleCnt="5">
        <dgm:presLayoutVars>
          <dgm:chMax val="0"/>
          <dgm:chPref val="0"/>
          <dgm:bulletEnabled val="1"/>
        </dgm:presLayoutVars>
      </dgm:prSet>
      <dgm:spPr/>
      <dgm:t>
        <a:bodyPr/>
        <a:lstStyle/>
        <a:p>
          <a:endParaRPr lang="en-US"/>
        </a:p>
      </dgm:t>
    </dgm:pt>
  </dgm:ptLst>
  <dgm:cxnLst>
    <dgm:cxn modelId="{BBBFBDFA-0AEE-434F-BB9B-9E794593333A}" srcId="{3B605E88-28C9-40AF-B377-8F3FFA29F2F9}" destId="{219BE00F-9FE3-408C-B474-2730DE7594D3}" srcOrd="4" destOrd="0" parTransId="{908F32C5-6EC6-44A4-8684-979D1C909D8F}" sibTransId="{7E81B2C3-89DC-4B04-A0D9-2D6CC4B3BB56}"/>
    <dgm:cxn modelId="{89BC40D8-C91A-4293-BA84-0CA28A6942E1}" type="presOf" srcId="{219BE00F-9FE3-408C-B474-2730DE7594D3}" destId="{C0B1907C-499B-43A5-8352-581C1F6219E1}" srcOrd="0" destOrd="0" presId="urn:microsoft.com/office/officeart/2005/8/layout/chart3"/>
    <dgm:cxn modelId="{72D62303-529C-42DA-83A9-C34F9248FDBF}" type="presOf" srcId="{7B913D88-0A63-4E28-8465-978B0AF0B5A9}" destId="{E9DE9BBF-436E-4DEA-A2C7-203A042957F6}" srcOrd="1" destOrd="0" presId="urn:microsoft.com/office/officeart/2005/8/layout/chart3"/>
    <dgm:cxn modelId="{401E9912-B67F-48DC-A00A-1A7767025E6C}" type="presOf" srcId="{3B605E88-28C9-40AF-B377-8F3FFA29F2F9}" destId="{CB892D60-2B20-46C3-87BC-F58EAA848156}" srcOrd="0" destOrd="0" presId="urn:microsoft.com/office/officeart/2005/8/layout/chart3"/>
    <dgm:cxn modelId="{A1482C6D-D413-4EF2-BFCD-24817152B62F}" type="presOf" srcId="{C6E30F3D-2C0C-4B4A-873B-5E4D2D9D5F9A}" destId="{75645940-2EEE-4E50-8B17-F4838C4D2812}" srcOrd="0" destOrd="0" presId="urn:microsoft.com/office/officeart/2005/8/layout/chart3"/>
    <dgm:cxn modelId="{218639C5-09C5-4486-9E52-71B76E43E517}" srcId="{3B605E88-28C9-40AF-B377-8F3FFA29F2F9}" destId="{245E56F9-2648-48F5-B488-71B4DE3A4147}" srcOrd="2" destOrd="0" parTransId="{2C5B9D70-8D03-44EF-8715-2274A78BBE48}" sibTransId="{415347D5-00BC-4EA4-90EA-708AC24F0E97}"/>
    <dgm:cxn modelId="{5AB1293F-8AF3-4D4B-ABD9-FFBA49C79B96}" type="presOf" srcId="{245E56F9-2648-48F5-B488-71B4DE3A4147}" destId="{19DDDAC6-92E2-40EA-B0EA-D32BF4980C94}" srcOrd="1" destOrd="0" presId="urn:microsoft.com/office/officeart/2005/8/layout/chart3"/>
    <dgm:cxn modelId="{7DDEF918-CACE-426B-A739-A83FB6561CC4}" type="presOf" srcId="{7B913D88-0A63-4E28-8465-978B0AF0B5A9}" destId="{F0915EC1-A275-4419-B6DD-9DC54319BF3E}" srcOrd="0" destOrd="0" presId="urn:microsoft.com/office/officeart/2005/8/layout/chart3"/>
    <dgm:cxn modelId="{42487567-1EFA-4CDA-BC8E-29938D2D5F8B}" srcId="{3B605E88-28C9-40AF-B377-8F3FFA29F2F9}" destId="{FF0AF41F-3F38-4D90-B879-99863303EB82}" srcOrd="1" destOrd="0" parTransId="{0A6AAD71-A01A-415E-8BE7-F2B8F83D6AD8}" sibTransId="{CFEF47D0-A159-4FA4-97D6-8BD45DEC0652}"/>
    <dgm:cxn modelId="{E260EE48-0BA0-466B-A406-4E4C2D062E02}" type="presOf" srcId="{245E56F9-2648-48F5-B488-71B4DE3A4147}" destId="{C8CB46B1-E79C-457E-A28D-1EE2F9EBEE32}" srcOrd="0" destOrd="0" presId="urn:microsoft.com/office/officeart/2005/8/layout/chart3"/>
    <dgm:cxn modelId="{832D8759-2774-4BA3-9847-A8F22DB940B0}" type="presOf" srcId="{219BE00F-9FE3-408C-B474-2730DE7594D3}" destId="{87C899A1-74D4-4481-A2C9-1D4677F9080D}" srcOrd="1" destOrd="0" presId="urn:microsoft.com/office/officeart/2005/8/layout/chart3"/>
    <dgm:cxn modelId="{908EC3BB-B267-41C0-82A3-AF5D5CA1C249}" type="presOf" srcId="{FF0AF41F-3F38-4D90-B879-99863303EB82}" destId="{B908182B-DF5B-4F6C-8EEA-512201C7CDC9}" srcOrd="0" destOrd="0" presId="urn:microsoft.com/office/officeart/2005/8/layout/chart3"/>
    <dgm:cxn modelId="{7C18FBE0-A3C5-4920-AAC2-F67ED4531A18}" srcId="{3B605E88-28C9-40AF-B377-8F3FFA29F2F9}" destId="{7B913D88-0A63-4E28-8465-978B0AF0B5A9}" srcOrd="0" destOrd="0" parTransId="{417C871C-23D8-44D4-9277-277C7FEF2891}" sibTransId="{FE20C5D6-6FD5-401B-AF27-4193E0B9BA7A}"/>
    <dgm:cxn modelId="{0565456B-DCEC-4ED2-B95C-023CD1A32924}" type="presOf" srcId="{FF0AF41F-3F38-4D90-B879-99863303EB82}" destId="{AC9DC32F-869B-4DFB-A37E-E3D67D647138}" srcOrd="1" destOrd="0" presId="urn:microsoft.com/office/officeart/2005/8/layout/chart3"/>
    <dgm:cxn modelId="{83D2CCB2-2941-4D3D-AEB8-A5E010100298}" type="presOf" srcId="{C6E30F3D-2C0C-4B4A-873B-5E4D2D9D5F9A}" destId="{FF3DB6A0-593B-467F-AA9B-F6E930064387}" srcOrd="1" destOrd="0" presId="urn:microsoft.com/office/officeart/2005/8/layout/chart3"/>
    <dgm:cxn modelId="{AE1AF309-78C3-44A2-A462-BFD7FB41207C}" srcId="{3B605E88-28C9-40AF-B377-8F3FFA29F2F9}" destId="{C6E30F3D-2C0C-4B4A-873B-5E4D2D9D5F9A}" srcOrd="3" destOrd="0" parTransId="{195D625A-2E39-4DF6-A7D1-A40A7BA1F34D}" sibTransId="{548BB238-6626-4110-948C-245F92ABBF79}"/>
    <dgm:cxn modelId="{D49A42C9-0AC2-4489-96E5-4E2B17837180}" type="presParOf" srcId="{CB892D60-2B20-46C3-87BC-F58EAA848156}" destId="{F0915EC1-A275-4419-B6DD-9DC54319BF3E}" srcOrd="0" destOrd="0" presId="urn:microsoft.com/office/officeart/2005/8/layout/chart3"/>
    <dgm:cxn modelId="{5B986540-815C-4FCF-A2EC-32D4CF6C65B8}" type="presParOf" srcId="{CB892D60-2B20-46C3-87BC-F58EAA848156}" destId="{E9DE9BBF-436E-4DEA-A2C7-203A042957F6}" srcOrd="1" destOrd="0" presId="urn:microsoft.com/office/officeart/2005/8/layout/chart3"/>
    <dgm:cxn modelId="{6FBB638A-DDCD-4396-95C2-D2F6B9158754}" type="presParOf" srcId="{CB892D60-2B20-46C3-87BC-F58EAA848156}" destId="{B908182B-DF5B-4F6C-8EEA-512201C7CDC9}" srcOrd="2" destOrd="0" presId="urn:microsoft.com/office/officeart/2005/8/layout/chart3"/>
    <dgm:cxn modelId="{847C4367-91A9-444C-AF68-B64157024E18}" type="presParOf" srcId="{CB892D60-2B20-46C3-87BC-F58EAA848156}" destId="{AC9DC32F-869B-4DFB-A37E-E3D67D647138}" srcOrd="3" destOrd="0" presId="urn:microsoft.com/office/officeart/2005/8/layout/chart3"/>
    <dgm:cxn modelId="{FA7B7568-9A41-466B-95BE-9FD6426C9C5B}" type="presParOf" srcId="{CB892D60-2B20-46C3-87BC-F58EAA848156}" destId="{C8CB46B1-E79C-457E-A28D-1EE2F9EBEE32}" srcOrd="4" destOrd="0" presId="urn:microsoft.com/office/officeart/2005/8/layout/chart3"/>
    <dgm:cxn modelId="{7B0EF1DC-C05A-4965-9347-D651CC870A7E}" type="presParOf" srcId="{CB892D60-2B20-46C3-87BC-F58EAA848156}" destId="{19DDDAC6-92E2-40EA-B0EA-D32BF4980C94}" srcOrd="5" destOrd="0" presId="urn:microsoft.com/office/officeart/2005/8/layout/chart3"/>
    <dgm:cxn modelId="{62C9CD0A-1158-464D-8752-A263EE235C42}" type="presParOf" srcId="{CB892D60-2B20-46C3-87BC-F58EAA848156}" destId="{75645940-2EEE-4E50-8B17-F4838C4D2812}" srcOrd="6" destOrd="0" presId="urn:microsoft.com/office/officeart/2005/8/layout/chart3"/>
    <dgm:cxn modelId="{8F8B6060-7E42-41FF-AE7B-9F44F2D6461D}" type="presParOf" srcId="{CB892D60-2B20-46C3-87BC-F58EAA848156}" destId="{FF3DB6A0-593B-467F-AA9B-F6E930064387}" srcOrd="7" destOrd="0" presId="urn:microsoft.com/office/officeart/2005/8/layout/chart3"/>
    <dgm:cxn modelId="{51E189E2-12FD-4BA5-9AA7-9F90279C9C68}" type="presParOf" srcId="{CB892D60-2B20-46C3-87BC-F58EAA848156}" destId="{C0B1907C-499B-43A5-8352-581C1F6219E1}" srcOrd="8" destOrd="0" presId="urn:microsoft.com/office/officeart/2005/8/layout/chart3"/>
    <dgm:cxn modelId="{CF2476FB-F29B-46BC-93C1-D4BDD74A0013}" type="presParOf" srcId="{CB892D60-2B20-46C3-87BC-F58EAA848156}" destId="{87C899A1-74D4-4481-A2C9-1D4677F9080D}" srcOrd="9"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3B605E88-28C9-40AF-B377-8F3FFA29F2F9}" type="doc">
      <dgm:prSet loTypeId="urn:microsoft.com/office/officeart/2005/8/layout/chart3" loCatId="cycle" qsTypeId="urn:microsoft.com/office/officeart/2005/8/quickstyle/3d1" qsCatId="3D" csTypeId="urn:microsoft.com/office/officeart/2005/8/colors/colorful4" csCatId="colorful" phldr="1"/>
      <dgm:spPr/>
      <dgm:t>
        <a:bodyPr/>
        <a:lstStyle/>
        <a:p>
          <a:endParaRPr lang="en-US"/>
        </a:p>
      </dgm:t>
    </dgm:pt>
    <dgm:pt modelId="{7B913D88-0A63-4E28-8465-978B0AF0B5A9}">
      <dgm:prSet phldrT="[Text]"/>
      <dgm:spPr/>
      <dgm:t>
        <a:bodyPr/>
        <a:lstStyle/>
        <a:p>
          <a:r>
            <a:rPr lang="en-US" dirty="0" smtClean="0"/>
            <a:t>Identify</a:t>
          </a:r>
          <a:endParaRPr lang="en-US" dirty="0"/>
        </a:p>
      </dgm:t>
    </dgm:pt>
    <dgm:pt modelId="{417C871C-23D8-44D4-9277-277C7FEF2891}" type="parTrans" cxnId="{7C18FBE0-A3C5-4920-AAC2-F67ED4531A18}">
      <dgm:prSet/>
      <dgm:spPr/>
      <dgm:t>
        <a:bodyPr/>
        <a:lstStyle/>
        <a:p>
          <a:endParaRPr lang="en-US"/>
        </a:p>
      </dgm:t>
    </dgm:pt>
    <dgm:pt modelId="{FE20C5D6-6FD5-401B-AF27-4193E0B9BA7A}" type="sibTrans" cxnId="{7C18FBE0-A3C5-4920-AAC2-F67ED4531A18}">
      <dgm:prSet/>
      <dgm:spPr/>
      <dgm:t>
        <a:bodyPr/>
        <a:lstStyle/>
        <a:p>
          <a:endParaRPr lang="en-US"/>
        </a:p>
      </dgm:t>
    </dgm:pt>
    <dgm:pt modelId="{FF0AF41F-3F38-4D90-B879-99863303EB82}">
      <dgm:prSet phldrT="[Text]"/>
      <dgm:spPr/>
      <dgm:t>
        <a:bodyPr/>
        <a:lstStyle/>
        <a:p>
          <a:r>
            <a:rPr lang="en-US" dirty="0" smtClean="0"/>
            <a:t>Analyze</a:t>
          </a:r>
          <a:endParaRPr lang="en-US" dirty="0"/>
        </a:p>
      </dgm:t>
    </dgm:pt>
    <dgm:pt modelId="{0A6AAD71-A01A-415E-8BE7-F2B8F83D6AD8}" type="parTrans" cxnId="{42487567-1EFA-4CDA-BC8E-29938D2D5F8B}">
      <dgm:prSet/>
      <dgm:spPr/>
      <dgm:t>
        <a:bodyPr/>
        <a:lstStyle/>
        <a:p>
          <a:endParaRPr lang="en-US"/>
        </a:p>
      </dgm:t>
    </dgm:pt>
    <dgm:pt modelId="{CFEF47D0-A159-4FA4-97D6-8BD45DEC0652}" type="sibTrans" cxnId="{42487567-1EFA-4CDA-BC8E-29938D2D5F8B}">
      <dgm:prSet/>
      <dgm:spPr/>
      <dgm:t>
        <a:bodyPr/>
        <a:lstStyle/>
        <a:p>
          <a:endParaRPr lang="en-US"/>
        </a:p>
      </dgm:t>
    </dgm:pt>
    <dgm:pt modelId="{245E56F9-2648-48F5-B488-71B4DE3A4147}">
      <dgm:prSet phldrT="[Text]"/>
      <dgm:spPr/>
      <dgm:t>
        <a:bodyPr/>
        <a:lstStyle/>
        <a:p>
          <a:r>
            <a:rPr lang="en-US" dirty="0" smtClean="0"/>
            <a:t>Evaluate</a:t>
          </a:r>
          <a:endParaRPr lang="en-US" dirty="0"/>
        </a:p>
      </dgm:t>
    </dgm:pt>
    <dgm:pt modelId="{2C5B9D70-8D03-44EF-8715-2274A78BBE48}" type="parTrans" cxnId="{218639C5-09C5-4486-9E52-71B76E43E517}">
      <dgm:prSet/>
      <dgm:spPr/>
      <dgm:t>
        <a:bodyPr/>
        <a:lstStyle/>
        <a:p>
          <a:endParaRPr lang="en-US"/>
        </a:p>
      </dgm:t>
    </dgm:pt>
    <dgm:pt modelId="{415347D5-00BC-4EA4-90EA-708AC24F0E97}" type="sibTrans" cxnId="{218639C5-09C5-4486-9E52-71B76E43E517}">
      <dgm:prSet/>
      <dgm:spPr/>
      <dgm:t>
        <a:bodyPr/>
        <a:lstStyle/>
        <a:p>
          <a:endParaRPr lang="en-US"/>
        </a:p>
      </dgm:t>
    </dgm:pt>
    <dgm:pt modelId="{C6E30F3D-2C0C-4B4A-873B-5E4D2D9D5F9A}">
      <dgm:prSet phldrT="[Text]"/>
      <dgm:spPr/>
      <dgm:t>
        <a:bodyPr/>
        <a:lstStyle/>
        <a:p>
          <a:r>
            <a:rPr lang="en-US" dirty="0" smtClean="0"/>
            <a:t>Treat</a:t>
          </a:r>
          <a:endParaRPr lang="en-US" dirty="0"/>
        </a:p>
      </dgm:t>
    </dgm:pt>
    <dgm:pt modelId="{195D625A-2E39-4DF6-A7D1-A40A7BA1F34D}" type="parTrans" cxnId="{AE1AF309-78C3-44A2-A462-BFD7FB41207C}">
      <dgm:prSet/>
      <dgm:spPr/>
      <dgm:t>
        <a:bodyPr/>
        <a:lstStyle/>
        <a:p>
          <a:endParaRPr lang="en-US"/>
        </a:p>
      </dgm:t>
    </dgm:pt>
    <dgm:pt modelId="{548BB238-6626-4110-948C-245F92ABBF79}" type="sibTrans" cxnId="{AE1AF309-78C3-44A2-A462-BFD7FB41207C}">
      <dgm:prSet/>
      <dgm:spPr/>
      <dgm:t>
        <a:bodyPr/>
        <a:lstStyle/>
        <a:p>
          <a:endParaRPr lang="en-US"/>
        </a:p>
      </dgm:t>
    </dgm:pt>
    <dgm:pt modelId="{219BE00F-9FE3-408C-B474-2730DE7594D3}">
      <dgm:prSet phldrT="[Text]"/>
      <dgm:spPr/>
      <dgm:t>
        <a:bodyPr/>
        <a:lstStyle/>
        <a:p>
          <a:r>
            <a:rPr lang="en-US" dirty="0" smtClean="0"/>
            <a:t>Monitor</a:t>
          </a:r>
          <a:endParaRPr lang="en-US" dirty="0"/>
        </a:p>
      </dgm:t>
    </dgm:pt>
    <dgm:pt modelId="{908F32C5-6EC6-44A4-8684-979D1C909D8F}" type="parTrans" cxnId="{BBBFBDFA-0AEE-434F-BB9B-9E794593333A}">
      <dgm:prSet/>
      <dgm:spPr/>
      <dgm:t>
        <a:bodyPr/>
        <a:lstStyle/>
        <a:p>
          <a:endParaRPr lang="en-US"/>
        </a:p>
      </dgm:t>
    </dgm:pt>
    <dgm:pt modelId="{7E81B2C3-89DC-4B04-A0D9-2D6CC4B3BB56}" type="sibTrans" cxnId="{BBBFBDFA-0AEE-434F-BB9B-9E794593333A}">
      <dgm:prSet/>
      <dgm:spPr/>
      <dgm:t>
        <a:bodyPr/>
        <a:lstStyle/>
        <a:p>
          <a:endParaRPr lang="en-US"/>
        </a:p>
      </dgm:t>
    </dgm:pt>
    <dgm:pt modelId="{CB892D60-2B20-46C3-87BC-F58EAA848156}" type="pres">
      <dgm:prSet presAssocID="{3B605E88-28C9-40AF-B377-8F3FFA29F2F9}" presName="compositeShape" presStyleCnt="0">
        <dgm:presLayoutVars>
          <dgm:chMax val="7"/>
          <dgm:dir/>
          <dgm:resizeHandles val="exact"/>
        </dgm:presLayoutVars>
      </dgm:prSet>
      <dgm:spPr/>
      <dgm:t>
        <a:bodyPr/>
        <a:lstStyle/>
        <a:p>
          <a:endParaRPr lang="en-US"/>
        </a:p>
      </dgm:t>
    </dgm:pt>
    <dgm:pt modelId="{F0915EC1-A275-4419-B6DD-9DC54319BF3E}" type="pres">
      <dgm:prSet presAssocID="{3B605E88-28C9-40AF-B377-8F3FFA29F2F9}" presName="wedge1" presStyleLbl="node1" presStyleIdx="0" presStyleCnt="5" custLinFactNeighborX="-5022" custLinFactNeighborY="3767"/>
      <dgm:spPr/>
      <dgm:t>
        <a:bodyPr/>
        <a:lstStyle/>
        <a:p>
          <a:endParaRPr lang="en-US"/>
        </a:p>
      </dgm:t>
    </dgm:pt>
    <dgm:pt modelId="{E9DE9BBF-436E-4DEA-A2C7-203A042957F6}" type="pres">
      <dgm:prSet presAssocID="{3B605E88-28C9-40AF-B377-8F3FFA29F2F9}" presName="wedge1Tx" presStyleLbl="node1" presStyleIdx="0" presStyleCnt="5">
        <dgm:presLayoutVars>
          <dgm:chMax val="0"/>
          <dgm:chPref val="0"/>
          <dgm:bulletEnabled val="1"/>
        </dgm:presLayoutVars>
      </dgm:prSet>
      <dgm:spPr/>
      <dgm:t>
        <a:bodyPr/>
        <a:lstStyle/>
        <a:p>
          <a:endParaRPr lang="en-US"/>
        </a:p>
      </dgm:t>
    </dgm:pt>
    <dgm:pt modelId="{B908182B-DF5B-4F6C-8EEA-512201C7CDC9}" type="pres">
      <dgm:prSet presAssocID="{3B605E88-28C9-40AF-B377-8F3FFA29F2F9}" presName="wedge2" presStyleLbl="node1" presStyleIdx="1" presStyleCnt="5" custLinFactNeighborX="4394" custLinFactNeighborY="1256"/>
      <dgm:spPr/>
      <dgm:t>
        <a:bodyPr/>
        <a:lstStyle/>
        <a:p>
          <a:endParaRPr lang="en-US"/>
        </a:p>
      </dgm:t>
    </dgm:pt>
    <dgm:pt modelId="{AC9DC32F-869B-4DFB-A37E-E3D67D647138}" type="pres">
      <dgm:prSet presAssocID="{3B605E88-28C9-40AF-B377-8F3FFA29F2F9}" presName="wedge2Tx" presStyleLbl="node1" presStyleIdx="1" presStyleCnt="5">
        <dgm:presLayoutVars>
          <dgm:chMax val="0"/>
          <dgm:chPref val="0"/>
          <dgm:bulletEnabled val="1"/>
        </dgm:presLayoutVars>
      </dgm:prSet>
      <dgm:spPr/>
      <dgm:t>
        <a:bodyPr/>
        <a:lstStyle/>
        <a:p>
          <a:endParaRPr lang="en-US"/>
        </a:p>
      </dgm:t>
    </dgm:pt>
    <dgm:pt modelId="{C8CB46B1-E79C-457E-A28D-1EE2F9EBEE32}" type="pres">
      <dgm:prSet presAssocID="{3B605E88-28C9-40AF-B377-8F3FFA29F2F9}" presName="wedge3" presStyleLbl="node1" presStyleIdx="2" presStyleCnt="5"/>
      <dgm:spPr/>
      <dgm:t>
        <a:bodyPr/>
        <a:lstStyle/>
        <a:p>
          <a:endParaRPr lang="en-US"/>
        </a:p>
      </dgm:t>
    </dgm:pt>
    <dgm:pt modelId="{19DDDAC6-92E2-40EA-B0EA-D32BF4980C94}" type="pres">
      <dgm:prSet presAssocID="{3B605E88-28C9-40AF-B377-8F3FFA29F2F9}" presName="wedge3Tx" presStyleLbl="node1" presStyleIdx="2" presStyleCnt="5">
        <dgm:presLayoutVars>
          <dgm:chMax val="0"/>
          <dgm:chPref val="0"/>
          <dgm:bulletEnabled val="1"/>
        </dgm:presLayoutVars>
      </dgm:prSet>
      <dgm:spPr/>
      <dgm:t>
        <a:bodyPr/>
        <a:lstStyle/>
        <a:p>
          <a:endParaRPr lang="en-US"/>
        </a:p>
      </dgm:t>
    </dgm:pt>
    <dgm:pt modelId="{75645940-2EEE-4E50-8B17-F4838C4D2812}" type="pres">
      <dgm:prSet presAssocID="{3B605E88-28C9-40AF-B377-8F3FFA29F2F9}" presName="wedge4" presStyleLbl="node1" presStyleIdx="3" presStyleCnt="5"/>
      <dgm:spPr/>
      <dgm:t>
        <a:bodyPr/>
        <a:lstStyle/>
        <a:p>
          <a:endParaRPr lang="en-US"/>
        </a:p>
      </dgm:t>
    </dgm:pt>
    <dgm:pt modelId="{FF3DB6A0-593B-467F-AA9B-F6E930064387}" type="pres">
      <dgm:prSet presAssocID="{3B605E88-28C9-40AF-B377-8F3FFA29F2F9}" presName="wedge4Tx" presStyleLbl="node1" presStyleIdx="3" presStyleCnt="5">
        <dgm:presLayoutVars>
          <dgm:chMax val="0"/>
          <dgm:chPref val="0"/>
          <dgm:bulletEnabled val="1"/>
        </dgm:presLayoutVars>
      </dgm:prSet>
      <dgm:spPr/>
      <dgm:t>
        <a:bodyPr/>
        <a:lstStyle/>
        <a:p>
          <a:endParaRPr lang="en-US"/>
        </a:p>
      </dgm:t>
    </dgm:pt>
    <dgm:pt modelId="{C0B1907C-499B-43A5-8352-581C1F6219E1}" type="pres">
      <dgm:prSet presAssocID="{3B605E88-28C9-40AF-B377-8F3FFA29F2F9}" presName="wedge5" presStyleLbl="node1" presStyleIdx="4" presStyleCnt="5"/>
      <dgm:spPr/>
      <dgm:t>
        <a:bodyPr/>
        <a:lstStyle/>
        <a:p>
          <a:endParaRPr lang="en-US"/>
        </a:p>
      </dgm:t>
    </dgm:pt>
    <dgm:pt modelId="{87C899A1-74D4-4481-A2C9-1D4677F9080D}" type="pres">
      <dgm:prSet presAssocID="{3B605E88-28C9-40AF-B377-8F3FFA29F2F9}" presName="wedge5Tx" presStyleLbl="node1" presStyleIdx="4" presStyleCnt="5">
        <dgm:presLayoutVars>
          <dgm:chMax val="0"/>
          <dgm:chPref val="0"/>
          <dgm:bulletEnabled val="1"/>
        </dgm:presLayoutVars>
      </dgm:prSet>
      <dgm:spPr/>
      <dgm:t>
        <a:bodyPr/>
        <a:lstStyle/>
        <a:p>
          <a:endParaRPr lang="en-US"/>
        </a:p>
      </dgm:t>
    </dgm:pt>
  </dgm:ptLst>
  <dgm:cxnLst>
    <dgm:cxn modelId="{8BE8011F-6D02-4E4A-BF0A-AEC682B94D0A}" type="presOf" srcId="{7B913D88-0A63-4E28-8465-978B0AF0B5A9}" destId="{F0915EC1-A275-4419-B6DD-9DC54319BF3E}" srcOrd="0" destOrd="0" presId="urn:microsoft.com/office/officeart/2005/8/layout/chart3"/>
    <dgm:cxn modelId="{D819E607-8572-4F89-ABBA-AAEAB3C12067}" type="presOf" srcId="{3B605E88-28C9-40AF-B377-8F3FFA29F2F9}" destId="{CB892D60-2B20-46C3-87BC-F58EAA848156}" srcOrd="0" destOrd="0" presId="urn:microsoft.com/office/officeart/2005/8/layout/chart3"/>
    <dgm:cxn modelId="{42487567-1EFA-4CDA-BC8E-29938D2D5F8B}" srcId="{3B605E88-28C9-40AF-B377-8F3FFA29F2F9}" destId="{FF0AF41F-3F38-4D90-B879-99863303EB82}" srcOrd="1" destOrd="0" parTransId="{0A6AAD71-A01A-415E-8BE7-F2B8F83D6AD8}" sibTransId="{CFEF47D0-A159-4FA4-97D6-8BD45DEC0652}"/>
    <dgm:cxn modelId="{AE1AF309-78C3-44A2-A462-BFD7FB41207C}" srcId="{3B605E88-28C9-40AF-B377-8F3FFA29F2F9}" destId="{C6E30F3D-2C0C-4B4A-873B-5E4D2D9D5F9A}" srcOrd="3" destOrd="0" parTransId="{195D625A-2E39-4DF6-A7D1-A40A7BA1F34D}" sibTransId="{548BB238-6626-4110-948C-245F92ABBF79}"/>
    <dgm:cxn modelId="{BBBFBDFA-0AEE-434F-BB9B-9E794593333A}" srcId="{3B605E88-28C9-40AF-B377-8F3FFA29F2F9}" destId="{219BE00F-9FE3-408C-B474-2730DE7594D3}" srcOrd="4" destOrd="0" parTransId="{908F32C5-6EC6-44A4-8684-979D1C909D8F}" sibTransId="{7E81B2C3-89DC-4B04-A0D9-2D6CC4B3BB56}"/>
    <dgm:cxn modelId="{7C84AB49-F9E3-40A6-A4AE-F1C9C6AC4268}" type="presOf" srcId="{7B913D88-0A63-4E28-8465-978B0AF0B5A9}" destId="{E9DE9BBF-436E-4DEA-A2C7-203A042957F6}" srcOrd="1" destOrd="0" presId="urn:microsoft.com/office/officeart/2005/8/layout/chart3"/>
    <dgm:cxn modelId="{19C6F729-0AC4-4283-BDA2-2C160807FBF2}" type="presOf" srcId="{FF0AF41F-3F38-4D90-B879-99863303EB82}" destId="{AC9DC32F-869B-4DFB-A37E-E3D67D647138}" srcOrd="1" destOrd="0" presId="urn:microsoft.com/office/officeart/2005/8/layout/chart3"/>
    <dgm:cxn modelId="{71829553-EDF4-4A9B-BBA2-E8E8C8296449}" type="presOf" srcId="{245E56F9-2648-48F5-B488-71B4DE3A4147}" destId="{C8CB46B1-E79C-457E-A28D-1EE2F9EBEE32}" srcOrd="0" destOrd="0" presId="urn:microsoft.com/office/officeart/2005/8/layout/chart3"/>
    <dgm:cxn modelId="{3CA46C22-B0C6-488B-8B8F-142079ADA634}" type="presOf" srcId="{245E56F9-2648-48F5-B488-71B4DE3A4147}" destId="{19DDDAC6-92E2-40EA-B0EA-D32BF4980C94}" srcOrd="1" destOrd="0" presId="urn:microsoft.com/office/officeart/2005/8/layout/chart3"/>
    <dgm:cxn modelId="{7C18FBE0-A3C5-4920-AAC2-F67ED4531A18}" srcId="{3B605E88-28C9-40AF-B377-8F3FFA29F2F9}" destId="{7B913D88-0A63-4E28-8465-978B0AF0B5A9}" srcOrd="0" destOrd="0" parTransId="{417C871C-23D8-44D4-9277-277C7FEF2891}" sibTransId="{FE20C5D6-6FD5-401B-AF27-4193E0B9BA7A}"/>
    <dgm:cxn modelId="{64E59F40-E3EA-4915-BFE1-A92ACE656071}" type="presOf" srcId="{FF0AF41F-3F38-4D90-B879-99863303EB82}" destId="{B908182B-DF5B-4F6C-8EEA-512201C7CDC9}" srcOrd="0" destOrd="0" presId="urn:microsoft.com/office/officeart/2005/8/layout/chart3"/>
    <dgm:cxn modelId="{D9B6F819-4109-48D5-86AA-D97428103960}" type="presOf" srcId="{C6E30F3D-2C0C-4B4A-873B-5E4D2D9D5F9A}" destId="{75645940-2EEE-4E50-8B17-F4838C4D2812}" srcOrd="0" destOrd="0" presId="urn:microsoft.com/office/officeart/2005/8/layout/chart3"/>
    <dgm:cxn modelId="{21F7D9A3-1047-4CC8-8CF9-6BFA70AF8F2D}" type="presOf" srcId="{219BE00F-9FE3-408C-B474-2730DE7594D3}" destId="{87C899A1-74D4-4481-A2C9-1D4677F9080D}" srcOrd="1" destOrd="0" presId="urn:microsoft.com/office/officeart/2005/8/layout/chart3"/>
    <dgm:cxn modelId="{561D97A2-9995-4699-9D97-5547BDC70554}" type="presOf" srcId="{C6E30F3D-2C0C-4B4A-873B-5E4D2D9D5F9A}" destId="{FF3DB6A0-593B-467F-AA9B-F6E930064387}" srcOrd="1" destOrd="0" presId="urn:microsoft.com/office/officeart/2005/8/layout/chart3"/>
    <dgm:cxn modelId="{218639C5-09C5-4486-9E52-71B76E43E517}" srcId="{3B605E88-28C9-40AF-B377-8F3FFA29F2F9}" destId="{245E56F9-2648-48F5-B488-71B4DE3A4147}" srcOrd="2" destOrd="0" parTransId="{2C5B9D70-8D03-44EF-8715-2274A78BBE48}" sibTransId="{415347D5-00BC-4EA4-90EA-708AC24F0E97}"/>
    <dgm:cxn modelId="{74D3EB9C-A7EE-4704-9244-FE60FB84D811}" type="presOf" srcId="{219BE00F-9FE3-408C-B474-2730DE7594D3}" destId="{C0B1907C-499B-43A5-8352-581C1F6219E1}" srcOrd="0" destOrd="0" presId="urn:microsoft.com/office/officeart/2005/8/layout/chart3"/>
    <dgm:cxn modelId="{25F3579E-9E07-404D-8624-5B3A374E0AB9}" type="presParOf" srcId="{CB892D60-2B20-46C3-87BC-F58EAA848156}" destId="{F0915EC1-A275-4419-B6DD-9DC54319BF3E}" srcOrd="0" destOrd="0" presId="urn:microsoft.com/office/officeart/2005/8/layout/chart3"/>
    <dgm:cxn modelId="{36E9B07B-D55A-454B-942E-3B4DD3AB2B6F}" type="presParOf" srcId="{CB892D60-2B20-46C3-87BC-F58EAA848156}" destId="{E9DE9BBF-436E-4DEA-A2C7-203A042957F6}" srcOrd="1" destOrd="0" presId="urn:microsoft.com/office/officeart/2005/8/layout/chart3"/>
    <dgm:cxn modelId="{DBADA71A-692B-46E8-B6F1-CC64C950367B}" type="presParOf" srcId="{CB892D60-2B20-46C3-87BC-F58EAA848156}" destId="{B908182B-DF5B-4F6C-8EEA-512201C7CDC9}" srcOrd="2" destOrd="0" presId="urn:microsoft.com/office/officeart/2005/8/layout/chart3"/>
    <dgm:cxn modelId="{5FFF0FC8-24BD-486F-941E-C1A9C4335FE4}" type="presParOf" srcId="{CB892D60-2B20-46C3-87BC-F58EAA848156}" destId="{AC9DC32F-869B-4DFB-A37E-E3D67D647138}" srcOrd="3" destOrd="0" presId="urn:microsoft.com/office/officeart/2005/8/layout/chart3"/>
    <dgm:cxn modelId="{83CF4C63-974E-4D52-BB77-5DACA51D9E23}" type="presParOf" srcId="{CB892D60-2B20-46C3-87BC-F58EAA848156}" destId="{C8CB46B1-E79C-457E-A28D-1EE2F9EBEE32}" srcOrd="4" destOrd="0" presId="urn:microsoft.com/office/officeart/2005/8/layout/chart3"/>
    <dgm:cxn modelId="{51190526-CC93-4837-B957-585AA42A8B39}" type="presParOf" srcId="{CB892D60-2B20-46C3-87BC-F58EAA848156}" destId="{19DDDAC6-92E2-40EA-B0EA-D32BF4980C94}" srcOrd="5" destOrd="0" presId="urn:microsoft.com/office/officeart/2005/8/layout/chart3"/>
    <dgm:cxn modelId="{5CDF091D-2474-429D-9D77-20E80298B081}" type="presParOf" srcId="{CB892D60-2B20-46C3-87BC-F58EAA848156}" destId="{75645940-2EEE-4E50-8B17-F4838C4D2812}" srcOrd="6" destOrd="0" presId="urn:microsoft.com/office/officeart/2005/8/layout/chart3"/>
    <dgm:cxn modelId="{54CA21B4-29D4-4E88-A59F-03050517D0C5}" type="presParOf" srcId="{CB892D60-2B20-46C3-87BC-F58EAA848156}" destId="{FF3DB6A0-593B-467F-AA9B-F6E930064387}" srcOrd="7" destOrd="0" presId="urn:microsoft.com/office/officeart/2005/8/layout/chart3"/>
    <dgm:cxn modelId="{C7A296F4-3D30-476C-A4AA-F98297F7A5BD}" type="presParOf" srcId="{CB892D60-2B20-46C3-87BC-F58EAA848156}" destId="{C0B1907C-499B-43A5-8352-581C1F6219E1}" srcOrd="8" destOrd="0" presId="urn:microsoft.com/office/officeart/2005/8/layout/chart3"/>
    <dgm:cxn modelId="{E7B8D148-E5A1-4717-AADC-D4035EF07E17}" type="presParOf" srcId="{CB892D60-2B20-46C3-87BC-F58EAA848156}" destId="{87C899A1-74D4-4481-A2C9-1D4677F9080D}" srcOrd="9"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3B605E88-28C9-40AF-B377-8F3FFA29F2F9}" type="doc">
      <dgm:prSet loTypeId="urn:microsoft.com/office/officeart/2005/8/layout/chart3" loCatId="cycle" qsTypeId="urn:microsoft.com/office/officeart/2005/8/quickstyle/3d1" qsCatId="3D" csTypeId="urn:microsoft.com/office/officeart/2005/8/colors/colorful4" csCatId="colorful" phldr="1"/>
      <dgm:spPr/>
      <dgm:t>
        <a:bodyPr/>
        <a:lstStyle/>
        <a:p>
          <a:endParaRPr lang="en-US"/>
        </a:p>
      </dgm:t>
    </dgm:pt>
    <dgm:pt modelId="{7B913D88-0A63-4E28-8465-978B0AF0B5A9}">
      <dgm:prSet phldrT="[Text]"/>
      <dgm:spPr/>
      <dgm:t>
        <a:bodyPr/>
        <a:lstStyle/>
        <a:p>
          <a:r>
            <a:rPr lang="en-US" dirty="0" smtClean="0"/>
            <a:t>Identify</a:t>
          </a:r>
          <a:endParaRPr lang="en-US" dirty="0"/>
        </a:p>
      </dgm:t>
    </dgm:pt>
    <dgm:pt modelId="{417C871C-23D8-44D4-9277-277C7FEF2891}" type="parTrans" cxnId="{7C18FBE0-A3C5-4920-AAC2-F67ED4531A18}">
      <dgm:prSet/>
      <dgm:spPr/>
      <dgm:t>
        <a:bodyPr/>
        <a:lstStyle/>
        <a:p>
          <a:endParaRPr lang="en-US"/>
        </a:p>
      </dgm:t>
    </dgm:pt>
    <dgm:pt modelId="{FE20C5D6-6FD5-401B-AF27-4193E0B9BA7A}" type="sibTrans" cxnId="{7C18FBE0-A3C5-4920-AAC2-F67ED4531A18}">
      <dgm:prSet/>
      <dgm:spPr/>
      <dgm:t>
        <a:bodyPr/>
        <a:lstStyle/>
        <a:p>
          <a:endParaRPr lang="en-US"/>
        </a:p>
      </dgm:t>
    </dgm:pt>
    <dgm:pt modelId="{FF0AF41F-3F38-4D90-B879-99863303EB82}">
      <dgm:prSet phldrT="[Text]"/>
      <dgm:spPr/>
      <dgm:t>
        <a:bodyPr/>
        <a:lstStyle/>
        <a:p>
          <a:r>
            <a:rPr lang="en-US" dirty="0" smtClean="0"/>
            <a:t>Analyze</a:t>
          </a:r>
          <a:endParaRPr lang="en-US" dirty="0"/>
        </a:p>
      </dgm:t>
    </dgm:pt>
    <dgm:pt modelId="{0A6AAD71-A01A-415E-8BE7-F2B8F83D6AD8}" type="parTrans" cxnId="{42487567-1EFA-4CDA-BC8E-29938D2D5F8B}">
      <dgm:prSet/>
      <dgm:spPr/>
      <dgm:t>
        <a:bodyPr/>
        <a:lstStyle/>
        <a:p>
          <a:endParaRPr lang="en-US"/>
        </a:p>
      </dgm:t>
    </dgm:pt>
    <dgm:pt modelId="{CFEF47D0-A159-4FA4-97D6-8BD45DEC0652}" type="sibTrans" cxnId="{42487567-1EFA-4CDA-BC8E-29938D2D5F8B}">
      <dgm:prSet/>
      <dgm:spPr/>
      <dgm:t>
        <a:bodyPr/>
        <a:lstStyle/>
        <a:p>
          <a:endParaRPr lang="en-US"/>
        </a:p>
      </dgm:t>
    </dgm:pt>
    <dgm:pt modelId="{245E56F9-2648-48F5-B488-71B4DE3A4147}">
      <dgm:prSet phldrT="[Text]"/>
      <dgm:spPr/>
      <dgm:t>
        <a:bodyPr/>
        <a:lstStyle/>
        <a:p>
          <a:r>
            <a:rPr lang="en-US" dirty="0" smtClean="0"/>
            <a:t>Evaluate</a:t>
          </a:r>
          <a:endParaRPr lang="en-US" dirty="0"/>
        </a:p>
      </dgm:t>
    </dgm:pt>
    <dgm:pt modelId="{2C5B9D70-8D03-44EF-8715-2274A78BBE48}" type="parTrans" cxnId="{218639C5-09C5-4486-9E52-71B76E43E517}">
      <dgm:prSet/>
      <dgm:spPr/>
      <dgm:t>
        <a:bodyPr/>
        <a:lstStyle/>
        <a:p>
          <a:endParaRPr lang="en-US"/>
        </a:p>
      </dgm:t>
    </dgm:pt>
    <dgm:pt modelId="{415347D5-00BC-4EA4-90EA-708AC24F0E97}" type="sibTrans" cxnId="{218639C5-09C5-4486-9E52-71B76E43E517}">
      <dgm:prSet/>
      <dgm:spPr/>
      <dgm:t>
        <a:bodyPr/>
        <a:lstStyle/>
        <a:p>
          <a:endParaRPr lang="en-US"/>
        </a:p>
      </dgm:t>
    </dgm:pt>
    <dgm:pt modelId="{C6E30F3D-2C0C-4B4A-873B-5E4D2D9D5F9A}">
      <dgm:prSet phldrT="[Text]"/>
      <dgm:spPr/>
      <dgm:t>
        <a:bodyPr/>
        <a:lstStyle/>
        <a:p>
          <a:r>
            <a:rPr lang="en-US" dirty="0" smtClean="0"/>
            <a:t>Treat</a:t>
          </a:r>
          <a:endParaRPr lang="en-US" dirty="0"/>
        </a:p>
      </dgm:t>
    </dgm:pt>
    <dgm:pt modelId="{195D625A-2E39-4DF6-A7D1-A40A7BA1F34D}" type="parTrans" cxnId="{AE1AF309-78C3-44A2-A462-BFD7FB41207C}">
      <dgm:prSet/>
      <dgm:spPr/>
      <dgm:t>
        <a:bodyPr/>
        <a:lstStyle/>
        <a:p>
          <a:endParaRPr lang="en-US"/>
        </a:p>
      </dgm:t>
    </dgm:pt>
    <dgm:pt modelId="{548BB238-6626-4110-948C-245F92ABBF79}" type="sibTrans" cxnId="{AE1AF309-78C3-44A2-A462-BFD7FB41207C}">
      <dgm:prSet/>
      <dgm:spPr/>
      <dgm:t>
        <a:bodyPr/>
        <a:lstStyle/>
        <a:p>
          <a:endParaRPr lang="en-US"/>
        </a:p>
      </dgm:t>
    </dgm:pt>
    <dgm:pt modelId="{219BE00F-9FE3-408C-B474-2730DE7594D3}">
      <dgm:prSet phldrT="[Text]"/>
      <dgm:spPr/>
      <dgm:t>
        <a:bodyPr/>
        <a:lstStyle/>
        <a:p>
          <a:r>
            <a:rPr lang="en-US" dirty="0" smtClean="0"/>
            <a:t>Monitor</a:t>
          </a:r>
          <a:endParaRPr lang="en-US" dirty="0"/>
        </a:p>
      </dgm:t>
    </dgm:pt>
    <dgm:pt modelId="{908F32C5-6EC6-44A4-8684-979D1C909D8F}" type="parTrans" cxnId="{BBBFBDFA-0AEE-434F-BB9B-9E794593333A}">
      <dgm:prSet/>
      <dgm:spPr/>
      <dgm:t>
        <a:bodyPr/>
        <a:lstStyle/>
        <a:p>
          <a:endParaRPr lang="en-US"/>
        </a:p>
      </dgm:t>
    </dgm:pt>
    <dgm:pt modelId="{7E81B2C3-89DC-4B04-A0D9-2D6CC4B3BB56}" type="sibTrans" cxnId="{BBBFBDFA-0AEE-434F-BB9B-9E794593333A}">
      <dgm:prSet/>
      <dgm:spPr/>
      <dgm:t>
        <a:bodyPr/>
        <a:lstStyle/>
        <a:p>
          <a:endParaRPr lang="en-US"/>
        </a:p>
      </dgm:t>
    </dgm:pt>
    <dgm:pt modelId="{CB892D60-2B20-46C3-87BC-F58EAA848156}" type="pres">
      <dgm:prSet presAssocID="{3B605E88-28C9-40AF-B377-8F3FFA29F2F9}" presName="compositeShape" presStyleCnt="0">
        <dgm:presLayoutVars>
          <dgm:chMax val="7"/>
          <dgm:dir/>
          <dgm:resizeHandles val="exact"/>
        </dgm:presLayoutVars>
      </dgm:prSet>
      <dgm:spPr/>
      <dgm:t>
        <a:bodyPr/>
        <a:lstStyle/>
        <a:p>
          <a:endParaRPr lang="en-US"/>
        </a:p>
      </dgm:t>
    </dgm:pt>
    <dgm:pt modelId="{F0915EC1-A275-4419-B6DD-9DC54319BF3E}" type="pres">
      <dgm:prSet presAssocID="{3B605E88-28C9-40AF-B377-8F3FFA29F2F9}" presName="wedge1" presStyleLbl="node1" presStyleIdx="0" presStyleCnt="5" custLinFactNeighborX="-5022" custLinFactNeighborY="3767"/>
      <dgm:spPr/>
      <dgm:t>
        <a:bodyPr/>
        <a:lstStyle/>
        <a:p>
          <a:endParaRPr lang="en-US"/>
        </a:p>
      </dgm:t>
    </dgm:pt>
    <dgm:pt modelId="{E9DE9BBF-436E-4DEA-A2C7-203A042957F6}" type="pres">
      <dgm:prSet presAssocID="{3B605E88-28C9-40AF-B377-8F3FFA29F2F9}" presName="wedge1Tx" presStyleLbl="node1" presStyleIdx="0" presStyleCnt="5">
        <dgm:presLayoutVars>
          <dgm:chMax val="0"/>
          <dgm:chPref val="0"/>
          <dgm:bulletEnabled val="1"/>
        </dgm:presLayoutVars>
      </dgm:prSet>
      <dgm:spPr/>
      <dgm:t>
        <a:bodyPr/>
        <a:lstStyle/>
        <a:p>
          <a:endParaRPr lang="en-US"/>
        </a:p>
      </dgm:t>
    </dgm:pt>
    <dgm:pt modelId="{B908182B-DF5B-4F6C-8EEA-512201C7CDC9}" type="pres">
      <dgm:prSet presAssocID="{3B605E88-28C9-40AF-B377-8F3FFA29F2F9}" presName="wedge2" presStyleLbl="node1" presStyleIdx="1" presStyleCnt="5" custLinFactNeighborX="4394" custLinFactNeighborY="1256"/>
      <dgm:spPr/>
      <dgm:t>
        <a:bodyPr/>
        <a:lstStyle/>
        <a:p>
          <a:endParaRPr lang="en-US"/>
        </a:p>
      </dgm:t>
    </dgm:pt>
    <dgm:pt modelId="{AC9DC32F-869B-4DFB-A37E-E3D67D647138}" type="pres">
      <dgm:prSet presAssocID="{3B605E88-28C9-40AF-B377-8F3FFA29F2F9}" presName="wedge2Tx" presStyleLbl="node1" presStyleIdx="1" presStyleCnt="5">
        <dgm:presLayoutVars>
          <dgm:chMax val="0"/>
          <dgm:chPref val="0"/>
          <dgm:bulletEnabled val="1"/>
        </dgm:presLayoutVars>
      </dgm:prSet>
      <dgm:spPr/>
      <dgm:t>
        <a:bodyPr/>
        <a:lstStyle/>
        <a:p>
          <a:endParaRPr lang="en-US"/>
        </a:p>
      </dgm:t>
    </dgm:pt>
    <dgm:pt modelId="{C8CB46B1-E79C-457E-A28D-1EE2F9EBEE32}" type="pres">
      <dgm:prSet presAssocID="{3B605E88-28C9-40AF-B377-8F3FFA29F2F9}" presName="wedge3" presStyleLbl="node1" presStyleIdx="2" presStyleCnt="5"/>
      <dgm:spPr/>
      <dgm:t>
        <a:bodyPr/>
        <a:lstStyle/>
        <a:p>
          <a:endParaRPr lang="en-US"/>
        </a:p>
      </dgm:t>
    </dgm:pt>
    <dgm:pt modelId="{19DDDAC6-92E2-40EA-B0EA-D32BF4980C94}" type="pres">
      <dgm:prSet presAssocID="{3B605E88-28C9-40AF-B377-8F3FFA29F2F9}" presName="wedge3Tx" presStyleLbl="node1" presStyleIdx="2" presStyleCnt="5">
        <dgm:presLayoutVars>
          <dgm:chMax val="0"/>
          <dgm:chPref val="0"/>
          <dgm:bulletEnabled val="1"/>
        </dgm:presLayoutVars>
      </dgm:prSet>
      <dgm:spPr/>
      <dgm:t>
        <a:bodyPr/>
        <a:lstStyle/>
        <a:p>
          <a:endParaRPr lang="en-US"/>
        </a:p>
      </dgm:t>
    </dgm:pt>
    <dgm:pt modelId="{75645940-2EEE-4E50-8B17-F4838C4D2812}" type="pres">
      <dgm:prSet presAssocID="{3B605E88-28C9-40AF-B377-8F3FFA29F2F9}" presName="wedge4" presStyleLbl="node1" presStyleIdx="3" presStyleCnt="5"/>
      <dgm:spPr/>
      <dgm:t>
        <a:bodyPr/>
        <a:lstStyle/>
        <a:p>
          <a:endParaRPr lang="en-US"/>
        </a:p>
      </dgm:t>
    </dgm:pt>
    <dgm:pt modelId="{FF3DB6A0-593B-467F-AA9B-F6E930064387}" type="pres">
      <dgm:prSet presAssocID="{3B605E88-28C9-40AF-B377-8F3FFA29F2F9}" presName="wedge4Tx" presStyleLbl="node1" presStyleIdx="3" presStyleCnt="5">
        <dgm:presLayoutVars>
          <dgm:chMax val="0"/>
          <dgm:chPref val="0"/>
          <dgm:bulletEnabled val="1"/>
        </dgm:presLayoutVars>
      </dgm:prSet>
      <dgm:spPr/>
      <dgm:t>
        <a:bodyPr/>
        <a:lstStyle/>
        <a:p>
          <a:endParaRPr lang="en-US"/>
        </a:p>
      </dgm:t>
    </dgm:pt>
    <dgm:pt modelId="{C0B1907C-499B-43A5-8352-581C1F6219E1}" type="pres">
      <dgm:prSet presAssocID="{3B605E88-28C9-40AF-B377-8F3FFA29F2F9}" presName="wedge5" presStyleLbl="node1" presStyleIdx="4" presStyleCnt="5"/>
      <dgm:spPr/>
      <dgm:t>
        <a:bodyPr/>
        <a:lstStyle/>
        <a:p>
          <a:endParaRPr lang="en-US"/>
        </a:p>
      </dgm:t>
    </dgm:pt>
    <dgm:pt modelId="{87C899A1-74D4-4481-A2C9-1D4677F9080D}" type="pres">
      <dgm:prSet presAssocID="{3B605E88-28C9-40AF-B377-8F3FFA29F2F9}" presName="wedge5Tx" presStyleLbl="node1" presStyleIdx="4" presStyleCnt="5">
        <dgm:presLayoutVars>
          <dgm:chMax val="0"/>
          <dgm:chPref val="0"/>
          <dgm:bulletEnabled val="1"/>
        </dgm:presLayoutVars>
      </dgm:prSet>
      <dgm:spPr/>
      <dgm:t>
        <a:bodyPr/>
        <a:lstStyle/>
        <a:p>
          <a:endParaRPr lang="en-US"/>
        </a:p>
      </dgm:t>
    </dgm:pt>
  </dgm:ptLst>
  <dgm:cxnLst>
    <dgm:cxn modelId="{BBBFBDFA-0AEE-434F-BB9B-9E794593333A}" srcId="{3B605E88-28C9-40AF-B377-8F3FFA29F2F9}" destId="{219BE00F-9FE3-408C-B474-2730DE7594D3}" srcOrd="4" destOrd="0" parTransId="{908F32C5-6EC6-44A4-8684-979D1C909D8F}" sibTransId="{7E81B2C3-89DC-4B04-A0D9-2D6CC4B3BB56}"/>
    <dgm:cxn modelId="{0EB8762F-22B9-4FE2-813A-BEB02864E066}" type="presOf" srcId="{FF0AF41F-3F38-4D90-B879-99863303EB82}" destId="{AC9DC32F-869B-4DFB-A37E-E3D67D647138}" srcOrd="1" destOrd="0" presId="urn:microsoft.com/office/officeart/2005/8/layout/chart3"/>
    <dgm:cxn modelId="{BD5B0DEA-457C-497D-93C8-491D3B162120}" type="presOf" srcId="{7B913D88-0A63-4E28-8465-978B0AF0B5A9}" destId="{F0915EC1-A275-4419-B6DD-9DC54319BF3E}" srcOrd="0" destOrd="0" presId="urn:microsoft.com/office/officeart/2005/8/layout/chart3"/>
    <dgm:cxn modelId="{A2960D56-1896-419F-B1A3-D20CF62BCD94}" type="presOf" srcId="{FF0AF41F-3F38-4D90-B879-99863303EB82}" destId="{B908182B-DF5B-4F6C-8EEA-512201C7CDC9}" srcOrd="0" destOrd="0" presId="urn:microsoft.com/office/officeart/2005/8/layout/chart3"/>
    <dgm:cxn modelId="{218639C5-09C5-4486-9E52-71B76E43E517}" srcId="{3B605E88-28C9-40AF-B377-8F3FFA29F2F9}" destId="{245E56F9-2648-48F5-B488-71B4DE3A4147}" srcOrd="2" destOrd="0" parTransId="{2C5B9D70-8D03-44EF-8715-2274A78BBE48}" sibTransId="{415347D5-00BC-4EA4-90EA-708AC24F0E97}"/>
    <dgm:cxn modelId="{42487567-1EFA-4CDA-BC8E-29938D2D5F8B}" srcId="{3B605E88-28C9-40AF-B377-8F3FFA29F2F9}" destId="{FF0AF41F-3F38-4D90-B879-99863303EB82}" srcOrd="1" destOrd="0" parTransId="{0A6AAD71-A01A-415E-8BE7-F2B8F83D6AD8}" sibTransId="{CFEF47D0-A159-4FA4-97D6-8BD45DEC0652}"/>
    <dgm:cxn modelId="{F68CFF2F-2B28-4F74-AD3D-7C61D17DBEB2}" type="presOf" srcId="{C6E30F3D-2C0C-4B4A-873B-5E4D2D9D5F9A}" destId="{FF3DB6A0-593B-467F-AA9B-F6E930064387}" srcOrd="1" destOrd="0" presId="urn:microsoft.com/office/officeart/2005/8/layout/chart3"/>
    <dgm:cxn modelId="{A24706BB-E957-44E5-BC4C-1721C8218597}" type="presOf" srcId="{C6E30F3D-2C0C-4B4A-873B-5E4D2D9D5F9A}" destId="{75645940-2EEE-4E50-8B17-F4838C4D2812}" srcOrd="0" destOrd="0" presId="urn:microsoft.com/office/officeart/2005/8/layout/chart3"/>
    <dgm:cxn modelId="{CF7E8E2A-D9EF-4519-8147-5F0F539EB56E}" type="presOf" srcId="{7B913D88-0A63-4E28-8465-978B0AF0B5A9}" destId="{E9DE9BBF-436E-4DEA-A2C7-203A042957F6}" srcOrd="1" destOrd="0" presId="urn:microsoft.com/office/officeart/2005/8/layout/chart3"/>
    <dgm:cxn modelId="{9FA101B6-CBF6-495D-B864-05227511E621}" type="presOf" srcId="{3B605E88-28C9-40AF-B377-8F3FFA29F2F9}" destId="{CB892D60-2B20-46C3-87BC-F58EAA848156}" srcOrd="0" destOrd="0" presId="urn:microsoft.com/office/officeart/2005/8/layout/chart3"/>
    <dgm:cxn modelId="{7C18FBE0-A3C5-4920-AAC2-F67ED4531A18}" srcId="{3B605E88-28C9-40AF-B377-8F3FFA29F2F9}" destId="{7B913D88-0A63-4E28-8465-978B0AF0B5A9}" srcOrd="0" destOrd="0" parTransId="{417C871C-23D8-44D4-9277-277C7FEF2891}" sibTransId="{FE20C5D6-6FD5-401B-AF27-4193E0B9BA7A}"/>
    <dgm:cxn modelId="{9A4467A4-31C6-414A-AA14-389ED29E2865}" type="presOf" srcId="{219BE00F-9FE3-408C-B474-2730DE7594D3}" destId="{87C899A1-74D4-4481-A2C9-1D4677F9080D}" srcOrd="1" destOrd="0" presId="urn:microsoft.com/office/officeart/2005/8/layout/chart3"/>
    <dgm:cxn modelId="{0556BA66-FB8A-4B93-B061-7758EDB72AE7}" type="presOf" srcId="{245E56F9-2648-48F5-B488-71B4DE3A4147}" destId="{C8CB46B1-E79C-457E-A28D-1EE2F9EBEE32}" srcOrd="0" destOrd="0" presId="urn:microsoft.com/office/officeart/2005/8/layout/chart3"/>
    <dgm:cxn modelId="{AE1AF309-78C3-44A2-A462-BFD7FB41207C}" srcId="{3B605E88-28C9-40AF-B377-8F3FFA29F2F9}" destId="{C6E30F3D-2C0C-4B4A-873B-5E4D2D9D5F9A}" srcOrd="3" destOrd="0" parTransId="{195D625A-2E39-4DF6-A7D1-A40A7BA1F34D}" sibTransId="{548BB238-6626-4110-948C-245F92ABBF79}"/>
    <dgm:cxn modelId="{A1307220-A904-41C8-A1E2-53DDDEC66624}" type="presOf" srcId="{219BE00F-9FE3-408C-B474-2730DE7594D3}" destId="{C0B1907C-499B-43A5-8352-581C1F6219E1}" srcOrd="0" destOrd="0" presId="urn:microsoft.com/office/officeart/2005/8/layout/chart3"/>
    <dgm:cxn modelId="{8EE05699-94DC-4322-A13F-685E620FE382}" type="presOf" srcId="{245E56F9-2648-48F5-B488-71B4DE3A4147}" destId="{19DDDAC6-92E2-40EA-B0EA-D32BF4980C94}" srcOrd="1" destOrd="0" presId="urn:microsoft.com/office/officeart/2005/8/layout/chart3"/>
    <dgm:cxn modelId="{35CAAC12-C0F6-49AA-A1D5-8A2AAB1D89FA}" type="presParOf" srcId="{CB892D60-2B20-46C3-87BC-F58EAA848156}" destId="{F0915EC1-A275-4419-B6DD-9DC54319BF3E}" srcOrd="0" destOrd="0" presId="urn:microsoft.com/office/officeart/2005/8/layout/chart3"/>
    <dgm:cxn modelId="{34963682-644E-47C8-BECD-F960777F3F68}" type="presParOf" srcId="{CB892D60-2B20-46C3-87BC-F58EAA848156}" destId="{E9DE9BBF-436E-4DEA-A2C7-203A042957F6}" srcOrd="1" destOrd="0" presId="urn:microsoft.com/office/officeart/2005/8/layout/chart3"/>
    <dgm:cxn modelId="{46AAE125-32C7-46DA-BB77-B759D2DC189C}" type="presParOf" srcId="{CB892D60-2B20-46C3-87BC-F58EAA848156}" destId="{B908182B-DF5B-4F6C-8EEA-512201C7CDC9}" srcOrd="2" destOrd="0" presId="urn:microsoft.com/office/officeart/2005/8/layout/chart3"/>
    <dgm:cxn modelId="{1697ADB9-84AE-4FCF-851B-8B98E56B1E21}" type="presParOf" srcId="{CB892D60-2B20-46C3-87BC-F58EAA848156}" destId="{AC9DC32F-869B-4DFB-A37E-E3D67D647138}" srcOrd="3" destOrd="0" presId="urn:microsoft.com/office/officeart/2005/8/layout/chart3"/>
    <dgm:cxn modelId="{70950A98-C78C-4484-934B-B90A0184EFA4}" type="presParOf" srcId="{CB892D60-2B20-46C3-87BC-F58EAA848156}" destId="{C8CB46B1-E79C-457E-A28D-1EE2F9EBEE32}" srcOrd="4" destOrd="0" presId="urn:microsoft.com/office/officeart/2005/8/layout/chart3"/>
    <dgm:cxn modelId="{58501D90-E756-4E1B-B2D2-9B828C88ED7B}" type="presParOf" srcId="{CB892D60-2B20-46C3-87BC-F58EAA848156}" destId="{19DDDAC6-92E2-40EA-B0EA-D32BF4980C94}" srcOrd="5" destOrd="0" presId="urn:microsoft.com/office/officeart/2005/8/layout/chart3"/>
    <dgm:cxn modelId="{4061D739-09BD-40B5-94DC-EF49652A86C1}" type="presParOf" srcId="{CB892D60-2B20-46C3-87BC-F58EAA848156}" destId="{75645940-2EEE-4E50-8B17-F4838C4D2812}" srcOrd="6" destOrd="0" presId="urn:microsoft.com/office/officeart/2005/8/layout/chart3"/>
    <dgm:cxn modelId="{8D59F8FC-C6D8-4764-B364-99D92709CD41}" type="presParOf" srcId="{CB892D60-2B20-46C3-87BC-F58EAA848156}" destId="{FF3DB6A0-593B-467F-AA9B-F6E930064387}" srcOrd="7" destOrd="0" presId="urn:microsoft.com/office/officeart/2005/8/layout/chart3"/>
    <dgm:cxn modelId="{5C369E57-B283-4319-9EE2-0293CE6AEF0B}" type="presParOf" srcId="{CB892D60-2B20-46C3-87BC-F58EAA848156}" destId="{C0B1907C-499B-43A5-8352-581C1F6219E1}" srcOrd="8" destOrd="0" presId="urn:microsoft.com/office/officeart/2005/8/layout/chart3"/>
    <dgm:cxn modelId="{8BC569D6-9562-499D-B632-9DBF5EA1A309}" type="presParOf" srcId="{CB892D60-2B20-46C3-87BC-F58EAA848156}" destId="{87C899A1-74D4-4481-A2C9-1D4677F9080D}" srcOrd="9"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3B605E88-28C9-40AF-B377-8F3FFA29F2F9}" type="doc">
      <dgm:prSet loTypeId="urn:microsoft.com/office/officeart/2005/8/layout/chart3" loCatId="cycle" qsTypeId="urn:microsoft.com/office/officeart/2005/8/quickstyle/3d1" qsCatId="3D" csTypeId="urn:microsoft.com/office/officeart/2005/8/colors/colorful4" csCatId="colorful" phldr="1"/>
      <dgm:spPr/>
      <dgm:t>
        <a:bodyPr/>
        <a:lstStyle/>
        <a:p>
          <a:endParaRPr lang="en-US"/>
        </a:p>
      </dgm:t>
    </dgm:pt>
    <dgm:pt modelId="{7B913D88-0A63-4E28-8465-978B0AF0B5A9}">
      <dgm:prSet phldrT="[Text]"/>
      <dgm:spPr/>
      <dgm:t>
        <a:bodyPr/>
        <a:lstStyle/>
        <a:p>
          <a:r>
            <a:rPr lang="en-US" dirty="0" smtClean="0"/>
            <a:t>Identify</a:t>
          </a:r>
          <a:endParaRPr lang="en-US" dirty="0"/>
        </a:p>
      </dgm:t>
    </dgm:pt>
    <dgm:pt modelId="{417C871C-23D8-44D4-9277-277C7FEF2891}" type="parTrans" cxnId="{7C18FBE0-A3C5-4920-AAC2-F67ED4531A18}">
      <dgm:prSet/>
      <dgm:spPr/>
      <dgm:t>
        <a:bodyPr/>
        <a:lstStyle/>
        <a:p>
          <a:endParaRPr lang="en-US"/>
        </a:p>
      </dgm:t>
    </dgm:pt>
    <dgm:pt modelId="{FE20C5D6-6FD5-401B-AF27-4193E0B9BA7A}" type="sibTrans" cxnId="{7C18FBE0-A3C5-4920-AAC2-F67ED4531A18}">
      <dgm:prSet/>
      <dgm:spPr/>
      <dgm:t>
        <a:bodyPr/>
        <a:lstStyle/>
        <a:p>
          <a:endParaRPr lang="en-US"/>
        </a:p>
      </dgm:t>
    </dgm:pt>
    <dgm:pt modelId="{FF0AF41F-3F38-4D90-B879-99863303EB82}">
      <dgm:prSet phldrT="[Text]"/>
      <dgm:spPr/>
      <dgm:t>
        <a:bodyPr/>
        <a:lstStyle/>
        <a:p>
          <a:r>
            <a:rPr lang="en-US" dirty="0" smtClean="0"/>
            <a:t>Analyze</a:t>
          </a:r>
          <a:endParaRPr lang="en-US" dirty="0"/>
        </a:p>
      </dgm:t>
    </dgm:pt>
    <dgm:pt modelId="{0A6AAD71-A01A-415E-8BE7-F2B8F83D6AD8}" type="parTrans" cxnId="{42487567-1EFA-4CDA-BC8E-29938D2D5F8B}">
      <dgm:prSet/>
      <dgm:spPr/>
      <dgm:t>
        <a:bodyPr/>
        <a:lstStyle/>
        <a:p>
          <a:endParaRPr lang="en-US"/>
        </a:p>
      </dgm:t>
    </dgm:pt>
    <dgm:pt modelId="{CFEF47D0-A159-4FA4-97D6-8BD45DEC0652}" type="sibTrans" cxnId="{42487567-1EFA-4CDA-BC8E-29938D2D5F8B}">
      <dgm:prSet/>
      <dgm:spPr/>
      <dgm:t>
        <a:bodyPr/>
        <a:lstStyle/>
        <a:p>
          <a:endParaRPr lang="en-US"/>
        </a:p>
      </dgm:t>
    </dgm:pt>
    <dgm:pt modelId="{245E56F9-2648-48F5-B488-71B4DE3A4147}">
      <dgm:prSet phldrT="[Text]"/>
      <dgm:spPr/>
      <dgm:t>
        <a:bodyPr/>
        <a:lstStyle/>
        <a:p>
          <a:r>
            <a:rPr lang="en-US" dirty="0" smtClean="0"/>
            <a:t>Evaluate</a:t>
          </a:r>
          <a:endParaRPr lang="en-US" dirty="0"/>
        </a:p>
      </dgm:t>
    </dgm:pt>
    <dgm:pt modelId="{2C5B9D70-8D03-44EF-8715-2274A78BBE48}" type="parTrans" cxnId="{218639C5-09C5-4486-9E52-71B76E43E517}">
      <dgm:prSet/>
      <dgm:spPr/>
      <dgm:t>
        <a:bodyPr/>
        <a:lstStyle/>
        <a:p>
          <a:endParaRPr lang="en-US"/>
        </a:p>
      </dgm:t>
    </dgm:pt>
    <dgm:pt modelId="{415347D5-00BC-4EA4-90EA-708AC24F0E97}" type="sibTrans" cxnId="{218639C5-09C5-4486-9E52-71B76E43E517}">
      <dgm:prSet/>
      <dgm:spPr/>
      <dgm:t>
        <a:bodyPr/>
        <a:lstStyle/>
        <a:p>
          <a:endParaRPr lang="en-US"/>
        </a:p>
      </dgm:t>
    </dgm:pt>
    <dgm:pt modelId="{C6E30F3D-2C0C-4B4A-873B-5E4D2D9D5F9A}">
      <dgm:prSet phldrT="[Text]"/>
      <dgm:spPr/>
      <dgm:t>
        <a:bodyPr/>
        <a:lstStyle/>
        <a:p>
          <a:r>
            <a:rPr lang="en-US" dirty="0" smtClean="0"/>
            <a:t>Treat</a:t>
          </a:r>
          <a:endParaRPr lang="en-US" dirty="0"/>
        </a:p>
      </dgm:t>
    </dgm:pt>
    <dgm:pt modelId="{195D625A-2E39-4DF6-A7D1-A40A7BA1F34D}" type="parTrans" cxnId="{AE1AF309-78C3-44A2-A462-BFD7FB41207C}">
      <dgm:prSet/>
      <dgm:spPr/>
      <dgm:t>
        <a:bodyPr/>
        <a:lstStyle/>
        <a:p>
          <a:endParaRPr lang="en-US"/>
        </a:p>
      </dgm:t>
    </dgm:pt>
    <dgm:pt modelId="{548BB238-6626-4110-948C-245F92ABBF79}" type="sibTrans" cxnId="{AE1AF309-78C3-44A2-A462-BFD7FB41207C}">
      <dgm:prSet/>
      <dgm:spPr/>
      <dgm:t>
        <a:bodyPr/>
        <a:lstStyle/>
        <a:p>
          <a:endParaRPr lang="en-US"/>
        </a:p>
      </dgm:t>
    </dgm:pt>
    <dgm:pt modelId="{219BE00F-9FE3-408C-B474-2730DE7594D3}">
      <dgm:prSet phldrT="[Text]"/>
      <dgm:spPr/>
      <dgm:t>
        <a:bodyPr/>
        <a:lstStyle/>
        <a:p>
          <a:r>
            <a:rPr lang="en-US" dirty="0" smtClean="0"/>
            <a:t>Monitor</a:t>
          </a:r>
          <a:endParaRPr lang="en-US" dirty="0"/>
        </a:p>
      </dgm:t>
    </dgm:pt>
    <dgm:pt modelId="{908F32C5-6EC6-44A4-8684-979D1C909D8F}" type="parTrans" cxnId="{BBBFBDFA-0AEE-434F-BB9B-9E794593333A}">
      <dgm:prSet/>
      <dgm:spPr/>
      <dgm:t>
        <a:bodyPr/>
        <a:lstStyle/>
        <a:p>
          <a:endParaRPr lang="en-US"/>
        </a:p>
      </dgm:t>
    </dgm:pt>
    <dgm:pt modelId="{7E81B2C3-89DC-4B04-A0D9-2D6CC4B3BB56}" type="sibTrans" cxnId="{BBBFBDFA-0AEE-434F-BB9B-9E794593333A}">
      <dgm:prSet/>
      <dgm:spPr/>
      <dgm:t>
        <a:bodyPr/>
        <a:lstStyle/>
        <a:p>
          <a:endParaRPr lang="en-US"/>
        </a:p>
      </dgm:t>
    </dgm:pt>
    <dgm:pt modelId="{CB892D60-2B20-46C3-87BC-F58EAA848156}" type="pres">
      <dgm:prSet presAssocID="{3B605E88-28C9-40AF-B377-8F3FFA29F2F9}" presName="compositeShape" presStyleCnt="0">
        <dgm:presLayoutVars>
          <dgm:chMax val="7"/>
          <dgm:dir/>
          <dgm:resizeHandles val="exact"/>
        </dgm:presLayoutVars>
      </dgm:prSet>
      <dgm:spPr/>
      <dgm:t>
        <a:bodyPr/>
        <a:lstStyle/>
        <a:p>
          <a:endParaRPr lang="en-US"/>
        </a:p>
      </dgm:t>
    </dgm:pt>
    <dgm:pt modelId="{F0915EC1-A275-4419-B6DD-9DC54319BF3E}" type="pres">
      <dgm:prSet presAssocID="{3B605E88-28C9-40AF-B377-8F3FFA29F2F9}" presName="wedge1" presStyleLbl="node1" presStyleIdx="0" presStyleCnt="5" custLinFactNeighborX="-5022" custLinFactNeighborY="3767"/>
      <dgm:spPr/>
      <dgm:t>
        <a:bodyPr/>
        <a:lstStyle/>
        <a:p>
          <a:endParaRPr lang="en-US"/>
        </a:p>
      </dgm:t>
    </dgm:pt>
    <dgm:pt modelId="{E9DE9BBF-436E-4DEA-A2C7-203A042957F6}" type="pres">
      <dgm:prSet presAssocID="{3B605E88-28C9-40AF-B377-8F3FFA29F2F9}" presName="wedge1Tx" presStyleLbl="node1" presStyleIdx="0" presStyleCnt="5">
        <dgm:presLayoutVars>
          <dgm:chMax val="0"/>
          <dgm:chPref val="0"/>
          <dgm:bulletEnabled val="1"/>
        </dgm:presLayoutVars>
      </dgm:prSet>
      <dgm:spPr/>
      <dgm:t>
        <a:bodyPr/>
        <a:lstStyle/>
        <a:p>
          <a:endParaRPr lang="en-US"/>
        </a:p>
      </dgm:t>
    </dgm:pt>
    <dgm:pt modelId="{B908182B-DF5B-4F6C-8EEA-512201C7CDC9}" type="pres">
      <dgm:prSet presAssocID="{3B605E88-28C9-40AF-B377-8F3FFA29F2F9}" presName="wedge2" presStyleLbl="node1" presStyleIdx="1" presStyleCnt="5" custLinFactNeighborX="4394" custLinFactNeighborY="1256"/>
      <dgm:spPr/>
      <dgm:t>
        <a:bodyPr/>
        <a:lstStyle/>
        <a:p>
          <a:endParaRPr lang="en-US"/>
        </a:p>
      </dgm:t>
    </dgm:pt>
    <dgm:pt modelId="{AC9DC32F-869B-4DFB-A37E-E3D67D647138}" type="pres">
      <dgm:prSet presAssocID="{3B605E88-28C9-40AF-B377-8F3FFA29F2F9}" presName="wedge2Tx" presStyleLbl="node1" presStyleIdx="1" presStyleCnt="5">
        <dgm:presLayoutVars>
          <dgm:chMax val="0"/>
          <dgm:chPref val="0"/>
          <dgm:bulletEnabled val="1"/>
        </dgm:presLayoutVars>
      </dgm:prSet>
      <dgm:spPr/>
      <dgm:t>
        <a:bodyPr/>
        <a:lstStyle/>
        <a:p>
          <a:endParaRPr lang="en-US"/>
        </a:p>
      </dgm:t>
    </dgm:pt>
    <dgm:pt modelId="{C8CB46B1-E79C-457E-A28D-1EE2F9EBEE32}" type="pres">
      <dgm:prSet presAssocID="{3B605E88-28C9-40AF-B377-8F3FFA29F2F9}" presName="wedge3" presStyleLbl="node1" presStyleIdx="2" presStyleCnt="5"/>
      <dgm:spPr/>
      <dgm:t>
        <a:bodyPr/>
        <a:lstStyle/>
        <a:p>
          <a:endParaRPr lang="en-US"/>
        </a:p>
      </dgm:t>
    </dgm:pt>
    <dgm:pt modelId="{19DDDAC6-92E2-40EA-B0EA-D32BF4980C94}" type="pres">
      <dgm:prSet presAssocID="{3B605E88-28C9-40AF-B377-8F3FFA29F2F9}" presName="wedge3Tx" presStyleLbl="node1" presStyleIdx="2" presStyleCnt="5">
        <dgm:presLayoutVars>
          <dgm:chMax val="0"/>
          <dgm:chPref val="0"/>
          <dgm:bulletEnabled val="1"/>
        </dgm:presLayoutVars>
      </dgm:prSet>
      <dgm:spPr/>
      <dgm:t>
        <a:bodyPr/>
        <a:lstStyle/>
        <a:p>
          <a:endParaRPr lang="en-US"/>
        </a:p>
      </dgm:t>
    </dgm:pt>
    <dgm:pt modelId="{75645940-2EEE-4E50-8B17-F4838C4D2812}" type="pres">
      <dgm:prSet presAssocID="{3B605E88-28C9-40AF-B377-8F3FFA29F2F9}" presName="wedge4" presStyleLbl="node1" presStyleIdx="3" presStyleCnt="5"/>
      <dgm:spPr/>
      <dgm:t>
        <a:bodyPr/>
        <a:lstStyle/>
        <a:p>
          <a:endParaRPr lang="en-US"/>
        </a:p>
      </dgm:t>
    </dgm:pt>
    <dgm:pt modelId="{FF3DB6A0-593B-467F-AA9B-F6E930064387}" type="pres">
      <dgm:prSet presAssocID="{3B605E88-28C9-40AF-B377-8F3FFA29F2F9}" presName="wedge4Tx" presStyleLbl="node1" presStyleIdx="3" presStyleCnt="5">
        <dgm:presLayoutVars>
          <dgm:chMax val="0"/>
          <dgm:chPref val="0"/>
          <dgm:bulletEnabled val="1"/>
        </dgm:presLayoutVars>
      </dgm:prSet>
      <dgm:spPr/>
      <dgm:t>
        <a:bodyPr/>
        <a:lstStyle/>
        <a:p>
          <a:endParaRPr lang="en-US"/>
        </a:p>
      </dgm:t>
    </dgm:pt>
    <dgm:pt modelId="{C0B1907C-499B-43A5-8352-581C1F6219E1}" type="pres">
      <dgm:prSet presAssocID="{3B605E88-28C9-40AF-B377-8F3FFA29F2F9}" presName="wedge5" presStyleLbl="node1" presStyleIdx="4" presStyleCnt="5"/>
      <dgm:spPr/>
      <dgm:t>
        <a:bodyPr/>
        <a:lstStyle/>
        <a:p>
          <a:endParaRPr lang="en-US"/>
        </a:p>
      </dgm:t>
    </dgm:pt>
    <dgm:pt modelId="{87C899A1-74D4-4481-A2C9-1D4677F9080D}" type="pres">
      <dgm:prSet presAssocID="{3B605E88-28C9-40AF-B377-8F3FFA29F2F9}" presName="wedge5Tx" presStyleLbl="node1" presStyleIdx="4" presStyleCnt="5">
        <dgm:presLayoutVars>
          <dgm:chMax val="0"/>
          <dgm:chPref val="0"/>
          <dgm:bulletEnabled val="1"/>
        </dgm:presLayoutVars>
      </dgm:prSet>
      <dgm:spPr/>
      <dgm:t>
        <a:bodyPr/>
        <a:lstStyle/>
        <a:p>
          <a:endParaRPr lang="en-US"/>
        </a:p>
      </dgm:t>
    </dgm:pt>
  </dgm:ptLst>
  <dgm:cxnLst>
    <dgm:cxn modelId="{BBBFBDFA-0AEE-434F-BB9B-9E794593333A}" srcId="{3B605E88-28C9-40AF-B377-8F3FFA29F2F9}" destId="{219BE00F-9FE3-408C-B474-2730DE7594D3}" srcOrd="4" destOrd="0" parTransId="{908F32C5-6EC6-44A4-8684-979D1C909D8F}" sibTransId="{7E81B2C3-89DC-4B04-A0D9-2D6CC4B3BB56}"/>
    <dgm:cxn modelId="{218639C5-09C5-4486-9E52-71B76E43E517}" srcId="{3B605E88-28C9-40AF-B377-8F3FFA29F2F9}" destId="{245E56F9-2648-48F5-B488-71B4DE3A4147}" srcOrd="2" destOrd="0" parTransId="{2C5B9D70-8D03-44EF-8715-2274A78BBE48}" sibTransId="{415347D5-00BC-4EA4-90EA-708AC24F0E97}"/>
    <dgm:cxn modelId="{6BF99E93-5890-411F-AEDE-336967F21100}" type="presOf" srcId="{7B913D88-0A63-4E28-8465-978B0AF0B5A9}" destId="{F0915EC1-A275-4419-B6DD-9DC54319BF3E}" srcOrd="0" destOrd="0" presId="urn:microsoft.com/office/officeart/2005/8/layout/chart3"/>
    <dgm:cxn modelId="{847FCBEF-B608-46F9-9093-807A0C1FF351}" type="presOf" srcId="{FF0AF41F-3F38-4D90-B879-99863303EB82}" destId="{B908182B-DF5B-4F6C-8EEA-512201C7CDC9}" srcOrd="0" destOrd="0" presId="urn:microsoft.com/office/officeart/2005/8/layout/chart3"/>
    <dgm:cxn modelId="{42487567-1EFA-4CDA-BC8E-29938D2D5F8B}" srcId="{3B605E88-28C9-40AF-B377-8F3FFA29F2F9}" destId="{FF0AF41F-3F38-4D90-B879-99863303EB82}" srcOrd="1" destOrd="0" parTransId="{0A6AAD71-A01A-415E-8BE7-F2B8F83D6AD8}" sibTransId="{CFEF47D0-A159-4FA4-97D6-8BD45DEC0652}"/>
    <dgm:cxn modelId="{51968D86-3EAF-4F69-9E5F-A9CB7DD0A594}" type="presOf" srcId="{FF0AF41F-3F38-4D90-B879-99863303EB82}" destId="{AC9DC32F-869B-4DFB-A37E-E3D67D647138}" srcOrd="1" destOrd="0" presId="urn:microsoft.com/office/officeart/2005/8/layout/chart3"/>
    <dgm:cxn modelId="{9465F85B-AAD8-4E5C-97FB-F0B45224844E}" type="presOf" srcId="{C6E30F3D-2C0C-4B4A-873B-5E4D2D9D5F9A}" destId="{75645940-2EEE-4E50-8B17-F4838C4D2812}" srcOrd="0" destOrd="0" presId="urn:microsoft.com/office/officeart/2005/8/layout/chart3"/>
    <dgm:cxn modelId="{0DABDD8E-27E7-46EB-9599-1C21CDA447E5}" type="presOf" srcId="{245E56F9-2648-48F5-B488-71B4DE3A4147}" destId="{19DDDAC6-92E2-40EA-B0EA-D32BF4980C94}" srcOrd="1" destOrd="0" presId="urn:microsoft.com/office/officeart/2005/8/layout/chart3"/>
    <dgm:cxn modelId="{F0679414-D7E4-4DE5-84A7-718A0F7D3FAC}" type="presOf" srcId="{219BE00F-9FE3-408C-B474-2730DE7594D3}" destId="{C0B1907C-499B-43A5-8352-581C1F6219E1}" srcOrd="0" destOrd="0" presId="urn:microsoft.com/office/officeart/2005/8/layout/chart3"/>
    <dgm:cxn modelId="{A9D16158-2C2F-4A3E-94D4-AC3D919CA132}" type="presOf" srcId="{7B913D88-0A63-4E28-8465-978B0AF0B5A9}" destId="{E9DE9BBF-436E-4DEA-A2C7-203A042957F6}" srcOrd="1" destOrd="0" presId="urn:microsoft.com/office/officeart/2005/8/layout/chart3"/>
    <dgm:cxn modelId="{6E0F15F6-6BC6-4AD9-BBE5-A9BBCA83A69B}" type="presOf" srcId="{245E56F9-2648-48F5-B488-71B4DE3A4147}" destId="{C8CB46B1-E79C-457E-A28D-1EE2F9EBEE32}" srcOrd="0" destOrd="0" presId="urn:microsoft.com/office/officeart/2005/8/layout/chart3"/>
    <dgm:cxn modelId="{7C18FBE0-A3C5-4920-AAC2-F67ED4531A18}" srcId="{3B605E88-28C9-40AF-B377-8F3FFA29F2F9}" destId="{7B913D88-0A63-4E28-8465-978B0AF0B5A9}" srcOrd="0" destOrd="0" parTransId="{417C871C-23D8-44D4-9277-277C7FEF2891}" sibTransId="{FE20C5D6-6FD5-401B-AF27-4193E0B9BA7A}"/>
    <dgm:cxn modelId="{CBC91376-36BA-429B-BEB2-D3E1B2874629}" type="presOf" srcId="{3B605E88-28C9-40AF-B377-8F3FFA29F2F9}" destId="{CB892D60-2B20-46C3-87BC-F58EAA848156}" srcOrd="0" destOrd="0" presId="urn:microsoft.com/office/officeart/2005/8/layout/chart3"/>
    <dgm:cxn modelId="{54DDF231-F917-467B-BCB5-08AA54272412}" type="presOf" srcId="{C6E30F3D-2C0C-4B4A-873B-5E4D2D9D5F9A}" destId="{FF3DB6A0-593B-467F-AA9B-F6E930064387}" srcOrd="1" destOrd="0" presId="urn:microsoft.com/office/officeart/2005/8/layout/chart3"/>
    <dgm:cxn modelId="{52F7BD80-33B6-4F76-9E3D-6B144FB13CFA}" type="presOf" srcId="{219BE00F-9FE3-408C-B474-2730DE7594D3}" destId="{87C899A1-74D4-4481-A2C9-1D4677F9080D}" srcOrd="1" destOrd="0" presId="urn:microsoft.com/office/officeart/2005/8/layout/chart3"/>
    <dgm:cxn modelId="{AE1AF309-78C3-44A2-A462-BFD7FB41207C}" srcId="{3B605E88-28C9-40AF-B377-8F3FFA29F2F9}" destId="{C6E30F3D-2C0C-4B4A-873B-5E4D2D9D5F9A}" srcOrd="3" destOrd="0" parTransId="{195D625A-2E39-4DF6-A7D1-A40A7BA1F34D}" sibTransId="{548BB238-6626-4110-948C-245F92ABBF79}"/>
    <dgm:cxn modelId="{5054858C-397D-4A17-B272-0C05E4AD2B0E}" type="presParOf" srcId="{CB892D60-2B20-46C3-87BC-F58EAA848156}" destId="{F0915EC1-A275-4419-B6DD-9DC54319BF3E}" srcOrd="0" destOrd="0" presId="urn:microsoft.com/office/officeart/2005/8/layout/chart3"/>
    <dgm:cxn modelId="{01A1A5BC-3C90-4EE7-AA60-D99A16B78863}" type="presParOf" srcId="{CB892D60-2B20-46C3-87BC-F58EAA848156}" destId="{E9DE9BBF-436E-4DEA-A2C7-203A042957F6}" srcOrd="1" destOrd="0" presId="urn:microsoft.com/office/officeart/2005/8/layout/chart3"/>
    <dgm:cxn modelId="{83AAA693-5237-4DEE-B071-ED4B6CD42D1D}" type="presParOf" srcId="{CB892D60-2B20-46C3-87BC-F58EAA848156}" destId="{B908182B-DF5B-4F6C-8EEA-512201C7CDC9}" srcOrd="2" destOrd="0" presId="urn:microsoft.com/office/officeart/2005/8/layout/chart3"/>
    <dgm:cxn modelId="{9E18372B-BBB1-4AF9-910C-B77545EC41A1}" type="presParOf" srcId="{CB892D60-2B20-46C3-87BC-F58EAA848156}" destId="{AC9DC32F-869B-4DFB-A37E-E3D67D647138}" srcOrd="3" destOrd="0" presId="urn:microsoft.com/office/officeart/2005/8/layout/chart3"/>
    <dgm:cxn modelId="{C3379019-7C00-4B20-A364-AF92BFC8A22F}" type="presParOf" srcId="{CB892D60-2B20-46C3-87BC-F58EAA848156}" destId="{C8CB46B1-E79C-457E-A28D-1EE2F9EBEE32}" srcOrd="4" destOrd="0" presId="urn:microsoft.com/office/officeart/2005/8/layout/chart3"/>
    <dgm:cxn modelId="{A6293118-1440-4EAB-B07F-72F192F0EEE5}" type="presParOf" srcId="{CB892D60-2B20-46C3-87BC-F58EAA848156}" destId="{19DDDAC6-92E2-40EA-B0EA-D32BF4980C94}" srcOrd="5" destOrd="0" presId="urn:microsoft.com/office/officeart/2005/8/layout/chart3"/>
    <dgm:cxn modelId="{524FA43F-BED3-41BF-8351-A0DC834E1AAE}" type="presParOf" srcId="{CB892D60-2B20-46C3-87BC-F58EAA848156}" destId="{75645940-2EEE-4E50-8B17-F4838C4D2812}" srcOrd="6" destOrd="0" presId="urn:microsoft.com/office/officeart/2005/8/layout/chart3"/>
    <dgm:cxn modelId="{DFA54E58-5718-474B-8F51-FF8EE49817FD}" type="presParOf" srcId="{CB892D60-2B20-46C3-87BC-F58EAA848156}" destId="{FF3DB6A0-593B-467F-AA9B-F6E930064387}" srcOrd="7" destOrd="0" presId="urn:microsoft.com/office/officeart/2005/8/layout/chart3"/>
    <dgm:cxn modelId="{8D33B075-5D8E-4022-9C4B-F5F14C31B8B8}" type="presParOf" srcId="{CB892D60-2B20-46C3-87BC-F58EAA848156}" destId="{C0B1907C-499B-43A5-8352-581C1F6219E1}" srcOrd="8" destOrd="0" presId="urn:microsoft.com/office/officeart/2005/8/layout/chart3"/>
    <dgm:cxn modelId="{7E3F2E09-3D36-4CF2-995D-474F5B3D92D6}" type="presParOf" srcId="{CB892D60-2B20-46C3-87BC-F58EAA848156}" destId="{87C899A1-74D4-4481-A2C9-1D4677F9080D}" srcOrd="9"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3B605E88-28C9-40AF-B377-8F3FFA29F2F9}" type="doc">
      <dgm:prSet loTypeId="urn:microsoft.com/office/officeart/2005/8/layout/chart3" loCatId="cycle" qsTypeId="urn:microsoft.com/office/officeart/2005/8/quickstyle/3d1" qsCatId="3D" csTypeId="urn:microsoft.com/office/officeart/2005/8/colors/colorful4" csCatId="colorful" phldr="1"/>
      <dgm:spPr/>
      <dgm:t>
        <a:bodyPr/>
        <a:lstStyle/>
        <a:p>
          <a:endParaRPr lang="en-US"/>
        </a:p>
      </dgm:t>
    </dgm:pt>
    <dgm:pt modelId="{7B913D88-0A63-4E28-8465-978B0AF0B5A9}">
      <dgm:prSet phldrT="[Text]"/>
      <dgm:spPr/>
      <dgm:t>
        <a:bodyPr/>
        <a:lstStyle/>
        <a:p>
          <a:r>
            <a:rPr lang="en-US" dirty="0" smtClean="0"/>
            <a:t>Identify</a:t>
          </a:r>
          <a:endParaRPr lang="en-US" dirty="0"/>
        </a:p>
      </dgm:t>
    </dgm:pt>
    <dgm:pt modelId="{417C871C-23D8-44D4-9277-277C7FEF2891}" type="parTrans" cxnId="{7C18FBE0-A3C5-4920-AAC2-F67ED4531A18}">
      <dgm:prSet/>
      <dgm:spPr/>
      <dgm:t>
        <a:bodyPr/>
        <a:lstStyle/>
        <a:p>
          <a:endParaRPr lang="en-US"/>
        </a:p>
      </dgm:t>
    </dgm:pt>
    <dgm:pt modelId="{FE20C5D6-6FD5-401B-AF27-4193E0B9BA7A}" type="sibTrans" cxnId="{7C18FBE0-A3C5-4920-AAC2-F67ED4531A18}">
      <dgm:prSet/>
      <dgm:spPr/>
      <dgm:t>
        <a:bodyPr/>
        <a:lstStyle/>
        <a:p>
          <a:endParaRPr lang="en-US"/>
        </a:p>
      </dgm:t>
    </dgm:pt>
    <dgm:pt modelId="{FF0AF41F-3F38-4D90-B879-99863303EB82}">
      <dgm:prSet phldrT="[Text]"/>
      <dgm:spPr/>
      <dgm:t>
        <a:bodyPr/>
        <a:lstStyle/>
        <a:p>
          <a:r>
            <a:rPr lang="en-US" dirty="0" smtClean="0"/>
            <a:t>Analyze</a:t>
          </a:r>
          <a:endParaRPr lang="en-US" dirty="0"/>
        </a:p>
      </dgm:t>
    </dgm:pt>
    <dgm:pt modelId="{0A6AAD71-A01A-415E-8BE7-F2B8F83D6AD8}" type="parTrans" cxnId="{42487567-1EFA-4CDA-BC8E-29938D2D5F8B}">
      <dgm:prSet/>
      <dgm:spPr/>
      <dgm:t>
        <a:bodyPr/>
        <a:lstStyle/>
        <a:p>
          <a:endParaRPr lang="en-US"/>
        </a:p>
      </dgm:t>
    </dgm:pt>
    <dgm:pt modelId="{CFEF47D0-A159-4FA4-97D6-8BD45DEC0652}" type="sibTrans" cxnId="{42487567-1EFA-4CDA-BC8E-29938D2D5F8B}">
      <dgm:prSet/>
      <dgm:spPr/>
      <dgm:t>
        <a:bodyPr/>
        <a:lstStyle/>
        <a:p>
          <a:endParaRPr lang="en-US"/>
        </a:p>
      </dgm:t>
    </dgm:pt>
    <dgm:pt modelId="{245E56F9-2648-48F5-B488-71B4DE3A4147}">
      <dgm:prSet phldrT="[Text]"/>
      <dgm:spPr/>
      <dgm:t>
        <a:bodyPr/>
        <a:lstStyle/>
        <a:p>
          <a:r>
            <a:rPr lang="en-US" dirty="0" smtClean="0"/>
            <a:t>Evaluate</a:t>
          </a:r>
          <a:endParaRPr lang="en-US" dirty="0"/>
        </a:p>
      </dgm:t>
    </dgm:pt>
    <dgm:pt modelId="{2C5B9D70-8D03-44EF-8715-2274A78BBE48}" type="parTrans" cxnId="{218639C5-09C5-4486-9E52-71B76E43E517}">
      <dgm:prSet/>
      <dgm:spPr/>
      <dgm:t>
        <a:bodyPr/>
        <a:lstStyle/>
        <a:p>
          <a:endParaRPr lang="en-US"/>
        </a:p>
      </dgm:t>
    </dgm:pt>
    <dgm:pt modelId="{415347D5-00BC-4EA4-90EA-708AC24F0E97}" type="sibTrans" cxnId="{218639C5-09C5-4486-9E52-71B76E43E517}">
      <dgm:prSet/>
      <dgm:spPr/>
      <dgm:t>
        <a:bodyPr/>
        <a:lstStyle/>
        <a:p>
          <a:endParaRPr lang="en-US"/>
        </a:p>
      </dgm:t>
    </dgm:pt>
    <dgm:pt modelId="{C6E30F3D-2C0C-4B4A-873B-5E4D2D9D5F9A}">
      <dgm:prSet phldrT="[Text]"/>
      <dgm:spPr/>
      <dgm:t>
        <a:bodyPr/>
        <a:lstStyle/>
        <a:p>
          <a:r>
            <a:rPr lang="en-US" dirty="0" smtClean="0"/>
            <a:t>Treat</a:t>
          </a:r>
          <a:endParaRPr lang="en-US" dirty="0"/>
        </a:p>
      </dgm:t>
    </dgm:pt>
    <dgm:pt modelId="{195D625A-2E39-4DF6-A7D1-A40A7BA1F34D}" type="parTrans" cxnId="{AE1AF309-78C3-44A2-A462-BFD7FB41207C}">
      <dgm:prSet/>
      <dgm:spPr/>
      <dgm:t>
        <a:bodyPr/>
        <a:lstStyle/>
        <a:p>
          <a:endParaRPr lang="en-US"/>
        </a:p>
      </dgm:t>
    </dgm:pt>
    <dgm:pt modelId="{548BB238-6626-4110-948C-245F92ABBF79}" type="sibTrans" cxnId="{AE1AF309-78C3-44A2-A462-BFD7FB41207C}">
      <dgm:prSet/>
      <dgm:spPr/>
      <dgm:t>
        <a:bodyPr/>
        <a:lstStyle/>
        <a:p>
          <a:endParaRPr lang="en-US"/>
        </a:p>
      </dgm:t>
    </dgm:pt>
    <dgm:pt modelId="{219BE00F-9FE3-408C-B474-2730DE7594D3}">
      <dgm:prSet phldrT="[Text]"/>
      <dgm:spPr/>
      <dgm:t>
        <a:bodyPr/>
        <a:lstStyle/>
        <a:p>
          <a:r>
            <a:rPr lang="en-US" dirty="0" smtClean="0"/>
            <a:t>Monitor</a:t>
          </a:r>
          <a:endParaRPr lang="en-US" dirty="0"/>
        </a:p>
      </dgm:t>
    </dgm:pt>
    <dgm:pt modelId="{908F32C5-6EC6-44A4-8684-979D1C909D8F}" type="parTrans" cxnId="{BBBFBDFA-0AEE-434F-BB9B-9E794593333A}">
      <dgm:prSet/>
      <dgm:spPr/>
      <dgm:t>
        <a:bodyPr/>
        <a:lstStyle/>
        <a:p>
          <a:endParaRPr lang="en-US"/>
        </a:p>
      </dgm:t>
    </dgm:pt>
    <dgm:pt modelId="{7E81B2C3-89DC-4B04-A0D9-2D6CC4B3BB56}" type="sibTrans" cxnId="{BBBFBDFA-0AEE-434F-BB9B-9E794593333A}">
      <dgm:prSet/>
      <dgm:spPr/>
      <dgm:t>
        <a:bodyPr/>
        <a:lstStyle/>
        <a:p>
          <a:endParaRPr lang="en-US"/>
        </a:p>
      </dgm:t>
    </dgm:pt>
    <dgm:pt modelId="{CB892D60-2B20-46C3-87BC-F58EAA848156}" type="pres">
      <dgm:prSet presAssocID="{3B605E88-28C9-40AF-B377-8F3FFA29F2F9}" presName="compositeShape" presStyleCnt="0">
        <dgm:presLayoutVars>
          <dgm:chMax val="7"/>
          <dgm:dir/>
          <dgm:resizeHandles val="exact"/>
        </dgm:presLayoutVars>
      </dgm:prSet>
      <dgm:spPr/>
      <dgm:t>
        <a:bodyPr/>
        <a:lstStyle/>
        <a:p>
          <a:endParaRPr lang="en-US"/>
        </a:p>
      </dgm:t>
    </dgm:pt>
    <dgm:pt modelId="{F0915EC1-A275-4419-B6DD-9DC54319BF3E}" type="pres">
      <dgm:prSet presAssocID="{3B605E88-28C9-40AF-B377-8F3FFA29F2F9}" presName="wedge1" presStyleLbl="node1" presStyleIdx="0" presStyleCnt="5" custLinFactNeighborX="-5022" custLinFactNeighborY="3767"/>
      <dgm:spPr/>
      <dgm:t>
        <a:bodyPr/>
        <a:lstStyle/>
        <a:p>
          <a:endParaRPr lang="en-US"/>
        </a:p>
      </dgm:t>
    </dgm:pt>
    <dgm:pt modelId="{E9DE9BBF-436E-4DEA-A2C7-203A042957F6}" type="pres">
      <dgm:prSet presAssocID="{3B605E88-28C9-40AF-B377-8F3FFA29F2F9}" presName="wedge1Tx" presStyleLbl="node1" presStyleIdx="0" presStyleCnt="5">
        <dgm:presLayoutVars>
          <dgm:chMax val="0"/>
          <dgm:chPref val="0"/>
          <dgm:bulletEnabled val="1"/>
        </dgm:presLayoutVars>
      </dgm:prSet>
      <dgm:spPr/>
      <dgm:t>
        <a:bodyPr/>
        <a:lstStyle/>
        <a:p>
          <a:endParaRPr lang="en-US"/>
        </a:p>
      </dgm:t>
    </dgm:pt>
    <dgm:pt modelId="{B908182B-DF5B-4F6C-8EEA-512201C7CDC9}" type="pres">
      <dgm:prSet presAssocID="{3B605E88-28C9-40AF-B377-8F3FFA29F2F9}" presName="wedge2" presStyleLbl="node1" presStyleIdx="1" presStyleCnt="5" custLinFactNeighborX="4394" custLinFactNeighborY="1256"/>
      <dgm:spPr/>
      <dgm:t>
        <a:bodyPr/>
        <a:lstStyle/>
        <a:p>
          <a:endParaRPr lang="en-US"/>
        </a:p>
      </dgm:t>
    </dgm:pt>
    <dgm:pt modelId="{AC9DC32F-869B-4DFB-A37E-E3D67D647138}" type="pres">
      <dgm:prSet presAssocID="{3B605E88-28C9-40AF-B377-8F3FFA29F2F9}" presName="wedge2Tx" presStyleLbl="node1" presStyleIdx="1" presStyleCnt="5">
        <dgm:presLayoutVars>
          <dgm:chMax val="0"/>
          <dgm:chPref val="0"/>
          <dgm:bulletEnabled val="1"/>
        </dgm:presLayoutVars>
      </dgm:prSet>
      <dgm:spPr/>
      <dgm:t>
        <a:bodyPr/>
        <a:lstStyle/>
        <a:p>
          <a:endParaRPr lang="en-US"/>
        </a:p>
      </dgm:t>
    </dgm:pt>
    <dgm:pt modelId="{C8CB46B1-E79C-457E-A28D-1EE2F9EBEE32}" type="pres">
      <dgm:prSet presAssocID="{3B605E88-28C9-40AF-B377-8F3FFA29F2F9}" presName="wedge3" presStyleLbl="node1" presStyleIdx="2" presStyleCnt="5"/>
      <dgm:spPr/>
      <dgm:t>
        <a:bodyPr/>
        <a:lstStyle/>
        <a:p>
          <a:endParaRPr lang="en-US"/>
        </a:p>
      </dgm:t>
    </dgm:pt>
    <dgm:pt modelId="{19DDDAC6-92E2-40EA-B0EA-D32BF4980C94}" type="pres">
      <dgm:prSet presAssocID="{3B605E88-28C9-40AF-B377-8F3FFA29F2F9}" presName="wedge3Tx" presStyleLbl="node1" presStyleIdx="2" presStyleCnt="5">
        <dgm:presLayoutVars>
          <dgm:chMax val="0"/>
          <dgm:chPref val="0"/>
          <dgm:bulletEnabled val="1"/>
        </dgm:presLayoutVars>
      </dgm:prSet>
      <dgm:spPr/>
      <dgm:t>
        <a:bodyPr/>
        <a:lstStyle/>
        <a:p>
          <a:endParaRPr lang="en-US"/>
        </a:p>
      </dgm:t>
    </dgm:pt>
    <dgm:pt modelId="{75645940-2EEE-4E50-8B17-F4838C4D2812}" type="pres">
      <dgm:prSet presAssocID="{3B605E88-28C9-40AF-B377-8F3FFA29F2F9}" presName="wedge4" presStyleLbl="node1" presStyleIdx="3" presStyleCnt="5"/>
      <dgm:spPr/>
      <dgm:t>
        <a:bodyPr/>
        <a:lstStyle/>
        <a:p>
          <a:endParaRPr lang="en-US"/>
        </a:p>
      </dgm:t>
    </dgm:pt>
    <dgm:pt modelId="{FF3DB6A0-593B-467F-AA9B-F6E930064387}" type="pres">
      <dgm:prSet presAssocID="{3B605E88-28C9-40AF-B377-8F3FFA29F2F9}" presName="wedge4Tx" presStyleLbl="node1" presStyleIdx="3" presStyleCnt="5">
        <dgm:presLayoutVars>
          <dgm:chMax val="0"/>
          <dgm:chPref val="0"/>
          <dgm:bulletEnabled val="1"/>
        </dgm:presLayoutVars>
      </dgm:prSet>
      <dgm:spPr/>
      <dgm:t>
        <a:bodyPr/>
        <a:lstStyle/>
        <a:p>
          <a:endParaRPr lang="en-US"/>
        </a:p>
      </dgm:t>
    </dgm:pt>
    <dgm:pt modelId="{C0B1907C-499B-43A5-8352-581C1F6219E1}" type="pres">
      <dgm:prSet presAssocID="{3B605E88-28C9-40AF-B377-8F3FFA29F2F9}" presName="wedge5" presStyleLbl="node1" presStyleIdx="4" presStyleCnt="5"/>
      <dgm:spPr/>
      <dgm:t>
        <a:bodyPr/>
        <a:lstStyle/>
        <a:p>
          <a:endParaRPr lang="en-US"/>
        </a:p>
      </dgm:t>
    </dgm:pt>
    <dgm:pt modelId="{87C899A1-74D4-4481-A2C9-1D4677F9080D}" type="pres">
      <dgm:prSet presAssocID="{3B605E88-28C9-40AF-B377-8F3FFA29F2F9}" presName="wedge5Tx" presStyleLbl="node1" presStyleIdx="4" presStyleCnt="5">
        <dgm:presLayoutVars>
          <dgm:chMax val="0"/>
          <dgm:chPref val="0"/>
          <dgm:bulletEnabled val="1"/>
        </dgm:presLayoutVars>
      </dgm:prSet>
      <dgm:spPr/>
      <dgm:t>
        <a:bodyPr/>
        <a:lstStyle/>
        <a:p>
          <a:endParaRPr lang="en-US"/>
        </a:p>
      </dgm:t>
    </dgm:pt>
  </dgm:ptLst>
  <dgm:cxnLst>
    <dgm:cxn modelId="{BBBFBDFA-0AEE-434F-BB9B-9E794593333A}" srcId="{3B605E88-28C9-40AF-B377-8F3FFA29F2F9}" destId="{219BE00F-9FE3-408C-B474-2730DE7594D3}" srcOrd="4" destOrd="0" parTransId="{908F32C5-6EC6-44A4-8684-979D1C909D8F}" sibTransId="{7E81B2C3-89DC-4B04-A0D9-2D6CC4B3BB56}"/>
    <dgm:cxn modelId="{4098BA68-61E3-48E1-AF07-6EBCBC700D48}" type="presOf" srcId="{FF0AF41F-3F38-4D90-B879-99863303EB82}" destId="{AC9DC32F-869B-4DFB-A37E-E3D67D647138}" srcOrd="1" destOrd="0" presId="urn:microsoft.com/office/officeart/2005/8/layout/chart3"/>
    <dgm:cxn modelId="{218639C5-09C5-4486-9E52-71B76E43E517}" srcId="{3B605E88-28C9-40AF-B377-8F3FFA29F2F9}" destId="{245E56F9-2648-48F5-B488-71B4DE3A4147}" srcOrd="2" destOrd="0" parTransId="{2C5B9D70-8D03-44EF-8715-2274A78BBE48}" sibTransId="{415347D5-00BC-4EA4-90EA-708AC24F0E97}"/>
    <dgm:cxn modelId="{1BB4D718-E94E-45AE-8778-26CADE424B62}" type="presOf" srcId="{219BE00F-9FE3-408C-B474-2730DE7594D3}" destId="{C0B1907C-499B-43A5-8352-581C1F6219E1}" srcOrd="0" destOrd="0" presId="urn:microsoft.com/office/officeart/2005/8/layout/chart3"/>
    <dgm:cxn modelId="{42487567-1EFA-4CDA-BC8E-29938D2D5F8B}" srcId="{3B605E88-28C9-40AF-B377-8F3FFA29F2F9}" destId="{FF0AF41F-3F38-4D90-B879-99863303EB82}" srcOrd="1" destOrd="0" parTransId="{0A6AAD71-A01A-415E-8BE7-F2B8F83D6AD8}" sibTransId="{CFEF47D0-A159-4FA4-97D6-8BD45DEC0652}"/>
    <dgm:cxn modelId="{4D961552-0719-46E6-A84D-9326C6E101BF}" type="presOf" srcId="{7B913D88-0A63-4E28-8465-978B0AF0B5A9}" destId="{E9DE9BBF-436E-4DEA-A2C7-203A042957F6}" srcOrd="1" destOrd="0" presId="urn:microsoft.com/office/officeart/2005/8/layout/chart3"/>
    <dgm:cxn modelId="{FC4F62F4-FF36-4B96-B597-7F7DBB8BED32}" type="presOf" srcId="{219BE00F-9FE3-408C-B474-2730DE7594D3}" destId="{87C899A1-74D4-4481-A2C9-1D4677F9080D}" srcOrd="1" destOrd="0" presId="urn:microsoft.com/office/officeart/2005/8/layout/chart3"/>
    <dgm:cxn modelId="{B16057F6-7A67-49CE-B9FE-34FA9B251442}" type="presOf" srcId="{3B605E88-28C9-40AF-B377-8F3FFA29F2F9}" destId="{CB892D60-2B20-46C3-87BC-F58EAA848156}" srcOrd="0" destOrd="0" presId="urn:microsoft.com/office/officeart/2005/8/layout/chart3"/>
    <dgm:cxn modelId="{7C18FBE0-A3C5-4920-AAC2-F67ED4531A18}" srcId="{3B605E88-28C9-40AF-B377-8F3FFA29F2F9}" destId="{7B913D88-0A63-4E28-8465-978B0AF0B5A9}" srcOrd="0" destOrd="0" parTransId="{417C871C-23D8-44D4-9277-277C7FEF2891}" sibTransId="{FE20C5D6-6FD5-401B-AF27-4193E0B9BA7A}"/>
    <dgm:cxn modelId="{47389721-0DF2-4F88-826C-9B9E83935ABB}" type="presOf" srcId="{C6E30F3D-2C0C-4B4A-873B-5E4D2D9D5F9A}" destId="{FF3DB6A0-593B-467F-AA9B-F6E930064387}" srcOrd="1" destOrd="0" presId="urn:microsoft.com/office/officeart/2005/8/layout/chart3"/>
    <dgm:cxn modelId="{2BB9E2D9-4315-4BA5-BE44-64AFAEAA7CA0}" type="presOf" srcId="{245E56F9-2648-48F5-B488-71B4DE3A4147}" destId="{19DDDAC6-92E2-40EA-B0EA-D32BF4980C94}" srcOrd="1" destOrd="0" presId="urn:microsoft.com/office/officeart/2005/8/layout/chart3"/>
    <dgm:cxn modelId="{1FF09487-0390-4CB0-9626-3F655B0F93F2}" type="presOf" srcId="{C6E30F3D-2C0C-4B4A-873B-5E4D2D9D5F9A}" destId="{75645940-2EEE-4E50-8B17-F4838C4D2812}" srcOrd="0" destOrd="0" presId="urn:microsoft.com/office/officeart/2005/8/layout/chart3"/>
    <dgm:cxn modelId="{2DFCC6D6-BE59-4B8C-97D9-039DCB21F19B}" type="presOf" srcId="{7B913D88-0A63-4E28-8465-978B0AF0B5A9}" destId="{F0915EC1-A275-4419-B6DD-9DC54319BF3E}" srcOrd="0" destOrd="0" presId="urn:microsoft.com/office/officeart/2005/8/layout/chart3"/>
    <dgm:cxn modelId="{CE657C1A-4B4E-4912-BD9D-EDC368D51C4E}" type="presOf" srcId="{245E56F9-2648-48F5-B488-71B4DE3A4147}" destId="{C8CB46B1-E79C-457E-A28D-1EE2F9EBEE32}" srcOrd="0" destOrd="0" presId="urn:microsoft.com/office/officeart/2005/8/layout/chart3"/>
    <dgm:cxn modelId="{06BCB020-E68F-4C2D-BB81-3495E0C34A3A}" type="presOf" srcId="{FF0AF41F-3F38-4D90-B879-99863303EB82}" destId="{B908182B-DF5B-4F6C-8EEA-512201C7CDC9}" srcOrd="0" destOrd="0" presId="urn:microsoft.com/office/officeart/2005/8/layout/chart3"/>
    <dgm:cxn modelId="{AE1AF309-78C3-44A2-A462-BFD7FB41207C}" srcId="{3B605E88-28C9-40AF-B377-8F3FFA29F2F9}" destId="{C6E30F3D-2C0C-4B4A-873B-5E4D2D9D5F9A}" srcOrd="3" destOrd="0" parTransId="{195D625A-2E39-4DF6-A7D1-A40A7BA1F34D}" sibTransId="{548BB238-6626-4110-948C-245F92ABBF79}"/>
    <dgm:cxn modelId="{71BDFDBE-0B05-4977-9310-15D601725591}" type="presParOf" srcId="{CB892D60-2B20-46C3-87BC-F58EAA848156}" destId="{F0915EC1-A275-4419-B6DD-9DC54319BF3E}" srcOrd="0" destOrd="0" presId="urn:microsoft.com/office/officeart/2005/8/layout/chart3"/>
    <dgm:cxn modelId="{F8E9B5F2-E8C8-4E9D-A6E6-A7CEA3014C94}" type="presParOf" srcId="{CB892D60-2B20-46C3-87BC-F58EAA848156}" destId="{E9DE9BBF-436E-4DEA-A2C7-203A042957F6}" srcOrd="1" destOrd="0" presId="urn:microsoft.com/office/officeart/2005/8/layout/chart3"/>
    <dgm:cxn modelId="{90CC642D-0917-49DB-B11C-DD9D1B8214B2}" type="presParOf" srcId="{CB892D60-2B20-46C3-87BC-F58EAA848156}" destId="{B908182B-DF5B-4F6C-8EEA-512201C7CDC9}" srcOrd="2" destOrd="0" presId="urn:microsoft.com/office/officeart/2005/8/layout/chart3"/>
    <dgm:cxn modelId="{9C873891-0A0B-499E-9D3E-0E98A8225621}" type="presParOf" srcId="{CB892D60-2B20-46C3-87BC-F58EAA848156}" destId="{AC9DC32F-869B-4DFB-A37E-E3D67D647138}" srcOrd="3" destOrd="0" presId="urn:microsoft.com/office/officeart/2005/8/layout/chart3"/>
    <dgm:cxn modelId="{A9D3938B-A745-45BA-9E38-E2B7E6A35A9B}" type="presParOf" srcId="{CB892D60-2B20-46C3-87BC-F58EAA848156}" destId="{C8CB46B1-E79C-457E-A28D-1EE2F9EBEE32}" srcOrd="4" destOrd="0" presId="urn:microsoft.com/office/officeart/2005/8/layout/chart3"/>
    <dgm:cxn modelId="{2EA0FA40-CC97-4906-9779-2D13CB246E35}" type="presParOf" srcId="{CB892D60-2B20-46C3-87BC-F58EAA848156}" destId="{19DDDAC6-92E2-40EA-B0EA-D32BF4980C94}" srcOrd="5" destOrd="0" presId="urn:microsoft.com/office/officeart/2005/8/layout/chart3"/>
    <dgm:cxn modelId="{47F0DD42-BA82-4AAB-A637-D2BAAB579547}" type="presParOf" srcId="{CB892D60-2B20-46C3-87BC-F58EAA848156}" destId="{75645940-2EEE-4E50-8B17-F4838C4D2812}" srcOrd="6" destOrd="0" presId="urn:microsoft.com/office/officeart/2005/8/layout/chart3"/>
    <dgm:cxn modelId="{890B111D-1435-4538-ABEE-2C8A62551D76}" type="presParOf" srcId="{CB892D60-2B20-46C3-87BC-F58EAA848156}" destId="{FF3DB6A0-593B-467F-AA9B-F6E930064387}" srcOrd="7" destOrd="0" presId="urn:microsoft.com/office/officeart/2005/8/layout/chart3"/>
    <dgm:cxn modelId="{5CF34C7E-519C-41AC-8873-70E2E0FE3CF0}" type="presParOf" srcId="{CB892D60-2B20-46C3-87BC-F58EAA848156}" destId="{C0B1907C-499B-43A5-8352-581C1F6219E1}" srcOrd="8" destOrd="0" presId="urn:microsoft.com/office/officeart/2005/8/layout/chart3"/>
    <dgm:cxn modelId="{3AA00A80-2F0E-4910-968C-571D4AF9E609}" type="presParOf" srcId="{CB892D60-2B20-46C3-87BC-F58EAA848156}" destId="{87C899A1-74D4-4481-A2C9-1D4677F9080D}" srcOrd="9"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3B605E88-28C9-40AF-B377-8F3FFA29F2F9}" type="doc">
      <dgm:prSet loTypeId="urn:microsoft.com/office/officeart/2005/8/layout/chart3" loCatId="cycle" qsTypeId="urn:microsoft.com/office/officeart/2005/8/quickstyle/3d1" qsCatId="3D" csTypeId="urn:microsoft.com/office/officeart/2005/8/colors/colorful4" csCatId="colorful" phldr="1"/>
      <dgm:spPr/>
      <dgm:t>
        <a:bodyPr/>
        <a:lstStyle/>
        <a:p>
          <a:endParaRPr lang="en-US"/>
        </a:p>
      </dgm:t>
    </dgm:pt>
    <dgm:pt modelId="{7B913D88-0A63-4E28-8465-978B0AF0B5A9}">
      <dgm:prSet phldrT="[Text]"/>
      <dgm:spPr/>
      <dgm:t>
        <a:bodyPr/>
        <a:lstStyle/>
        <a:p>
          <a:r>
            <a:rPr lang="en-US" dirty="0" smtClean="0"/>
            <a:t>Identify</a:t>
          </a:r>
          <a:endParaRPr lang="en-US" dirty="0"/>
        </a:p>
      </dgm:t>
    </dgm:pt>
    <dgm:pt modelId="{417C871C-23D8-44D4-9277-277C7FEF2891}" type="parTrans" cxnId="{7C18FBE0-A3C5-4920-AAC2-F67ED4531A18}">
      <dgm:prSet/>
      <dgm:spPr/>
      <dgm:t>
        <a:bodyPr/>
        <a:lstStyle/>
        <a:p>
          <a:endParaRPr lang="en-US"/>
        </a:p>
      </dgm:t>
    </dgm:pt>
    <dgm:pt modelId="{FE20C5D6-6FD5-401B-AF27-4193E0B9BA7A}" type="sibTrans" cxnId="{7C18FBE0-A3C5-4920-AAC2-F67ED4531A18}">
      <dgm:prSet/>
      <dgm:spPr/>
      <dgm:t>
        <a:bodyPr/>
        <a:lstStyle/>
        <a:p>
          <a:endParaRPr lang="en-US"/>
        </a:p>
      </dgm:t>
    </dgm:pt>
    <dgm:pt modelId="{FF0AF41F-3F38-4D90-B879-99863303EB82}">
      <dgm:prSet phldrT="[Text]"/>
      <dgm:spPr/>
      <dgm:t>
        <a:bodyPr/>
        <a:lstStyle/>
        <a:p>
          <a:r>
            <a:rPr lang="en-US" dirty="0" smtClean="0"/>
            <a:t>Analyze</a:t>
          </a:r>
          <a:endParaRPr lang="en-US" dirty="0"/>
        </a:p>
      </dgm:t>
    </dgm:pt>
    <dgm:pt modelId="{0A6AAD71-A01A-415E-8BE7-F2B8F83D6AD8}" type="parTrans" cxnId="{42487567-1EFA-4CDA-BC8E-29938D2D5F8B}">
      <dgm:prSet/>
      <dgm:spPr/>
      <dgm:t>
        <a:bodyPr/>
        <a:lstStyle/>
        <a:p>
          <a:endParaRPr lang="en-US"/>
        </a:p>
      </dgm:t>
    </dgm:pt>
    <dgm:pt modelId="{CFEF47D0-A159-4FA4-97D6-8BD45DEC0652}" type="sibTrans" cxnId="{42487567-1EFA-4CDA-BC8E-29938D2D5F8B}">
      <dgm:prSet/>
      <dgm:spPr/>
      <dgm:t>
        <a:bodyPr/>
        <a:lstStyle/>
        <a:p>
          <a:endParaRPr lang="en-US"/>
        </a:p>
      </dgm:t>
    </dgm:pt>
    <dgm:pt modelId="{245E56F9-2648-48F5-B488-71B4DE3A4147}">
      <dgm:prSet phldrT="[Text]"/>
      <dgm:spPr/>
      <dgm:t>
        <a:bodyPr/>
        <a:lstStyle/>
        <a:p>
          <a:r>
            <a:rPr lang="en-US" dirty="0" smtClean="0"/>
            <a:t>Evaluate</a:t>
          </a:r>
          <a:endParaRPr lang="en-US" dirty="0"/>
        </a:p>
      </dgm:t>
    </dgm:pt>
    <dgm:pt modelId="{2C5B9D70-8D03-44EF-8715-2274A78BBE48}" type="parTrans" cxnId="{218639C5-09C5-4486-9E52-71B76E43E517}">
      <dgm:prSet/>
      <dgm:spPr/>
      <dgm:t>
        <a:bodyPr/>
        <a:lstStyle/>
        <a:p>
          <a:endParaRPr lang="en-US"/>
        </a:p>
      </dgm:t>
    </dgm:pt>
    <dgm:pt modelId="{415347D5-00BC-4EA4-90EA-708AC24F0E97}" type="sibTrans" cxnId="{218639C5-09C5-4486-9E52-71B76E43E517}">
      <dgm:prSet/>
      <dgm:spPr/>
      <dgm:t>
        <a:bodyPr/>
        <a:lstStyle/>
        <a:p>
          <a:endParaRPr lang="en-US"/>
        </a:p>
      </dgm:t>
    </dgm:pt>
    <dgm:pt modelId="{C6E30F3D-2C0C-4B4A-873B-5E4D2D9D5F9A}">
      <dgm:prSet phldrT="[Text]"/>
      <dgm:spPr/>
      <dgm:t>
        <a:bodyPr/>
        <a:lstStyle/>
        <a:p>
          <a:r>
            <a:rPr lang="en-US" dirty="0" smtClean="0"/>
            <a:t>Treat</a:t>
          </a:r>
          <a:endParaRPr lang="en-US" dirty="0"/>
        </a:p>
      </dgm:t>
    </dgm:pt>
    <dgm:pt modelId="{195D625A-2E39-4DF6-A7D1-A40A7BA1F34D}" type="parTrans" cxnId="{AE1AF309-78C3-44A2-A462-BFD7FB41207C}">
      <dgm:prSet/>
      <dgm:spPr/>
      <dgm:t>
        <a:bodyPr/>
        <a:lstStyle/>
        <a:p>
          <a:endParaRPr lang="en-US"/>
        </a:p>
      </dgm:t>
    </dgm:pt>
    <dgm:pt modelId="{548BB238-6626-4110-948C-245F92ABBF79}" type="sibTrans" cxnId="{AE1AF309-78C3-44A2-A462-BFD7FB41207C}">
      <dgm:prSet/>
      <dgm:spPr/>
      <dgm:t>
        <a:bodyPr/>
        <a:lstStyle/>
        <a:p>
          <a:endParaRPr lang="en-US"/>
        </a:p>
      </dgm:t>
    </dgm:pt>
    <dgm:pt modelId="{219BE00F-9FE3-408C-B474-2730DE7594D3}">
      <dgm:prSet phldrT="[Text]"/>
      <dgm:spPr/>
      <dgm:t>
        <a:bodyPr/>
        <a:lstStyle/>
        <a:p>
          <a:r>
            <a:rPr lang="en-US" dirty="0" smtClean="0"/>
            <a:t>Monitor</a:t>
          </a:r>
          <a:endParaRPr lang="en-US" dirty="0"/>
        </a:p>
      </dgm:t>
    </dgm:pt>
    <dgm:pt modelId="{908F32C5-6EC6-44A4-8684-979D1C909D8F}" type="parTrans" cxnId="{BBBFBDFA-0AEE-434F-BB9B-9E794593333A}">
      <dgm:prSet/>
      <dgm:spPr/>
      <dgm:t>
        <a:bodyPr/>
        <a:lstStyle/>
        <a:p>
          <a:endParaRPr lang="en-US"/>
        </a:p>
      </dgm:t>
    </dgm:pt>
    <dgm:pt modelId="{7E81B2C3-89DC-4B04-A0D9-2D6CC4B3BB56}" type="sibTrans" cxnId="{BBBFBDFA-0AEE-434F-BB9B-9E794593333A}">
      <dgm:prSet/>
      <dgm:spPr/>
      <dgm:t>
        <a:bodyPr/>
        <a:lstStyle/>
        <a:p>
          <a:endParaRPr lang="en-US"/>
        </a:p>
      </dgm:t>
    </dgm:pt>
    <dgm:pt modelId="{CB892D60-2B20-46C3-87BC-F58EAA848156}" type="pres">
      <dgm:prSet presAssocID="{3B605E88-28C9-40AF-B377-8F3FFA29F2F9}" presName="compositeShape" presStyleCnt="0">
        <dgm:presLayoutVars>
          <dgm:chMax val="7"/>
          <dgm:dir/>
          <dgm:resizeHandles val="exact"/>
        </dgm:presLayoutVars>
      </dgm:prSet>
      <dgm:spPr/>
      <dgm:t>
        <a:bodyPr/>
        <a:lstStyle/>
        <a:p>
          <a:endParaRPr lang="en-US"/>
        </a:p>
      </dgm:t>
    </dgm:pt>
    <dgm:pt modelId="{F0915EC1-A275-4419-B6DD-9DC54319BF3E}" type="pres">
      <dgm:prSet presAssocID="{3B605E88-28C9-40AF-B377-8F3FFA29F2F9}" presName="wedge1" presStyleLbl="node1" presStyleIdx="0" presStyleCnt="5" custLinFactNeighborX="-5022" custLinFactNeighborY="3767"/>
      <dgm:spPr/>
      <dgm:t>
        <a:bodyPr/>
        <a:lstStyle/>
        <a:p>
          <a:endParaRPr lang="en-US"/>
        </a:p>
      </dgm:t>
    </dgm:pt>
    <dgm:pt modelId="{E9DE9BBF-436E-4DEA-A2C7-203A042957F6}" type="pres">
      <dgm:prSet presAssocID="{3B605E88-28C9-40AF-B377-8F3FFA29F2F9}" presName="wedge1Tx" presStyleLbl="node1" presStyleIdx="0" presStyleCnt="5">
        <dgm:presLayoutVars>
          <dgm:chMax val="0"/>
          <dgm:chPref val="0"/>
          <dgm:bulletEnabled val="1"/>
        </dgm:presLayoutVars>
      </dgm:prSet>
      <dgm:spPr/>
      <dgm:t>
        <a:bodyPr/>
        <a:lstStyle/>
        <a:p>
          <a:endParaRPr lang="en-US"/>
        </a:p>
      </dgm:t>
    </dgm:pt>
    <dgm:pt modelId="{B908182B-DF5B-4F6C-8EEA-512201C7CDC9}" type="pres">
      <dgm:prSet presAssocID="{3B605E88-28C9-40AF-B377-8F3FFA29F2F9}" presName="wedge2" presStyleLbl="node1" presStyleIdx="1" presStyleCnt="5" custLinFactNeighborX="4394" custLinFactNeighborY="1256"/>
      <dgm:spPr/>
      <dgm:t>
        <a:bodyPr/>
        <a:lstStyle/>
        <a:p>
          <a:endParaRPr lang="en-US"/>
        </a:p>
      </dgm:t>
    </dgm:pt>
    <dgm:pt modelId="{AC9DC32F-869B-4DFB-A37E-E3D67D647138}" type="pres">
      <dgm:prSet presAssocID="{3B605E88-28C9-40AF-B377-8F3FFA29F2F9}" presName="wedge2Tx" presStyleLbl="node1" presStyleIdx="1" presStyleCnt="5">
        <dgm:presLayoutVars>
          <dgm:chMax val="0"/>
          <dgm:chPref val="0"/>
          <dgm:bulletEnabled val="1"/>
        </dgm:presLayoutVars>
      </dgm:prSet>
      <dgm:spPr/>
      <dgm:t>
        <a:bodyPr/>
        <a:lstStyle/>
        <a:p>
          <a:endParaRPr lang="en-US"/>
        </a:p>
      </dgm:t>
    </dgm:pt>
    <dgm:pt modelId="{C8CB46B1-E79C-457E-A28D-1EE2F9EBEE32}" type="pres">
      <dgm:prSet presAssocID="{3B605E88-28C9-40AF-B377-8F3FFA29F2F9}" presName="wedge3" presStyleLbl="node1" presStyleIdx="2" presStyleCnt="5"/>
      <dgm:spPr/>
      <dgm:t>
        <a:bodyPr/>
        <a:lstStyle/>
        <a:p>
          <a:endParaRPr lang="en-US"/>
        </a:p>
      </dgm:t>
    </dgm:pt>
    <dgm:pt modelId="{19DDDAC6-92E2-40EA-B0EA-D32BF4980C94}" type="pres">
      <dgm:prSet presAssocID="{3B605E88-28C9-40AF-B377-8F3FFA29F2F9}" presName="wedge3Tx" presStyleLbl="node1" presStyleIdx="2" presStyleCnt="5">
        <dgm:presLayoutVars>
          <dgm:chMax val="0"/>
          <dgm:chPref val="0"/>
          <dgm:bulletEnabled val="1"/>
        </dgm:presLayoutVars>
      </dgm:prSet>
      <dgm:spPr/>
      <dgm:t>
        <a:bodyPr/>
        <a:lstStyle/>
        <a:p>
          <a:endParaRPr lang="en-US"/>
        </a:p>
      </dgm:t>
    </dgm:pt>
    <dgm:pt modelId="{75645940-2EEE-4E50-8B17-F4838C4D2812}" type="pres">
      <dgm:prSet presAssocID="{3B605E88-28C9-40AF-B377-8F3FFA29F2F9}" presName="wedge4" presStyleLbl="node1" presStyleIdx="3" presStyleCnt="5"/>
      <dgm:spPr/>
      <dgm:t>
        <a:bodyPr/>
        <a:lstStyle/>
        <a:p>
          <a:endParaRPr lang="en-US"/>
        </a:p>
      </dgm:t>
    </dgm:pt>
    <dgm:pt modelId="{FF3DB6A0-593B-467F-AA9B-F6E930064387}" type="pres">
      <dgm:prSet presAssocID="{3B605E88-28C9-40AF-B377-8F3FFA29F2F9}" presName="wedge4Tx" presStyleLbl="node1" presStyleIdx="3" presStyleCnt="5">
        <dgm:presLayoutVars>
          <dgm:chMax val="0"/>
          <dgm:chPref val="0"/>
          <dgm:bulletEnabled val="1"/>
        </dgm:presLayoutVars>
      </dgm:prSet>
      <dgm:spPr/>
      <dgm:t>
        <a:bodyPr/>
        <a:lstStyle/>
        <a:p>
          <a:endParaRPr lang="en-US"/>
        </a:p>
      </dgm:t>
    </dgm:pt>
    <dgm:pt modelId="{C0B1907C-499B-43A5-8352-581C1F6219E1}" type="pres">
      <dgm:prSet presAssocID="{3B605E88-28C9-40AF-B377-8F3FFA29F2F9}" presName="wedge5" presStyleLbl="node1" presStyleIdx="4" presStyleCnt="5"/>
      <dgm:spPr/>
      <dgm:t>
        <a:bodyPr/>
        <a:lstStyle/>
        <a:p>
          <a:endParaRPr lang="en-US"/>
        </a:p>
      </dgm:t>
    </dgm:pt>
    <dgm:pt modelId="{87C899A1-74D4-4481-A2C9-1D4677F9080D}" type="pres">
      <dgm:prSet presAssocID="{3B605E88-28C9-40AF-B377-8F3FFA29F2F9}" presName="wedge5Tx" presStyleLbl="node1" presStyleIdx="4" presStyleCnt="5">
        <dgm:presLayoutVars>
          <dgm:chMax val="0"/>
          <dgm:chPref val="0"/>
          <dgm:bulletEnabled val="1"/>
        </dgm:presLayoutVars>
      </dgm:prSet>
      <dgm:spPr/>
      <dgm:t>
        <a:bodyPr/>
        <a:lstStyle/>
        <a:p>
          <a:endParaRPr lang="en-US"/>
        </a:p>
      </dgm:t>
    </dgm:pt>
  </dgm:ptLst>
  <dgm:cxnLst>
    <dgm:cxn modelId="{61173031-D2BD-4E8C-9FF9-25FB9BBF3EFC}" type="presOf" srcId="{245E56F9-2648-48F5-B488-71B4DE3A4147}" destId="{C8CB46B1-E79C-457E-A28D-1EE2F9EBEE32}" srcOrd="0" destOrd="0" presId="urn:microsoft.com/office/officeart/2005/8/layout/chart3"/>
    <dgm:cxn modelId="{BBBFBDFA-0AEE-434F-BB9B-9E794593333A}" srcId="{3B605E88-28C9-40AF-B377-8F3FFA29F2F9}" destId="{219BE00F-9FE3-408C-B474-2730DE7594D3}" srcOrd="4" destOrd="0" parTransId="{908F32C5-6EC6-44A4-8684-979D1C909D8F}" sibTransId="{7E81B2C3-89DC-4B04-A0D9-2D6CC4B3BB56}"/>
    <dgm:cxn modelId="{2C6FCD97-E15C-4F27-BC0E-7E6A9502ED29}" type="presOf" srcId="{219BE00F-9FE3-408C-B474-2730DE7594D3}" destId="{C0B1907C-499B-43A5-8352-581C1F6219E1}" srcOrd="0" destOrd="0" presId="urn:microsoft.com/office/officeart/2005/8/layout/chart3"/>
    <dgm:cxn modelId="{55346F64-EC87-48A6-965B-1731C32874E3}" type="presOf" srcId="{7B913D88-0A63-4E28-8465-978B0AF0B5A9}" destId="{F0915EC1-A275-4419-B6DD-9DC54319BF3E}" srcOrd="0" destOrd="0" presId="urn:microsoft.com/office/officeart/2005/8/layout/chart3"/>
    <dgm:cxn modelId="{060C2FBE-0FBF-404A-AE73-43B4D8D81FED}" type="presOf" srcId="{C6E30F3D-2C0C-4B4A-873B-5E4D2D9D5F9A}" destId="{75645940-2EEE-4E50-8B17-F4838C4D2812}" srcOrd="0" destOrd="0" presId="urn:microsoft.com/office/officeart/2005/8/layout/chart3"/>
    <dgm:cxn modelId="{218639C5-09C5-4486-9E52-71B76E43E517}" srcId="{3B605E88-28C9-40AF-B377-8F3FFA29F2F9}" destId="{245E56F9-2648-48F5-B488-71B4DE3A4147}" srcOrd="2" destOrd="0" parTransId="{2C5B9D70-8D03-44EF-8715-2274A78BBE48}" sibTransId="{415347D5-00BC-4EA4-90EA-708AC24F0E97}"/>
    <dgm:cxn modelId="{A5B14BAB-15DB-4E88-B5EA-9F2F84E93C62}" type="presOf" srcId="{245E56F9-2648-48F5-B488-71B4DE3A4147}" destId="{19DDDAC6-92E2-40EA-B0EA-D32BF4980C94}" srcOrd="1" destOrd="0" presId="urn:microsoft.com/office/officeart/2005/8/layout/chart3"/>
    <dgm:cxn modelId="{42487567-1EFA-4CDA-BC8E-29938D2D5F8B}" srcId="{3B605E88-28C9-40AF-B377-8F3FFA29F2F9}" destId="{FF0AF41F-3F38-4D90-B879-99863303EB82}" srcOrd="1" destOrd="0" parTransId="{0A6AAD71-A01A-415E-8BE7-F2B8F83D6AD8}" sibTransId="{CFEF47D0-A159-4FA4-97D6-8BD45DEC0652}"/>
    <dgm:cxn modelId="{D755C016-0B06-4288-A379-725CAC3B2E02}" type="presOf" srcId="{FF0AF41F-3F38-4D90-B879-99863303EB82}" destId="{AC9DC32F-869B-4DFB-A37E-E3D67D647138}" srcOrd="1" destOrd="0" presId="urn:microsoft.com/office/officeart/2005/8/layout/chart3"/>
    <dgm:cxn modelId="{08D738F3-C7E3-44D1-A39D-7DAB8A924B25}" type="presOf" srcId="{7B913D88-0A63-4E28-8465-978B0AF0B5A9}" destId="{E9DE9BBF-436E-4DEA-A2C7-203A042957F6}" srcOrd="1" destOrd="0" presId="urn:microsoft.com/office/officeart/2005/8/layout/chart3"/>
    <dgm:cxn modelId="{44CD3343-46D4-44AB-B1D5-058EEC5BD604}" type="presOf" srcId="{219BE00F-9FE3-408C-B474-2730DE7594D3}" destId="{87C899A1-74D4-4481-A2C9-1D4677F9080D}" srcOrd="1" destOrd="0" presId="urn:microsoft.com/office/officeart/2005/8/layout/chart3"/>
    <dgm:cxn modelId="{AFE1E781-E942-4CCB-A977-A018E4261170}" type="presOf" srcId="{FF0AF41F-3F38-4D90-B879-99863303EB82}" destId="{B908182B-DF5B-4F6C-8EEA-512201C7CDC9}" srcOrd="0" destOrd="0" presId="urn:microsoft.com/office/officeart/2005/8/layout/chart3"/>
    <dgm:cxn modelId="{7C18FBE0-A3C5-4920-AAC2-F67ED4531A18}" srcId="{3B605E88-28C9-40AF-B377-8F3FFA29F2F9}" destId="{7B913D88-0A63-4E28-8465-978B0AF0B5A9}" srcOrd="0" destOrd="0" parTransId="{417C871C-23D8-44D4-9277-277C7FEF2891}" sibTransId="{FE20C5D6-6FD5-401B-AF27-4193E0B9BA7A}"/>
    <dgm:cxn modelId="{0B129051-290B-4027-8059-9664F57A6E72}" type="presOf" srcId="{C6E30F3D-2C0C-4B4A-873B-5E4D2D9D5F9A}" destId="{FF3DB6A0-593B-467F-AA9B-F6E930064387}" srcOrd="1" destOrd="0" presId="urn:microsoft.com/office/officeart/2005/8/layout/chart3"/>
    <dgm:cxn modelId="{FBE51BC4-B8B0-4250-85B6-331A9E4ED4F6}" type="presOf" srcId="{3B605E88-28C9-40AF-B377-8F3FFA29F2F9}" destId="{CB892D60-2B20-46C3-87BC-F58EAA848156}" srcOrd="0" destOrd="0" presId="urn:microsoft.com/office/officeart/2005/8/layout/chart3"/>
    <dgm:cxn modelId="{AE1AF309-78C3-44A2-A462-BFD7FB41207C}" srcId="{3B605E88-28C9-40AF-B377-8F3FFA29F2F9}" destId="{C6E30F3D-2C0C-4B4A-873B-5E4D2D9D5F9A}" srcOrd="3" destOrd="0" parTransId="{195D625A-2E39-4DF6-A7D1-A40A7BA1F34D}" sibTransId="{548BB238-6626-4110-948C-245F92ABBF79}"/>
    <dgm:cxn modelId="{F5778C82-7253-47FC-A341-B6AEE367C9D1}" type="presParOf" srcId="{CB892D60-2B20-46C3-87BC-F58EAA848156}" destId="{F0915EC1-A275-4419-B6DD-9DC54319BF3E}" srcOrd="0" destOrd="0" presId="urn:microsoft.com/office/officeart/2005/8/layout/chart3"/>
    <dgm:cxn modelId="{AF0E2B72-585A-4DD6-AF46-183241D56BE4}" type="presParOf" srcId="{CB892D60-2B20-46C3-87BC-F58EAA848156}" destId="{E9DE9BBF-436E-4DEA-A2C7-203A042957F6}" srcOrd="1" destOrd="0" presId="urn:microsoft.com/office/officeart/2005/8/layout/chart3"/>
    <dgm:cxn modelId="{5650963A-F30C-4B6D-98FA-195E2C3864B8}" type="presParOf" srcId="{CB892D60-2B20-46C3-87BC-F58EAA848156}" destId="{B908182B-DF5B-4F6C-8EEA-512201C7CDC9}" srcOrd="2" destOrd="0" presId="urn:microsoft.com/office/officeart/2005/8/layout/chart3"/>
    <dgm:cxn modelId="{DC01D1C4-FB73-4DF9-A6F9-CC80F83F0DDA}" type="presParOf" srcId="{CB892D60-2B20-46C3-87BC-F58EAA848156}" destId="{AC9DC32F-869B-4DFB-A37E-E3D67D647138}" srcOrd="3" destOrd="0" presId="urn:microsoft.com/office/officeart/2005/8/layout/chart3"/>
    <dgm:cxn modelId="{C847037E-E1BB-4938-8224-914D13AD7C0C}" type="presParOf" srcId="{CB892D60-2B20-46C3-87BC-F58EAA848156}" destId="{C8CB46B1-E79C-457E-A28D-1EE2F9EBEE32}" srcOrd="4" destOrd="0" presId="urn:microsoft.com/office/officeart/2005/8/layout/chart3"/>
    <dgm:cxn modelId="{B6FE432A-F28A-4B32-B89B-3D231CF4A47F}" type="presParOf" srcId="{CB892D60-2B20-46C3-87BC-F58EAA848156}" destId="{19DDDAC6-92E2-40EA-B0EA-D32BF4980C94}" srcOrd="5" destOrd="0" presId="urn:microsoft.com/office/officeart/2005/8/layout/chart3"/>
    <dgm:cxn modelId="{99A02705-092A-44B1-B705-D4B1A27509DE}" type="presParOf" srcId="{CB892D60-2B20-46C3-87BC-F58EAA848156}" destId="{75645940-2EEE-4E50-8B17-F4838C4D2812}" srcOrd="6" destOrd="0" presId="urn:microsoft.com/office/officeart/2005/8/layout/chart3"/>
    <dgm:cxn modelId="{D896E4FC-6106-4925-8BA5-200BED64A721}" type="presParOf" srcId="{CB892D60-2B20-46C3-87BC-F58EAA848156}" destId="{FF3DB6A0-593B-467F-AA9B-F6E930064387}" srcOrd="7" destOrd="0" presId="urn:microsoft.com/office/officeart/2005/8/layout/chart3"/>
    <dgm:cxn modelId="{42E61548-E372-4A86-851C-A211B6E4891F}" type="presParOf" srcId="{CB892D60-2B20-46C3-87BC-F58EAA848156}" destId="{C0B1907C-499B-43A5-8352-581C1F6219E1}" srcOrd="8" destOrd="0" presId="urn:microsoft.com/office/officeart/2005/8/layout/chart3"/>
    <dgm:cxn modelId="{BDBF8A85-6162-4232-9E67-FD59667BFB20}" type="presParOf" srcId="{CB892D60-2B20-46C3-87BC-F58EAA848156}" destId="{87C899A1-74D4-4481-A2C9-1D4677F9080D}" srcOrd="9"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3B605E88-28C9-40AF-B377-8F3FFA29F2F9}" type="doc">
      <dgm:prSet loTypeId="urn:microsoft.com/office/officeart/2005/8/layout/chart3" loCatId="cycle" qsTypeId="urn:microsoft.com/office/officeart/2005/8/quickstyle/3d1" qsCatId="3D" csTypeId="urn:microsoft.com/office/officeart/2005/8/colors/colorful4" csCatId="colorful" phldr="1"/>
      <dgm:spPr/>
      <dgm:t>
        <a:bodyPr/>
        <a:lstStyle/>
        <a:p>
          <a:endParaRPr lang="en-US"/>
        </a:p>
      </dgm:t>
    </dgm:pt>
    <dgm:pt modelId="{7B913D88-0A63-4E28-8465-978B0AF0B5A9}">
      <dgm:prSet phldrT="[Text]"/>
      <dgm:spPr/>
      <dgm:t>
        <a:bodyPr/>
        <a:lstStyle/>
        <a:p>
          <a:r>
            <a:rPr lang="en-US" dirty="0" smtClean="0"/>
            <a:t>Identify</a:t>
          </a:r>
          <a:endParaRPr lang="en-US" dirty="0"/>
        </a:p>
      </dgm:t>
    </dgm:pt>
    <dgm:pt modelId="{417C871C-23D8-44D4-9277-277C7FEF2891}" type="parTrans" cxnId="{7C18FBE0-A3C5-4920-AAC2-F67ED4531A18}">
      <dgm:prSet/>
      <dgm:spPr/>
      <dgm:t>
        <a:bodyPr/>
        <a:lstStyle/>
        <a:p>
          <a:endParaRPr lang="en-US"/>
        </a:p>
      </dgm:t>
    </dgm:pt>
    <dgm:pt modelId="{FE20C5D6-6FD5-401B-AF27-4193E0B9BA7A}" type="sibTrans" cxnId="{7C18FBE0-A3C5-4920-AAC2-F67ED4531A18}">
      <dgm:prSet/>
      <dgm:spPr/>
      <dgm:t>
        <a:bodyPr/>
        <a:lstStyle/>
        <a:p>
          <a:endParaRPr lang="en-US"/>
        </a:p>
      </dgm:t>
    </dgm:pt>
    <dgm:pt modelId="{FF0AF41F-3F38-4D90-B879-99863303EB82}">
      <dgm:prSet phldrT="[Text]"/>
      <dgm:spPr/>
      <dgm:t>
        <a:bodyPr/>
        <a:lstStyle/>
        <a:p>
          <a:r>
            <a:rPr lang="en-US" dirty="0" smtClean="0"/>
            <a:t>Analyze</a:t>
          </a:r>
          <a:endParaRPr lang="en-US" dirty="0"/>
        </a:p>
      </dgm:t>
    </dgm:pt>
    <dgm:pt modelId="{0A6AAD71-A01A-415E-8BE7-F2B8F83D6AD8}" type="parTrans" cxnId="{42487567-1EFA-4CDA-BC8E-29938D2D5F8B}">
      <dgm:prSet/>
      <dgm:spPr/>
      <dgm:t>
        <a:bodyPr/>
        <a:lstStyle/>
        <a:p>
          <a:endParaRPr lang="en-US"/>
        </a:p>
      </dgm:t>
    </dgm:pt>
    <dgm:pt modelId="{CFEF47D0-A159-4FA4-97D6-8BD45DEC0652}" type="sibTrans" cxnId="{42487567-1EFA-4CDA-BC8E-29938D2D5F8B}">
      <dgm:prSet/>
      <dgm:spPr/>
      <dgm:t>
        <a:bodyPr/>
        <a:lstStyle/>
        <a:p>
          <a:endParaRPr lang="en-US"/>
        </a:p>
      </dgm:t>
    </dgm:pt>
    <dgm:pt modelId="{245E56F9-2648-48F5-B488-71B4DE3A4147}">
      <dgm:prSet phldrT="[Text]"/>
      <dgm:spPr/>
      <dgm:t>
        <a:bodyPr/>
        <a:lstStyle/>
        <a:p>
          <a:r>
            <a:rPr lang="en-US" dirty="0" smtClean="0"/>
            <a:t>Evaluate</a:t>
          </a:r>
          <a:endParaRPr lang="en-US" dirty="0"/>
        </a:p>
      </dgm:t>
    </dgm:pt>
    <dgm:pt modelId="{2C5B9D70-8D03-44EF-8715-2274A78BBE48}" type="parTrans" cxnId="{218639C5-09C5-4486-9E52-71B76E43E517}">
      <dgm:prSet/>
      <dgm:spPr/>
      <dgm:t>
        <a:bodyPr/>
        <a:lstStyle/>
        <a:p>
          <a:endParaRPr lang="en-US"/>
        </a:p>
      </dgm:t>
    </dgm:pt>
    <dgm:pt modelId="{415347D5-00BC-4EA4-90EA-708AC24F0E97}" type="sibTrans" cxnId="{218639C5-09C5-4486-9E52-71B76E43E517}">
      <dgm:prSet/>
      <dgm:spPr/>
      <dgm:t>
        <a:bodyPr/>
        <a:lstStyle/>
        <a:p>
          <a:endParaRPr lang="en-US"/>
        </a:p>
      </dgm:t>
    </dgm:pt>
    <dgm:pt modelId="{C6E30F3D-2C0C-4B4A-873B-5E4D2D9D5F9A}">
      <dgm:prSet phldrT="[Text]"/>
      <dgm:spPr/>
      <dgm:t>
        <a:bodyPr/>
        <a:lstStyle/>
        <a:p>
          <a:r>
            <a:rPr lang="en-US" dirty="0" smtClean="0"/>
            <a:t>Treat</a:t>
          </a:r>
          <a:endParaRPr lang="en-US" dirty="0"/>
        </a:p>
      </dgm:t>
    </dgm:pt>
    <dgm:pt modelId="{195D625A-2E39-4DF6-A7D1-A40A7BA1F34D}" type="parTrans" cxnId="{AE1AF309-78C3-44A2-A462-BFD7FB41207C}">
      <dgm:prSet/>
      <dgm:spPr/>
      <dgm:t>
        <a:bodyPr/>
        <a:lstStyle/>
        <a:p>
          <a:endParaRPr lang="en-US"/>
        </a:p>
      </dgm:t>
    </dgm:pt>
    <dgm:pt modelId="{548BB238-6626-4110-948C-245F92ABBF79}" type="sibTrans" cxnId="{AE1AF309-78C3-44A2-A462-BFD7FB41207C}">
      <dgm:prSet/>
      <dgm:spPr/>
      <dgm:t>
        <a:bodyPr/>
        <a:lstStyle/>
        <a:p>
          <a:endParaRPr lang="en-US"/>
        </a:p>
      </dgm:t>
    </dgm:pt>
    <dgm:pt modelId="{219BE00F-9FE3-408C-B474-2730DE7594D3}">
      <dgm:prSet phldrT="[Text]"/>
      <dgm:spPr/>
      <dgm:t>
        <a:bodyPr/>
        <a:lstStyle/>
        <a:p>
          <a:r>
            <a:rPr lang="en-US" dirty="0" smtClean="0"/>
            <a:t>Monitor</a:t>
          </a:r>
          <a:endParaRPr lang="en-US" dirty="0"/>
        </a:p>
      </dgm:t>
    </dgm:pt>
    <dgm:pt modelId="{908F32C5-6EC6-44A4-8684-979D1C909D8F}" type="parTrans" cxnId="{BBBFBDFA-0AEE-434F-BB9B-9E794593333A}">
      <dgm:prSet/>
      <dgm:spPr/>
      <dgm:t>
        <a:bodyPr/>
        <a:lstStyle/>
        <a:p>
          <a:endParaRPr lang="en-US"/>
        </a:p>
      </dgm:t>
    </dgm:pt>
    <dgm:pt modelId="{7E81B2C3-89DC-4B04-A0D9-2D6CC4B3BB56}" type="sibTrans" cxnId="{BBBFBDFA-0AEE-434F-BB9B-9E794593333A}">
      <dgm:prSet/>
      <dgm:spPr/>
      <dgm:t>
        <a:bodyPr/>
        <a:lstStyle/>
        <a:p>
          <a:endParaRPr lang="en-US"/>
        </a:p>
      </dgm:t>
    </dgm:pt>
    <dgm:pt modelId="{CB892D60-2B20-46C3-87BC-F58EAA848156}" type="pres">
      <dgm:prSet presAssocID="{3B605E88-28C9-40AF-B377-8F3FFA29F2F9}" presName="compositeShape" presStyleCnt="0">
        <dgm:presLayoutVars>
          <dgm:chMax val="7"/>
          <dgm:dir/>
          <dgm:resizeHandles val="exact"/>
        </dgm:presLayoutVars>
      </dgm:prSet>
      <dgm:spPr/>
      <dgm:t>
        <a:bodyPr/>
        <a:lstStyle/>
        <a:p>
          <a:endParaRPr lang="en-US"/>
        </a:p>
      </dgm:t>
    </dgm:pt>
    <dgm:pt modelId="{F0915EC1-A275-4419-B6DD-9DC54319BF3E}" type="pres">
      <dgm:prSet presAssocID="{3B605E88-28C9-40AF-B377-8F3FFA29F2F9}" presName="wedge1" presStyleLbl="node1" presStyleIdx="0" presStyleCnt="5" custLinFactNeighborX="-5022" custLinFactNeighborY="4395"/>
      <dgm:spPr/>
      <dgm:t>
        <a:bodyPr/>
        <a:lstStyle/>
        <a:p>
          <a:endParaRPr lang="en-US"/>
        </a:p>
      </dgm:t>
    </dgm:pt>
    <dgm:pt modelId="{E9DE9BBF-436E-4DEA-A2C7-203A042957F6}" type="pres">
      <dgm:prSet presAssocID="{3B605E88-28C9-40AF-B377-8F3FFA29F2F9}" presName="wedge1Tx" presStyleLbl="node1" presStyleIdx="0" presStyleCnt="5">
        <dgm:presLayoutVars>
          <dgm:chMax val="0"/>
          <dgm:chPref val="0"/>
          <dgm:bulletEnabled val="1"/>
        </dgm:presLayoutVars>
      </dgm:prSet>
      <dgm:spPr/>
      <dgm:t>
        <a:bodyPr/>
        <a:lstStyle/>
        <a:p>
          <a:endParaRPr lang="en-US"/>
        </a:p>
      </dgm:t>
    </dgm:pt>
    <dgm:pt modelId="{B908182B-DF5B-4F6C-8EEA-512201C7CDC9}" type="pres">
      <dgm:prSet presAssocID="{3B605E88-28C9-40AF-B377-8F3FFA29F2F9}" presName="wedge2" presStyleLbl="node1" presStyleIdx="1" presStyleCnt="5" custLinFactNeighborX="-1886" custLinFactNeighborY="0"/>
      <dgm:spPr/>
      <dgm:t>
        <a:bodyPr/>
        <a:lstStyle/>
        <a:p>
          <a:endParaRPr lang="en-US"/>
        </a:p>
      </dgm:t>
    </dgm:pt>
    <dgm:pt modelId="{AC9DC32F-869B-4DFB-A37E-E3D67D647138}" type="pres">
      <dgm:prSet presAssocID="{3B605E88-28C9-40AF-B377-8F3FFA29F2F9}" presName="wedge2Tx" presStyleLbl="node1" presStyleIdx="1" presStyleCnt="5">
        <dgm:presLayoutVars>
          <dgm:chMax val="0"/>
          <dgm:chPref val="0"/>
          <dgm:bulletEnabled val="1"/>
        </dgm:presLayoutVars>
      </dgm:prSet>
      <dgm:spPr/>
      <dgm:t>
        <a:bodyPr/>
        <a:lstStyle/>
        <a:p>
          <a:endParaRPr lang="en-US"/>
        </a:p>
      </dgm:t>
    </dgm:pt>
    <dgm:pt modelId="{C8CB46B1-E79C-457E-A28D-1EE2F9EBEE32}" type="pres">
      <dgm:prSet presAssocID="{3B605E88-28C9-40AF-B377-8F3FFA29F2F9}" presName="wedge3" presStyleLbl="node1" presStyleIdx="2" presStyleCnt="5"/>
      <dgm:spPr/>
      <dgm:t>
        <a:bodyPr/>
        <a:lstStyle/>
        <a:p>
          <a:endParaRPr lang="en-US"/>
        </a:p>
      </dgm:t>
    </dgm:pt>
    <dgm:pt modelId="{19DDDAC6-92E2-40EA-B0EA-D32BF4980C94}" type="pres">
      <dgm:prSet presAssocID="{3B605E88-28C9-40AF-B377-8F3FFA29F2F9}" presName="wedge3Tx" presStyleLbl="node1" presStyleIdx="2" presStyleCnt="5">
        <dgm:presLayoutVars>
          <dgm:chMax val="0"/>
          <dgm:chPref val="0"/>
          <dgm:bulletEnabled val="1"/>
        </dgm:presLayoutVars>
      </dgm:prSet>
      <dgm:spPr/>
      <dgm:t>
        <a:bodyPr/>
        <a:lstStyle/>
        <a:p>
          <a:endParaRPr lang="en-US"/>
        </a:p>
      </dgm:t>
    </dgm:pt>
    <dgm:pt modelId="{75645940-2EEE-4E50-8B17-F4838C4D2812}" type="pres">
      <dgm:prSet presAssocID="{3B605E88-28C9-40AF-B377-8F3FFA29F2F9}" presName="wedge4" presStyleLbl="node1" presStyleIdx="3" presStyleCnt="5" custLinFactNeighborX="-4396" custLinFactNeighborY="2512"/>
      <dgm:spPr/>
      <dgm:t>
        <a:bodyPr/>
        <a:lstStyle/>
        <a:p>
          <a:endParaRPr lang="en-US"/>
        </a:p>
      </dgm:t>
    </dgm:pt>
    <dgm:pt modelId="{FF3DB6A0-593B-467F-AA9B-F6E930064387}" type="pres">
      <dgm:prSet presAssocID="{3B605E88-28C9-40AF-B377-8F3FFA29F2F9}" presName="wedge4Tx" presStyleLbl="node1" presStyleIdx="3" presStyleCnt="5">
        <dgm:presLayoutVars>
          <dgm:chMax val="0"/>
          <dgm:chPref val="0"/>
          <dgm:bulletEnabled val="1"/>
        </dgm:presLayoutVars>
      </dgm:prSet>
      <dgm:spPr/>
      <dgm:t>
        <a:bodyPr/>
        <a:lstStyle/>
        <a:p>
          <a:endParaRPr lang="en-US"/>
        </a:p>
      </dgm:t>
    </dgm:pt>
    <dgm:pt modelId="{C0B1907C-499B-43A5-8352-581C1F6219E1}" type="pres">
      <dgm:prSet presAssocID="{3B605E88-28C9-40AF-B377-8F3FFA29F2F9}" presName="wedge5" presStyleLbl="node1" presStyleIdx="4" presStyleCnt="5" custLinFactNeighborX="-1256"/>
      <dgm:spPr/>
      <dgm:t>
        <a:bodyPr/>
        <a:lstStyle/>
        <a:p>
          <a:endParaRPr lang="en-US"/>
        </a:p>
      </dgm:t>
    </dgm:pt>
    <dgm:pt modelId="{87C899A1-74D4-4481-A2C9-1D4677F9080D}" type="pres">
      <dgm:prSet presAssocID="{3B605E88-28C9-40AF-B377-8F3FFA29F2F9}" presName="wedge5Tx" presStyleLbl="node1" presStyleIdx="4" presStyleCnt="5">
        <dgm:presLayoutVars>
          <dgm:chMax val="0"/>
          <dgm:chPref val="0"/>
          <dgm:bulletEnabled val="1"/>
        </dgm:presLayoutVars>
      </dgm:prSet>
      <dgm:spPr/>
      <dgm:t>
        <a:bodyPr/>
        <a:lstStyle/>
        <a:p>
          <a:endParaRPr lang="en-US"/>
        </a:p>
      </dgm:t>
    </dgm:pt>
  </dgm:ptLst>
  <dgm:cxnLst>
    <dgm:cxn modelId="{57264E37-EB44-42B5-9F4E-16163AC7EC06}" type="presOf" srcId="{FF0AF41F-3F38-4D90-B879-99863303EB82}" destId="{AC9DC32F-869B-4DFB-A37E-E3D67D647138}" srcOrd="1" destOrd="0" presId="urn:microsoft.com/office/officeart/2005/8/layout/chart3"/>
    <dgm:cxn modelId="{2C2CDD10-6E64-4A77-9B40-243DBA66C8A3}" type="presOf" srcId="{C6E30F3D-2C0C-4B4A-873B-5E4D2D9D5F9A}" destId="{75645940-2EEE-4E50-8B17-F4838C4D2812}" srcOrd="0" destOrd="0" presId="urn:microsoft.com/office/officeart/2005/8/layout/chart3"/>
    <dgm:cxn modelId="{BBBFBDFA-0AEE-434F-BB9B-9E794593333A}" srcId="{3B605E88-28C9-40AF-B377-8F3FFA29F2F9}" destId="{219BE00F-9FE3-408C-B474-2730DE7594D3}" srcOrd="4" destOrd="0" parTransId="{908F32C5-6EC6-44A4-8684-979D1C909D8F}" sibTransId="{7E81B2C3-89DC-4B04-A0D9-2D6CC4B3BB56}"/>
    <dgm:cxn modelId="{4AE3E439-1AA0-4289-AF52-7FE156EE23E8}" type="presOf" srcId="{FF0AF41F-3F38-4D90-B879-99863303EB82}" destId="{B908182B-DF5B-4F6C-8EEA-512201C7CDC9}" srcOrd="0" destOrd="0" presId="urn:microsoft.com/office/officeart/2005/8/layout/chart3"/>
    <dgm:cxn modelId="{68A4932D-7D24-431E-A750-FFFAF4D2C3DF}" type="presOf" srcId="{3B605E88-28C9-40AF-B377-8F3FFA29F2F9}" destId="{CB892D60-2B20-46C3-87BC-F58EAA848156}" srcOrd="0" destOrd="0" presId="urn:microsoft.com/office/officeart/2005/8/layout/chart3"/>
    <dgm:cxn modelId="{A9BBFFB2-3630-49A1-A23F-36345DB146E1}" type="presOf" srcId="{7B913D88-0A63-4E28-8465-978B0AF0B5A9}" destId="{F0915EC1-A275-4419-B6DD-9DC54319BF3E}" srcOrd="0" destOrd="0" presId="urn:microsoft.com/office/officeart/2005/8/layout/chart3"/>
    <dgm:cxn modelId="{218639C5-09C5-4486-9E52-71B76E43E517}" srcId="{3B605E88-28C9-40AF-B377-8F3FFA29F2F9}" destId="{245E56F9-2648-48F5-B488-71B4DE3A4147}" srcOrd="2" destOrd="0" parTransId="{2C5B9D70-8D03-44EF-8715-2274A78BBE48}" sibTransId="{415347D5-00BC-4EA4-90EA-708AC24F0E97}"/>
    <dgm:cxn modelId="{5C535AD1-5C4F-4B03-9602-AFDEAB81BA68}" type="presOf" srcId="{C6E30F3D-2C0C-4B4A-873B-5E4D2D9D5F9A}" destId="{FF3DB6A0-593B-467F-AA9B-F6E930064387}" srcOrd="1" destOrd="0" presId="urn:microsoft.com/office/officeart/2005/8/layout/chart3"/>
    <dgm:cxn modelId="{42487567-1EFA-4CDA-BC8E-29938D2D5F8B}" srcId="{3B605E88-28C9-40AF-B377-8F3FFA29F2F9}" destId="{FF0AF41F-3F38-4D90-B879-99863303EB82}" srcOrd="1" destOrd="0" parTransId="{0A6AAD71-A01A-415E-8BE7-F2B8F83D6AD8}" sibTransId="{CFEF47D0-A159-4FA4-97D6-8BD45DEC0652}"/>
    <dgm:cxn modelId="{54B5CFD0-5F66-4538-8EBE-4B65434582DD}" type="presOf" srcId="{245E56F9-2648-48F5-B488-71B4DE3A4147}" destId="{C8CB46B1-E79C-457E-A28D-1EE2F9EBEE32}" srcOrd="0" destOrd="0" presId="urn:microsoft.com/office/officeart/2005/8/layout/chart3"/>
    <dgm:cxn modelId="{997EB397-8D57-473C-90AA-5B196A7E3A1F}" type="presOf" srcId="{245E56F9-2648-48F5-B488-71B4DE3A4147}" destId="{19DDDAC6-92E2-40EA-B0EA-D32BF4980C94}" srcOrd="1" destOrd="0" presId="urn:microsoft.com/office/officeart/2005/8/layout/chart3"/>
    <dgm:cxn modelId="{988012F6-7741-42E8-B30A-FC0DD86E4DFA}" type="presOf" srcId="{219BE00F-9FE3-408C-B474-2730DE7594D3}" destId="{87C899A1-74D4-4481-A2C9-1D4677F9080D}" srcOrd="1" destOrd="0" presId="urn:microsoft.com/office/officeart/2005/8/layout/chart3"/>
    <dgm:cxn modelId="{9691F2BA-C202-47A3-BDC4-990757F3CF0C}" type="presOf" srcId="{7B913D88-0A63-4E28-8465-978B0AF0B5A9}" destId="{E9DE9BBF-436E-4DEA-A2C7-203A042957F6}" srcOrd="1" destOrd="0" presId="urn:microsoft.com/office/officeart/2005/8/layout/chart3"/>
    <dgm:cxn modelId="{BCFF8504-701E-4888-B999-4312CC0AC70D}" type="presOf" srcId="{219BE00F-9FE3-408C-B474-2730DE7594D3}" destId="{C0B1907C-499B-43A5-8352-581C1F6219E1}" srcOrd="0" destOrd="0" presId="urn:microsoft.com/office/officeart/2005/8/layout/chart3"/>
    <dgm:cxn modelId="{7C18FBE0-A3C5-4920-AAC2-F67ED4531A18}" srcId="{3B605E88-28C9-40AF-B377-8F3FFA29F2F9}" destId="{7B913D88-0A63-4E28-8465-978B0AF0B5A9}" srcOrd="0" destOrd="0" parTransId="{417C871C-23D8-44D4-9277-277C7FEF2891}" sibTransId="{FE20C5D6-6FD5-401B-AF27-4193E0B9BA7A}"/>
    <dgm:cxn modelId="{AE1AF309-78C3-44A2-A462-BFD7FB41207C}" srcId="{3B605E88-28C9-40AF-B377-8F3FFA29F2F9}" destId="{C6E30F3D-2C0C-4B4A-873B-5E4D2D9D5F9A}" srcOrd="3" destOrd="0" parTransId="{195D625A-2E39-4DF6-A7D1-A40A7BA1F34D}" sibTransId="{548BB238-6626-4110-948C-245F92ABBF79}"/>
    <dgm:cxn modelId="{0E200C98-E932-40F2-8955-FC6CB8933A61}" type="presParOf" srcId="{CB892D60-2B20-46C3-87BC-F58EAA848156}" destId="{F0915EC1-A275-4419-B6DD-9DC54319BF3E}" srcOrd="0" destOrd="0" presId="urn:microsoft.com/office/officeart/2005/8/layout/chart3"/>
    <dgm:cxn modelId="{1DF81E1E-25EC-47A2-9F55-6462F94E1275}" type="presParOf" srcId="{CB892D60-2B20-46C3-87BC-F58EAA848156}" destId="{E9DE9BBF-436E-4DEA-A2C7-203A042957F6}" srcOrd="1" destOrd="0" presId="urn:microsoft.com/office/officeart/2005/8/layout/chart3"/>
    <dgm:cxn modelId="{5867EB08-0D7E-4686-A7C4-17AD7A1D41A9}" type="presParOf" srcId="{CB892D60-2B20-46C3-87BC-F58EAA848156}" destId="{B908182B-DF5B-4F6C-8EEA-512201C7CDC9}" srcOrd="2" destOrd="0" presId="urn:microsoft.com/office/officeart/2005/8/layout/chart3"/>
    <dgm:cxn modelId="{4EC9C4E2-C5EF-43A0-A5D3-1DBF9F832BD2}" type="presParOf" srcId="{CB892D60-2B20-46C3-87BC-F58EAA848156}" destId="{AC9DC32F-869B-4DFB-A37E-E3D67D647138}" srcOrd="3" destOrd="0" presId="urn:microsoft.com/office/officeart/2005/8/layout/chart3"/>
    <dgm:cxn modelId="{885B9CFC-9945-4219-8705-EAFDB767D874}" type="presParOf" srcId="{CB892D60-2B20-46C3-87BC-F58EAA848156}" destId="{C8CB46B1-E79C-457E-A28D-1EE2F9EBEE32}" srcOrd="4" destOrd="0" presId="urn:microsoft.com/office/officeart/2005/8/layout/chart3"/>
    <dgm:cxn modelId="{9A6B02E6-F8CA-4040-B147-25E0FDAC6E3A}" type="presParOf" srcId="{CB892D60-2B20-46C3-87BC-F58EAA848156}" destId="{19DDDAC6-92E2-40EA-B0EA-D32BF4980C94}" srcOrd="5" destOrd="0" presId="urn:microsoft.com/office/officeart/2005/8/layout/chart3"/>
    <dgm:cxn modelId="{4D1E912D-1595-4FB5-BB67-CD18FDFA6357}" type="presParOf" srcId="{CB892D60-2B20-46C3-87BC-F58EAA848156}" destId="{75645940-2EEE-4E50-8B17-F4838C4D2812}" srcOrd="6" destOrd="0" presId="urn:microsoft.com/office/officeart/2005/8/layout/chart3"/>
    <dgm:cxn modelId="{F1F49FEF-5861-4738-93EA-2859CA96BAF5}" type="presParOf" srcId="{CB892D60-2B20-46C3-87BC-F58EAA848156}" destId="{FF3DB6A0-593B-467F-AA9B-F6E930064387}" srcOrd="7" destOrd="0" presId="urn:microsoft.com/office/officeart/2005/8/layout/chart3"/>
    <dgm:cxn modelId="{2A9B363F-935C-4007-9050-3BEC931FAF85}" type="presParOf" srcId="{CB892D60-2B20-46C3-87BC-F58EAA848156}" destId="{C0B1907C-499B-43A5-8352-581C1F6219E1}" srcOrd="8" destOrd="0" presId="urn:microsoft.com/office/officeart/2005/8/layout/chart3"/>
    <dgm:cxn modelId="{7A3CFA7A-0334-4318-A7FB-260AF28D332C}" type="presParOf" srcId="{CB892D60-2B20-46C3-87BC-F58EAA848156}" destId="{87C899A1-74D4-4481-A2C9-1D4677F9080D}" srcOrd="9"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3B605E88-28C9-40AF-B377-8F3FFA29F2F9}" type="doc">
      <dgm:prSet loTypeId="urn:microsoft.com/office/officeart/2005/8/layout/chart3" loCatId="cycle" qsTypeId="urn:microsoft.com/office/officeart/2005/8/quickstyle/3d1" qsCatId="3D" csTypeId="urn:microsoft.com/office/officeart/2005/8/colors/colorful4" csCatId="colorful" phldr="1"/>
      <dgm:spPr/>
      <dgm:t>
        <a:bodyPr/>
        <a:lstStyle/>
        <a:p>
          <a:endParaRPr lang="en-US"/>
        </a:p>
      </dgm:t>
    </dgm:pt>
    <dgm:pt modelId="{7B913D88-0A63-4E28-8465-978B0AF0B5A9}">
      <dgm:prSet phldrT="[Text]"/>
      <dgm:spPr/>
      <dgm:t>
        <a:bodyPr/>
        <a:lstStyle/>
        <a:p>
          <a:r>
            <a:rPr lang="en-US" dirty="0" smtClean="0"/>
            <a:t>Identify</a:t>
          </a:r>
          <a:endParaRPr lang="en-US" dirty="0"/>
        </a:p>
      </dgm:t>
    </dgm:pt>
    <dgm:pt modelId="{417C871C-23D8-44D4-9277-277C7FEF2891}" type="parTrans" cxnId="{7C18FBE0-A3C5-4920-AAC2-F67ED4531A18}">
      <dgm:prSet/>
      <dgm:spPr/>
      <dgm:t>
        <a:bodyPr/>
        <a:lstStyle/>
        <a:p>
          <a:endParaRPr lang="en-US"/>
        </a:p>
      </dgm:t>
    </dgm:pt>
    <dgm:pt modelId="{FE20C5D6-6FD5-401B-AF27-4193E0B9BA7A}" type="sibTrans" cxnId="{7C18FBE0-A3C5-4920-AAC2-F67ED4531A18}">
      <dgm:prSet/>
      <dgm:spPr/>
      <dgm:t>
        <a:bodyPr/>
        <a:lstStyle/>
        <a:p>
          <a:endParaRPr lang="en-US"/>
        </a:p>
      </dgm:t>
    </dgm:pt>
    <dgm:pt modelId="{FF0AF41F-3F38-4D90-B879-99863303EB82}">
      <dgm:prSet phldrT="[Text]"/>
      <dgm:spPr/>
      <dgm:t>
        <a:bodyPr/>
        <a:lstStyle/>
        <a:p>
          <a:r>
            <a:rPr lang="en-US" dirty="0" smtClean="0"/>
            <a:t>Analyze</a:t>
          </a:r>
          <a:endParaRPr lang="en-US" dirty="0"/>
        </a:p>
      </dgm:t>
    </dgm:pt>
    <dgm:pt modelId="{0A6AAD71-A01A-415E-8BE7-F2B8F83D6AD8}" type="parTrans" cxnId="{42487567-1EFA-4CDA-BC8E-29938D2D5F8B}">
      <dgm:prSet/>
      <dgm:spPr/>
      <dgm:t>
        <a:bodyPr/>
        <a:lstStyle/>
        <a:p>
          <a:endParaRPr lang="en-US"/>
        </a:p>
      </dgm:t>
    </dgm:pt>
    <dgm:pt modelId="{CFEF47D0-A159-4FA4-97D6-8BD45DEC0652}" type="sibTrans" cxnId="{42487567-1EFA-4CDA-BC8E-29938D2D5F8B}">
      <dgm:prSet/>
      <dgm:spPr/>
      <dgm:t>
        <a:bodyPr/>
        <a:lstStyle/>
        <a:p>
          <a:endParaRPr lang="en-US"/>
        </a:p>
      </dgm:t>
    </dgm:pt>
    <dgm:pt modelId="{245E56F9-2648-48F5-B488-71B4DE3A4147}">
      <dgm:prSet phldrT="[Text]"/>
      <dgm:spPr/>
      <dgm:t>
        <a:bodyPr/>
        <a:lstStyle/>
        <a:p>
          <a:r>
            <a:rPr lang="en-US" dirty="0" smtClean="0"/>
            <a:t>Evaluate</a:t>
          </a:r>
          <a:endParaRPr lang="en-US" dirty="0"/>
        </a:p>
      </dgm:t>
    </dgm:pt>
    <dgm:pt modelId="{2C5B9D70-8D03-44EF-8715-2274A78BBE48}" type="parTrans" cxnId="{218639C5-09C5-4486-9E52-71B76E43E517}">
      <dgm:prSet/>
      <dgm:spPr/>
      <dgm:t>
        <a:bodyPr/>
        <a:lstStyle/>
        <a:p>
          <a:endParaRPr lang="en-US"/>
        </a:p>
      </dgm:t>
    </dgm:pt>
    <dgm:pt modelId="{415347D5-00BC-4EA4-90EA-708AC24F0E97}" type="sibTrans" cxnId="{218639C5-09C5-4486-9E52-71B76E43E517}">
      <dgm:prSet/>
      <dgm:spPr/>
      <dgm:t>
        <a:bodyPr/>
        <a:lstStyle/>
        <a:p>
          <a:endParaRPr lang="en-US"/>
        </a:p>
      </dgm:t>
    </dgm:pt>
    <dgm:pt modelId="{C6E30F3D-2C0C-4B4A-873B-5E4D2D9D5F9A}">
      <dgm:prSet phldrT="[Text]"/>
      <dgm:spPr/>
      <dgm:t>
        <a:bodyPr/>
        <a:lstStyle/>
        <a:p>
          <a:r>
            <a:rPr lang="en-US" dirty="0" smtClean="0"/>
            <a:t>Treat</a:t>
          </a:r>
          <a:endParaRPr lang="en-US" dirty="0"/>
        </a:p>
      </dgm:t>
    </dgm:pt>
    <dgm:pt modelId="{195D625A-2E39-4DF6-A7D1-A40A7BA1F34D}" type="parTrans" cxnId="{AE1AF309-78C3-44A2-A462-BFD7FB41207C}">
      <dgm:prSet/>
      <dgm:spPr/>
      <dgm:t>
        <a:bodyPr/>
        <a:lstStyle/>
        <a:p>
          <a:endParaRPr lang="en-US"/>
        </a:p>
      </dgm:t>
    </dgm:pt>
    <dgm:pt modelId="{548BB238-6626-4110-948C-245F92ABBF79}" type="sibTrans" cxnId="{AE1AF309-78C3-44A2-A462-BFD7FB41207C}">
      <dgm:prSet/>
      <dgm:spPr/>
      <dgm:t>
        <a:bodyPr/>
        <a:lstStyle/>
        <a:p>
          <a:endParaRPr lang="en-US"/>
        </a:p>
      </dgm:t>
    </dgm:pt>
    <dgm:pt modelId="{219BE00F-9FE3-408C-B474-2730DE7594D3}">
      <dgm:prSet phldrT="[Text]"/>
      <dgm:spPr/>
      <dgm:t>
        <a:bodyPr/>
        <a:lstStyle/>
        <a:p>
          <a:r>
            <a:rPr lang="en-US" dirty="0" smtClean="0"/>
            <a:t>Monitor</a:t>
          </a:r>
          <a:endParaRPr lang="en-US" dirty="0"/>
        </a:p>
      </dgm:t>
    </dgm:pt>
    <dgm:pt modelId="{908F32C5-6EC6-44A4-8684-979D1C909D8F}" type="parTrans" cxnId="{BBBFBDFA-0AEE-434F-BB9B-9E794593333A}">
      <dgm:prSet/>
      <dgm:spPr/>
      <dgm:t>
        <a:bodyPr/>
        <a:lstStyle/>
        <a:p>
          <a:endParaRPr lang="en-US"/>
        </a:p>
      </dgm:t>
    </dgm:pt>
    <dgm:pt modelId="{7E81B2C3-89DC-4B04-A0D9-2D6CC4B3BB56}" type="sibTrans" cxnId="{BBBFBDFA-0AEE-434F-BB9B-9E794593333A}">
      <dgm:prSet/>
      <dgm:spPr/>
      <dgm:t>
        <a:bodyPr/>
        <a:lstStyle/>
        <a:p>
          <a:endParaRPr lang="en-US"/>
        </a:p>
      </dgm:t>
    </dgm:pt>
    <dgm:pt modelId="{CB892D60-2B20-46C3-87BC-F58EAA848156}" type="pres">
      <dgm:prSet presAssocID="{3B605E88-28C9-40AF-B377-8F3FFA29F2F9}" presName="compositeShape" presStyleCnt="0">
        <dgm:presLayoutVars>
          <dgm:chMax val="7"/>
          <dgm:dir/>
          <dgm:resizeHandles val="exact"/>
        </dgm:presLayoutVars>
      </dgm:prSet>
      <dgm:spPr/>
      <dgm:t>
        <a:bodyPr/>
        <a:lstStyle/>
        <a:p>
          <a:endParaRPr lang="en-US"/>
        </a:p>
      </dgm:t>
    </dgm:pt>
    <dgm:pt modelId="{F0915EC1-A275-4419-B6DD-9DC54319BF3E}" type="pres">
      <dgm:prSet presAssocID="{3B605E88-28C9-40AF-B377-8F3FFA29F2F9}" presName="wedge1" presStyleLbl="node1" presStyleIdx="0" presStyleCnt="5" custLinFactNeighborX="-5022" custLinFactNeighborY="4395"/>
      <dgm:spPr/>
      <dgm:t>
        <a:bodyPr/>
        <a:lstStyle/>
        <a:p>
          <a:endParaRPr lang="en-US"/>
        </a:p>
      </dgm:t>
    </dgm:pt>
    <dgm:pt modelId="{E9DE9BBF-436E-4DEA-A2C7-203A042957F6}" type="pres">
      <dgm:prSet presAssocID="{3B605E88-28C9-40AF-B377-8F3FFA29F2F9}" presName="wedge1Tx" presStyleLbl="node1" presStyleIdx="0" presStyleCnt="5">
        <dgm:presLayoutVars>
          <dgm:chMax val="0"/>
          <dgm:chPref val="0"/>
          <dgm:bulletEnabled val="1"/>
        </dgm:presLayoutVars>
      </dgm:prSet>
      <dgm:spPr/>
      <dgm:t>
        <a:bodyPr/>
        <a:lstStyle/>
        <a:p>
          <a:endParaRPr lang="en-US"/>
        </a:p>
      </dgm:t>
    </dgm:pt>
    <dgm:pt modelId="{B908182B-DF5B-4F6C-8EEA-512201C7CDC9}" type="pres">
      <dgm:prSet presAssocID="{3B605E88-28C9-40AF-B377-8F3FFA29F2F9}" presName="wedge2" presStyleLbl="node1" presStyleIdx="1" presStyleCnt="5" custLinFactNeighborX="-1886" custLinFactNeighborY="0"/>
      <dgm:spPr/>
      <dgm:t>
        <a:bodyPr/>
        <a:lstStyle/>
        <a:p>
          <a:endParaRPr lang="en-US"/>
        </a:p>
      </dgm:t>
    </dgm:pt>
    <dgm:pt modelId="{AC9DC32F-869B-4DFB-A37E-E3D67D647138}" type="pres">
      <dgm:prSet presAssocID="{3B605E88-28C9-40AF-B377-8F3FFA29F2F9}" presName="wedge2Tx" presStyleLbl="node1" presStyleIdx="1" presStyleCnt="5">
        <dgm:presLayoutVars>
          <dgm:chMax val="0"/>
          <dgm:chPref val="0"/>
          <dgm:bulletEnabled val="1"/>
        </dgm:presLayoutVars>
      </dgm:prSet>
      <dgm:spPr/>
      <dgm:t>
        <a:bodyPr/>
        <a:lstStyle/>
        <a:p>
          <a:endParaRPr lang="en-US"/>
        </a:p>
      </dgm:t>
    </dgm:pt>
    <dgm:pt modelId="{C8CB46B1-E79C-457E-A28D-1EE2F9EBEE32}" type="pres">
      <dgm:prSet presAssocID="{3B605E88-28C9-40AF-B377-8F3FFA29F2F9}" presName="wedge3" presStyleLbl="node1" presStyleIdx="2" presStyleCnt="5"/>
      <dgm:spPr/>
      <dgm:t>
        <a:bodyPr/>
        <a:lstStyle/>
        <a:p>
          <a:endParaRPr lang="en-US"/>
        </a:p>
      </dgm:t>
    </dgm:pt>
    <dgm:pt modelId="{19DDDAC6-92E2-40EA-B0EA-D32BF4980C94}" type="pres">
      <dgm:prSet presAssocID="{3B605E88-28C9-40AF-B377-8F3FFA29F2F9}" presName="wedge3Tx" presStyleLbl="node1" presStyleIdx="2" presStyleCnt="5">
        <dgm:presLayoutVars>
          <dgm:chMax val="0"/>
          <dgm:chPref val="0"/>
          <dgm:bulletEnabled val="1"/>
        </dgm:presLayoutVars>
      </dgm:prSet>
      <dgm:spPr/>
      <dgm:t>
        <a:bodyPr/>
        <a:lstStyle/>
        <a:p>
          <a:endParaRPr lang="en-US"/>
        </a:p>
      </dgm:t>
    </dgm:pt>
    <dgm:pt modelId="{75645940-2EEE-4E50-8B17-F4838C4D2812}" type="pres">
      <dgm:prSet presAssocID="{3B605E88-28C9-40AF-B377-8F3FFA29F2F9}" presName="wedge4" presStyleLbl="node1" presStyleIdx="3" presStyleCnt="5" custLinFactNeighborX="-4396" custLinFactNeighborY="2512"/>
      <dgm:spPr/>
      <dgm:t>
        <a:bodyPr/>
        <a:lstStyle/>
        <a:p>
          <a:endParaRPr lang="en-US"/>
        </a:p>
      </dgm:t>
    </dgm:pt>
    <dgm:pt modelId="{FF3DB6A0-593B-467F-AA9B-F6E930064387}" type="pres">
      <dgm:prSet presAssocID="{3B605E88-28C9-40AF-B377-8F3FFA29F2F9}" presName="wedge4Tx" presStyleLbl="node1" presStyleIdx="3" presStyleCnt="5">
        <dgm:presLayoutVars>
          <dgm:chMax val="0"/>
          <dgm:chPref val="0"/>
          <dgm:bulletEnabled val="1"/>
        </dgm:presLayoutVars>
      </dgm:prSet>
      <dgm:spPr/>
      <dgm:t>
        <a:bodyPr/>
        <a:lstStyle/>
        <a:p>
          <a:endParaRPr lang="en-US"/>
        </a:p>
      </dgm:t>
    </dgm:pt>
    <dgm:pt modelId="{C0B1907C-499B-43A5-8352-581C1F6219E1}" type="pres">
      <dgm:prSet presAssocID="{3B605E88-28C9-40AF-B377-8F3FFA29F2F9}" presName="wedge5" presStyleLbl="node1" presStyleIdx="4" presStyleCnt="5" custLinFactNeighborX="-1256"/>
      <dgm:spPr/>
      <dgm:t>
        <a:bodyPr/>
        <a:lstStyle/>
        <a:p>
          <a:endParaRPr lang="en-US"/>
        </a:p>
      </dgm:t>
    </dgm:pt>
    <dgm:pt modelId="{87C899A1-74D4-4481-A2C9-1D4677F9080D}" type="pres">
      <dgm:prSet presAssocID="{3B605E88-28C9-40AF-B377-8F3FFA29F2F9}" presName="wedge5Tx" presStyleLbl="node1" presStyleIdx="4" presStyleCnt="5">
        <dgm:presLayoutVars>
          <dgm:chMax val="0"/>
          <dgm:chPref val="0"/>
          <dgm:bulletEnabled val="1"/>
        </dgm:presLayoutVars>
      </dgm:prSet>
      <dgm:spPr/>
      <dgm:t>
        <a:bodyPr/>
        <a:lstStyle/>
        <a:p>
          <a:endParaRPr lang="en-US"/>
        </a:p>
      </dgm:t>
    </dgm:pt>
  </dgm:ptLst>
  <dgm:cxnLst>
    <dgm:cxn modelId="{BBBFBDFA-0AEE-434F-BB9B-9E794593333A}" srcId="{3B605E88-28C9-40AF-B377-8F3FFA29F2F9}" destId="{219BE00F-9FE3-408C-B474-2730DE7594D3}" srcOrd="4" destOrd="0" parTransId="{908F32C5-6EC6-44A4-8684-979D1C909D8F}" sibTransId="{7E81B2C3-89DC-4B04-A0D9-2D6CC4B3BB56}"/>
    <dgm:cxn modelId="{E25C991D-FB3F-49B7-8473-78265C3260F6}" type="presOf" srcId="{C6E30F3D-2C0C-4B4A-873B-5E4D2D9D5F9A}" destId="{FF3DB6A0-593B-467F-AA9B-F6E930064387}" srcOrd="1" destOrd="0" presId="urn:microsoft.com/office/officeart/2005/8/layout/chart3"/>
    <dgm:cxn modelId="{A8700487-8785-4BDD-9911-513677981B41}" type="presOf" srcId="{219BE00F-9FE3-408C-B474-2730DE7594D3}" destId="{87C899A1-74D4-4481-A2C9-1D4677F9080D}" srcOrd="1" destOrd="0" presId="urn:microsoft.com/office/officeart/2005/8/layout/chart3"/>
    <dgm:cxn modelId="{218639C5-09C5-4486-9E52-71B76E43E517}" srcId="{3B605E88-28C9-40AF-B377-8F3FFA29F2F9}" destId="{245E56F9-2648-48F5-B488-71B4DE3A4147}" srcOrd="2" destOrd="0" parTransId="{2C5B9D70-8D03-44EF-8715-2274A78BBE48}" sibTransId="{415347D5-00BC-4EA4-90EA-708AC24F0E97}"/>
    <dgm:cxn modelId="{03D162D4-187D-4E39-954F-009CB6B014CA}" type="presOf" srcId="{3B605E88-28C9-40AF-B377-8F3FFA29F2F9}" destId="{CB892D60-2B20-46C3-87BC-F58EAA848156}" srcOrd="0" destOrd="0" presId="urn:microsoft.com/office/officeart/2005/8/layout/chart3"/>
    <dgm:cxn modelId="{42487567-1EFA-4CDA-BC8E-29938D2D5F8B}" srcId="{3B605E88-28C9-40AF-B377-8F3FFA29F2F9}" destId="{FF0AF41F-3F38-4D90-B879-99863303EB82}" srcOrd="1" destOrd="0" parTransId="{0A6AAD71-A01A-415E-8BE7-F2B8F83D6AD8}" sibTransId="{CFEF47D0-A159-4FA4-97D6-8BD45DEC0652}"/>
    <dgm:cxn modelId="{F9BF81AE-2E73-407F-8DA7-F67B88CF38E3}" type="presOf" srcId="{245E56F9-2648-48F5-B488-71B4DE3A4147}" destId="{19DDDAC6-92E2-40EA-B0EA-D32BF4980C94}" srcOrd="1" destOrd="0" presId="urn:microsoft.com/office/officeart/2005/8/layout/chart3"/>
    <dgm:cxn modelId="{87135B32-05C4-465A-A3C7-37F5B983C841}" type="presOf" srcId="{7B913D88-0A63-4E28-8465-978B0AF0B5A9}" destId="{E9DE9BBF-436E-4DEA-A2C7-203A042957F6}" srcOrd="1" destOrd="0" presId="urn:microsoft.com/office/officeart/2005/8/layout/chart3"/>
    <dgm:cxn modelId="{0B30193B-F9A9-43DD-AF64-E6374AECFC1D}" type="presOf" srcId="{C6E30F3D-2C0C-4B4A-873B-5E4D2D9D5F9A}" destId="{75645940-2EEE-4E50-8B17-F4838C4D2812}" srcOrd="0" destOrd="0" presId="urn:microsoft.com/office/officeart/2005/8/layout/chart3"/>
    <dgm:cxn modelId="{7C18FBE0-A3C5-4920-AAC2-F67ED4531A18}" srcId="{3B605E88-28C9-40AF-B377-8F3FFA29F2F9}" destId="{7B913D88-0A63-4E28-8465-978B0AF0B5A9}" srcOrd="0" destOrd="0" parTransId="{417C871C-23D8-44D4-9277-277C7FEF2891}" sibTransId="{FE20C5D6-6FD5-401B-AF27-4193E0B9BA7A}"/>
    <dgm:cxn modelId="{1886C1F7-D9A0-4D07-9527-7E964EB5CADC}" type="presOf" srcId="{7B913D88-0A63-4E28-8465-978B0AF0B5A9}" destId="{F0915EC1-A275-4419-B6DD-9DC54319BF3E}" srcOrd="0" destOrd="0" presId="urn:microsoft.com/office/officeart/2005/8/layout/chart3"/>
    <dgm:cxn modelId="{05078C46-3B91-4BF3-9B5A-D561CC69D38D}" type="presOf" srcId="{FF0AF41F-3F38-4D90-B879-99863303EB82}" destId="{AC9DC32F-869B-4DFB-A37E-E3D67D647138}" srcOrd="1" destOrd="0" presId="urn:microsoft.com/office/officeart/2005/8/layout/chart3"/>
    <dgm:cxn modelId="{F44A6B91-EDA9-4771-A93D-06F51252851E}" type="presOf" srcId="{219BE00F-9FE3-408C-B474-2730DE7594D3}" destId="{C0B1907C-499B-43A5-8352-581C1F6219E1}" srcOrd="0" destOrd="0" presId="urn:microsoft.com/office/officeart/2005/8/layout/chart3"/>
    <dgm:cxn modelId="{C5A41230-61BF-490B-A248-A6FF02FFF308}" type="presOf" srcId="{FF0AF41F-3F38-4D90-B879-99863303EB82}" destId="{B908182B-DF5B-4F6C-8EEA-512201C7CDC9}" srcOrd="0" destOrd="0" presId="urn:microsoft.com/office/officeart/2005/8/layout/chart3"/>
    <dgm:cxn modelId="{AE27A9EE-8C2F-49A6-B599-577F37BA4415}" type="presOf" srcId="{245E56F9-2648-48F5-B488-71B4DE3A4147}" destId="{C8CB46B1-E79C-457E-A28D-1EE2F9EBEE32}" srcOrd="0" destOrd="0" presId="urn:microsoft.com/office/officeart/2005/8/layout/chart3"/>
    <dgm:cxn modelId="{AE1AF309-78C3-44A2-A462-BFD7FB41207C}" srcId="{3B605E88-28C9-40AF-B377-8F3FFA29F2F9}" destId="{C6E30F3D-2C0C-4B4A-873B-5E4D2D9D5F9A}" srcOrd="3" destOrd="0" parTransId="{195D625A-2E39-4DF6-A7D1-A40A7BA1F34D}" sibTransId="{548BB238-6626-4110-948C-245F92ABBF79}"/>
    <dgm:cxn modelId="{3E65B64C-C27F-40E4-9426-D24F1E3DC117}" type="presParOf" srcId="{CB892D60-2B20-46C3-87BC-F58EAA848156}" destId="{F0915EC1-A275-4419-B6DD-9DC54319BF3E}" srcOrd="0" destOrd="0" presId="urn:microsoft.com/office/officeart/2005/8/layout/chart3"/>
    <dgm:cxn modelId="{700BBE58-F8EE-4A2E-8705-42A514D57F1C}" type="presParOf" srcId="{CB892D60-2B20-46C3-87BC-F58EAA848156}" destId="{E9DE9BBF-436E-4DEA-A2C7-203A042957F6}" srcOrd="1" destOrd="0" presId="urn:microsoft.com/office/officeart/2005/8/layout/chart3"/>
    <dgm:cxn modelId="{9273559A-C150-45C3-9A95-4CC338C32899}" type="presParOf" srcId="{CB892D60-2B20-46C3-87BC-F58EAA848156}" destId="{B908182B-DF5B-4F6C-8EEA-512201C7CDC9}" srcOrd="2" destOrd="0" presId="urn:microsoft.com/office/officeart/2005/8/layout/chart3"/>
    <dgm:cxn modelId="{AC6AEB02-87C4-4471-AD50-5A887EF0DFD4}" type="presParOf" srcId="{CB892D60-2B20-46C3-87BC-F58EAA848156}" destId="{AC9DC32F-869B-4DFB-A37E-E3D67D647138}" srcOrd="3" destOrd="0" presId="urn:microsoft.com/office/officeart/2005/8/layout/chart3"/>
    <dgm:cxn modelId="{D0A22DBD-B0E8-408B-B225-4106C4C4551E}" type="presParOf" srcId="{CB892D60-2B20-46C3-87BC-F58EAA848156}" destId="{C8CB46B1-E79C-457E-A28D-1EE2F9EBEE32}" srcOrd="4" destOrd="0" presId="urn:microsoft.com/office/officeart/2005/8/layout/chart3"/>
    <dgm:cxn modelId="{A7B2424E-69C3-40F1-B4A6-B5B79B54FB27}" type="presParOf" srcId="{CB892D60-2B20-46C3-87BC-F58EAA848156}" destId="{19DDDAC6-92E2-40EA-B0EA-D32BF4980C94}" srcOrd="5" destOrd="0" presId="urn:microsoft.com/office/officeart/2005/8/layout/chart3"/>
    <dgm:cxn modelId="{F58CF49D-6F44-4239-B0B9-DAFC45400C47}" type="presParOf" srcId="{CB892D60-2B20-46C3-87BC-F58EAA848156}" destId="{75645940-2EEE-4E50-8B17-F4838C4D2812}" srcOrd="6" destOrd="0" presId="urn:microsoft.com/office/officeart/2005/8/layout/chart3"/>
    <dgm:cxn modelId="{1EF1AE25-14BD-4F8B-AA2E-3901A38CFD70}" type="presParOf" srcId="{CB892D60-2B20-46C3-87BC-F58EAA848156}" destId="{FF3DB6A0-593B-467F-AA9B-F6E930064387}" srcOrd="7" destOrd="0" presId="urn:microsoft.com/office/officeart/2005/8/layout/chart3"/>
    <dgm:cxn modelId="{BFCA83ED-CEED-44FE-9EC8-A13B9D8E2C6B}" type="presParOf" srcId="{CB892D60-2B20-46C3-87BC-F58EAA848156}" destId="{C0B1907C-499B-43A5-8352-581C1F6219E1}" srcOrd="8" destOrd="0" presId="urn:microsoft.com/office/officeart/2005/8/layout/chart3"/>
    <dgm:cxn modelId="{91A609FD-C4B6-400B-AFA9-F19723531A83}" type="presParOf" srcId="{CB892D60-2B20-46C3-87BC-F58EAA848156}" destId="{87C899A1-74D4-4481-A2C9-1D4677F9080D}" srcOrd="9"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3B605E88-28C9-40AF-B377-8F3FFA29F2F9}" type="doc">
      <dgm:prSet loTypeId="urn:microsoft.com/office/officeart/2005/8/layout/chart3" loCatId="cycle" qsTypeId="urn:microsoft.com/office/officeart/2005/8/quickstyle/3d1" qsCatId="3D" csTypeId="urn:microsoft.com/office/officeart/2005/8/colors/colorful4" csCatId="colorful" phldr="1"/>
      <dgm:spPr/>
      <dgm:t>
        <a:bodyPr/>
        <a:lstStyle/>
        <a:p>
          <a:endParaRPr lang="en-US"/>
        </a:p>
      </dgm:t>
    </dgm:pt>
    <dgm:pt modelId="{7B913D88-0A63-4E28-8465-978B0AF0B5A9}">
      <dgm:prSet phldrT="[Text]"/>
      <dgm:spPr/>
      <dgm:t>
        <a:bodyPr/>
        <a:lstStyle/>
        <a:p>
          <a:r>
            <a:rPr lang="en-US" dirty="0" smtClean="0"/>
            <a:t>Identify</a:t>
          </a:r>
          <a:endParaRPr lang="en-US" dirty="0"/>
        </a:p>
      </dgm:t>
    </dgm:pt>
    <dgm:pt modelId="{417C871C-23D8-44D4-9277-277C7FEF2891}" type="parTrans" cxnId="{7C18FBE0-A3C5-4920-AAC2-F67ED4531A18}">
      <dgm:prSet/>
      <dgm:spPr/>
      <dgm:t>
        <a:bodyPr/>
        <a:lstStyle/>
        <a:p>
          <a:endParaRPr lang="en-US"/>
        </a:p>
      </dgm:t>
    </dgm:pt>
    <dgm:pt modelId="{FE20C5D6-6FD5-401B-AF27-4193E0B9BA7A}" type="sibTrans" cxnId="{7C18FBE0-A3C5-4920-AAC2-F67ED4531A18}">
      <dgm:prSet/>
      <dgm:spPr/>
      <dgm:t>
        <a:bodyPr/>
        <a:lstStyle/>
        <a:p>
          <a:endParaRPr lang="en-US"/>
        </a:p>
      </dgm:t>
    </dgm:pt>
    <dgm:pt modelId="{FF0AF41F-3F38-4D90-B879-99863303EB82}">
      <dgm:prSet phldrT="[Text]"/>
      <dgm:spPr/>
      <dgm:t>
        <a:bodyPr/>
        <a:lstStyle/>
        <a:p>
          <a:r>
            <a:rPr lang="en-US" dirty="0" smtClean="0"/>
            <a:t>Analyze</a:t>
          </a:r>
          <a:endParaRPr lang="en-US" dirty="0"/>
        </a:p>
      </dgm:t>
    </dgm:pt>
    <dgm:pt modelId="{0A6AAD71-A01A-415E-8BE7-F2B8F83D6AD8}" type="parTrans" cxnId="{42487567-1EFA-4CDA-BC8E-29938D2D5F8B}">
      <dgm:prSet/>
      <dgm:spPr/>
      <dgm:t>
        <a:bodyPr/>
        <a:lstStyle/>
        <a:p>
          <a:endParaRPr lang="en-US"/>
        </a:p>
      </dgm:t>
    </dgm:pt>
    <dgm:pt modelId="{CFEF47D0-A159-4FA4-97D6-8BD45DEC0652}" type="sibTrans" cxnId="{42487567-1EFA-4CDA-BC8E-29938D2D5F8B}">
      <dgm:prSet/>
      <dgm:spPr/>
      <dgm:t>
        <a:bodyPr/>
        <a:lstStyle/>
        <a:p>
          <a:endParaRPr lang="en-US"/>
        </a:p>
      </dgm:t>
    </dgm:pt>
    <dgm:pt modelId="{245E56F9-2648-48F5-B488-71B4DE3A4147}">
      <dgm:prSet phldrT="[Text]"/>
      <dgm:spPr/>
      <dgm:t>
        <a:bodyPr/>
        <a:lstStyle/>
        <a:p>
          <a:r>
            <a:rPr lang="en-US" dirty="0" smtClean="0"/>
            <a:t>Evaluate</a:t>
          </a:r>
          <a:endParaRPr lang="en-US" dirty="0"/>
        </a:p>
      </dgm:t>
    </dgm:pt>
    <dgm:pt modelId="{2C5B9D70-8D03-44EF-8715-2274A78BBE48}" type="parTrans" cxnId="{218639C5-09C5-4486-9E52-71B76E43E517}">
      <dgm:prSet/>
      <dgm:spPr/>
      <dgm:t>
        <a:bodyPr/>
        <a:lstStyle/>
        <a:p>
          <a:endParaRPr lang="en-US"/>
        </a:p>
      </dgm:t>
    </dgm:pt>
    <dgm:pt modelId="{415347D5-00BC-4EA4-90EA-708AC24F0E97}" type="sibTrans" cxnId="{218639C5-09C5-4486-9E52-71B76E43E517}">
      <dgm:prSet/>
      <dgm:spPr/>
      <dgm:t>
        <a:bodyPr/>
        <a:lstStyle/>
        <a:p>
          <a:endParaRPr lang="en-US"/>
        </a:p>
      </dgm:t>
    </dgm:pt>
    <dgm:pt modelId="{C6E30F3D-2C0C-4B4A-873B-5E4D2D9D5F9A}">
      <dgm:prSet phldrT="[Text]"/>
      <dgm:spPr/>
      <dgm:t>
        <a:bodyPr/>
        <a:lstStyle/>
        <a:p>
          <a:r>
            <a:rPr lang="en-US" dirty="0" smtClean="0"/>
            <a:t>Treat</a:t>
          </a:r>
          <a:endParaRPr lang="en-US" dirty="0"/>
        </a:p>
      </dgm:t>
    </dgm:pt>
    <dgm:pt modelId="{195D625A-2E39-4DF6-A7D1-A40A7BA1F34D}" type="parTrans" cxnId="{AE1AF309-78C3-44A2-A462-BFD7FB41207C}">
      <dgm:prSet/>
      <dgm:spPr/>
      <dgm:t>
        <a:bodyPr/>
        <a:lstStyle/>
        <a:p>
          <a:endParaRPr lang="en-US"/>
        </a:p>
      </dgm:t>
    </dgm:pt>
    <dgm:pt modelId="{548BB238-6626-4110-948C-245F92ABBF79}" type="sibTrans" cxnId="{AE1AF309-78C3-44A2-A462-BFD7FB41207C}">
      <dgm:prSet/>
      <dgm:spPr/>
      <dgm:t>
        <a:bodyPr/>
        <a:lstStyle/>
        <a:p>
          <a:endParaRPr lang="en-US"/>
        </a:p>
      </dgm:t>
    </dgm:pt>
    <dgm:pt modelId="{219BE00F-9FE3-408C-B474-2730DE7594D3}">
      <dgm:prSet phldrT="[Text]"/>
      <dgm:spPr/>
      <dgm:t>
        <a:bodyPr/>
        <a:lstStyle/>
        <a:p>
          <a:r>
            <a:rPr lang="en-US" dirty="0" smtClean="0"/>
            <a:t>Monitor</a:t>
          </a:r>
          <a:endParaRPr lang="en-US" dirty="0"/>
        </a:p>
      </dgm:t>
    </dgm:pt>
    <dgm:pt modelId="{908F32C5-6EC6-44A4-8684-979D1C909D8F}" type="parTrans" cxnId="{BBBFBDFA-0AEE-434F-BB9B-9E794593333A}">
      <dgm:prSet/>
      <dgm:spPr/>
      <dgm:t>
        <a:bodyPr/>
        <a:lstStyle/>
        <a:p>
          <a:endParaRPr lang="en-US"/>
        </a:p>
      </dgm:t>
    </dgm:pt>
    <dgm:pt modelId="{7E81B2C3-89DC-4B04-A0D9-2D6CC4B3BB56}" type="sibTrans" cxnId="{BBBFBDFA-0AEE-434F-BB9B-9E794593333A}">
      <dgm:prSet/>
      <dgm:spPr/>
      <dgm:t>
        <a:bodyPr/>
        <a:lstStyle/>
        <a:p>
          <a:endParaRPr lang="en-US"/>
        </a:p>
      </dgm:t>
    </dgm:pt>
    <dgm:pt modelId="{CB892D60-2B20-46C3-87BC-F58EAA848156}" type="pres">
      <dgm:prSet presAssocID="{3B605E88-28C9-40AF-B377-8F3FFA29F2F9}" presName="compositeShape" presStyleCnt="0">
        <dgm:presLayoutVars>
          <dgm:chMax val="7"/>
          <dgm:dir/>
          <dgm:resizeHandles val="exact"/>
        </dgm:presLayoutVars>
      </dgm:prSet>
      <dgm:spPr/>
      <dgm:t>
        <a:bodyPr/>
        <a:lstStyle/>
        <a:p>
          <a:endParaRPr lang="en-US"/>
        </a:p>
      </dgm:t>
    </dgm:pt>
    <dgm:pt modelId="{F0915EC1-A275-4419-B6DD-9DC54319BF3E}" type="pres">
      <dgm:prSet presAssocID="{3B605E88-28C9-40AF-B377-8F3FFA29F2F9}" presName="wedge1" presStyleLbl="node1" presStyleIdx="0" presStyleCnt="5" custLinFactNeighborX="-5022" custLinFactNeighborY="4395"/>
      <dgm:spPr/>
      <dgm:t>
        <a:bodyPr/>
        <a:lstStyle/>
        <a:p>
          <a:endParaRPr lang="en-US"/>
        </a:p>
      </dgm:t>
    </dgm:pt>
    <dgm:pt modelId="{E9DE9BBF-436E-4DEA-A2C7-203A042957F6}" type="pres">
      <dgm:prSet presAssocID="{3B605E88-28C9-40AF-B377-8F3FFA29F2F9}" presName="wedge1Tx" presStyleLbl="node1" presStyleIdx="0" presStyleCnt="5">
        <dgm:presLayoutVars>
          <dgm:chMax val="0"/>
          <dgm:chPref val="0"/>
          <dgm:bulletEnabled val="1"/>
        </dgm:presLayoutVars>
      </dgm:prSet>
      <dgm:spPr/>
      <dgm:t>
        <a:bodyPr/>
        <a:lstStyle/>
        <a:p>
          <a:endParaRPr lang="en-US"/>
        </a:p>
      </dgm:t>
    </dgm:pt>
    <dgm:pt modelId="{B908182B-DF5B-4F6C-8EEA-512201C7CDC9}" type="pres">
      <dgm:prSet presAssocID="{3B605E88-28C9-40AF-B377-8F3FFA29F2F9}" presName="wedge2" presStyleLbl="node1" presStyleIdx="1" presStyleCnt="5" custLinFactNeighborX="-1886" custLinFactNeighborY="0"/>
      <dgm:spPr/>
      <dgm:t>
        <a:bodyPr/>
        <a:lstStyle/>
        <a:p>
          <a:endParaRPr lang="en-US"/>
        </a:p>
      </dgm:t>
    </dgm:pt>
    <dgm:pt modelId="{AC9DC32F-869B-4DFB-A37E-E3D67D647138}" type="pres">
      <dgm:prSet presAssocID="{3B605E88-28C9-40AF-B377-8F3FFA29F2F9}" presName="wedge2Tx" presStyleLbl="node1" presStyleIdx="1" presStyleCnt="5">
        <dgm:presLayoutVars>
          <dgm:chMax val="0"/>
          <dgm:chPref val="0"/>
          <dgm:bulletEnabled val="1"/>
        </dgm:presLayoutVars>
      </dgm:prSet>
      <dgm:spPr/>
      <dgm:t>
        <a:bodyPr/>
        <a:lstStyle/>
        <a:p>
          <a:endParaRPr lang="en-US"/>
        </a:p>
      </dgm:t>
    </dgm:pt>
    <dgm:pt modelId="{C8CB46B1-E79C-457E-A28D-1EE2F9EBEE32}" type="pres">
      <dgm:prSet presAssocID="{3B605E88-28C9-40AF-B377-8F3FFA29F2F9}" presName="wedge3" presStyleLbl="node1" presStyleIdx="2" presStyleCnt="5"/>
      <dgm:spPr/>
      <dgm:t>
        <a:bodyPr/>
        <a:lstStyle/>
        <a:p>
          <a:endParaRPr lang="en-US"/>
        </a:p>
      </dgm:t>
    </dgm:pt>
    <dgm:pt modelId="{19DDDAC6-92E2-40EA-B0EA-D32BF4980C94}" type="pres">
      <dgm:prSet presAssocID="{3B605E88-28C9-40AF-B377-8F3FFA29F2F9}" presName="wedge3Tx" presStyleLbl="node1" presStyleIdx="2" presStyleCnt="5">
        <dgm:presLayoutVars>
          <dgm:chMax val="0"/>
          <dgm:chPref val="0"/>
          <dgm:bulletEnabled val="1"/>
        </dgm:presLayoutVars>
      </dgm:prSet>
      <dgm:spPr/>
      <dgm:t>
        <a:bodyPr/>
        <a:lstStyle/>
        <a:p>
          <a:endParaRPr lang="en-US"/>
        </a:p>
      </dgm:t>
    </dgm:pt>
    <dgm:pt modelId="{75645940-2EEE-4E50-8B17-F4838C4D2812}" type="pres">
      <dgm:prSet presAssocID="{3B605E88-28C9-40AF-B377-8F3FFA29F2F9}" presName="wedge4" presStyleLbl="node1" presStyleIdx="3" presStyleCnt="5"/>
      <dgm:spPr/>
      <dgm:t>
        <a:bodyPr/>
        <a:lstStyle/>
        <a:p>
          <a:endParaRPr lang="en-US"/>
        </a:p>
      </dgm:t>
    </dgm:pt>
    <dgm:pt modelId="{FF3DB6A0-593B-467F-AA9B-F6E930064387}" type="pres">
      <dgm:prSet presAssocID="{3B605E88-28C9-40AF-B377-8F3FFA29F2F9}" presName="wedge4Tx" presStyleLbl="node1" presStyleIdx="3" presStyleCnt="5">
        <dgm:presLayoutVars>
          <dgm:chMax val="0"/>
          <dgm:chPref val="0"/>
          <dgm:bulletEnabled val="1"/>
        </dgm:presLayoutVars>
      </dgm:prSet>
      <dgm:spPr/>
      <dgm:t>
        <a:bodyPr/>
        <a:lstStyle/>
        <a:p>
          <a:endParaRPr lang="en-US"/>
        </a:p>
      </dgm:t>
    </dgm:pt>
    <dgm:pt modelId="{C0B1907C-499B-43A5-8352-581C1F6219E1}" type="pres">
      <dgm:prSet presAssocID="{3B605E88-28C9-40AF-B377-8F3FFA29F2F9}" presName="wedge5" presStyleLbl="node1" presStyleIdx="4" presStyleCnt="5" custLinFactNeighborX="-5024" custLinFactNeighborY="-4396"/>
      <dgm:spPr/>
      <dgm:t>
        <a:bodyPr/>
        <a:lstStyle/>
        <a:p>
          <a:endParaRPr lang="en-US"/>
        </a:p>
      </dgm:t>
    </dgm:pt>
    <dgm:pt modelId="{87C899A1-74D4-4481-A2C9-1D4677F9080D}" type="pres">
      <dgm:prSet presAssocID="{3B605E88-28C9-40AF-B377-8F3FFA29F2F9}" presName="wedge5Tx" presStyleLbl="node1" presStyleIdx="4" presStyleCnt="5">
        <dgm:presLayoutVars>
          <dgm:chMax val="0"/>
          <dgm:chPref val="0"/>
          <dgm:bulletEnabled val="1"/>
        </dgm:presLayoutVars>
      </dgm:prSet>
      <dgm:spPr/>
      <dgm:t>
        <a:bodyPr/>
        <a:lstStyle/>
        <a:p>
          <a:endParaRPr lang="en-US"/>
        </a:p>
      </dgm:t>
    </dgm:pt>
  </dgm:ptLst>
  <dgm:cxnLst>
    <dgm:cxn modelId="{BBBFBDFA-0AEE-434F-BB9B-9E794593333A}" srcId="{3B605E88-28C9-40AF-B377-8F3FFA29F2F9}" destId="{219BE00F-9FE3-408C-B474-2730DE7594D3}" srcOrd="4" destOrd="0" parTransId="{908F32C5-6EC6-44A4-8684-979D1C909D8F}" sibTransId="{7E81B2C3-89DC-4B04-A0D9-2D6CC4B3BB56}"/>
    <dgm:cxn modelId="{82D6C2E7-7D23-4E28-9E79-B0FF4C350C5B}" type="presOf" srcId="{FF0AF41F-3F38-4D90-B879-99863303EB82}" destId="{AC9DC32F-869B-4DFB-A37E-E3D67D647138}" srcOrd="1" destOrd="0" presId="urn:microsoft.com/office/officeart/2005/8/layout/chart3"/>
    <dgm:cxn modelId="{A78D3F56-EC9A-4E20-9982-1D87CD85DDDD}" type="presOf" srcId="{245E56F9-2648-48F5-B488-71B4DE3A4147}" destId="{C8CB46B1-E79C-457E-A28D-1EE2F9EBEE32}" srcOrd="0" destOrd="0" presId="urn:microsoft.com/office/officeart/2005/8/layout/chart3"/>
    <dgm:cxn modelId="{1422E613-63FA-4A29-BD7A-1CCEBEE0F06A}" type="presOf" srcId="{245E56F9-2648-48F5-B488-71B4DE3A4147}" destId="{19DDDAC6-92E2-40EA-B0EA-D32BF4980C94}" srcOrd="1" destOrd="0" presId="urn:microsoft.com/office/officeart/2005/8/layout/chart3"/>
    <dgm:cxn modelId="{218639C5-09C5-4486-9E52-71B76E43E517}" srcId="{3B605E88-28C9-40AF-B377-8F3FFA29F2F9}" destId="{245E56F9-2648-48F5-B488-71B4DE3A4147}" srcOrd="2" destOrd="0" parTransId="{2C5B9D70-8D03-44EF-8715-2274A78BBE48}" sibTransId="{415347D5-00BC-4EA4-90EA-708AC24F0E97}"/>
    <dgm:cxn modelId="{94890E4C-CF9B-4D4B-9530-755A608CE739}" type="presOf" srcId="{7B913D88-0A63-4E28-8465-978B0AF0B5A9}" destId="{E9DE9BBF-436E-4DEA-A2C7-203A042957F6}" srcOrd="1" destOrd="0" presId="urn:microsoft.com/office/officeart/2005/8/layout/chart3"/>
    <dgm:cxn modelId="{1135296B-EC19-45FF-851A-CBB794BF9D06}" type="presOf" srcId="{C6E30F3D-2C0C-4B4A-873B-5E4D2D9D5F9A}" destId="{FF3DB6A0-593B-467F-AA9B-F6E930064387}" srcOrd="1" destOrd="0" presId="urn:microsoft.com/office/officeart/2005/8/layout/chart3"/>
    <dgm:cxn modelId="{51A35158-D512-4160-A82F-95FE6AAA06C1}" type="presOf" srcId="{219BE00F-9FE3-408C-B474-2730DE7594D3}" destId="{87C899A1-74D4-4481-A2C9-1D4677F9080D}" srcOrd="1" destOrd="0" presId="urn:microsoft.com/office/officeart/2005/8/layout/chart3"/>
    <dgm:cxn modelId="{42487567-1EFA-4CDA-BC8E-29938D2D5F8B}" srcId="{3B605E88-28C9-40AF-B377-8F3FFA29F2F9}" destId="{FF0AF41F-3F38-4D90-B879-99863303EB82}" srcOrd="1" destOrd="0" parTransId="{0A6AAD71-A01A-415E-8BE7-F2B8F83D6AD8}" sibTransId="{CFEF47D0-A159-4FA4-97D6-8BD45DEC0652}"/>
    <dgm:cxn modelId="{A6A2EF3D-DB99-41F0-A2D3-7B6CA10AA7E7}" type="presOf" srcId="{219BE00F-9FE3-408C-B474-2730DE7594D3}" destId="{C0B1907C-499B-43A5-8352-581C1F6219E1}" srcOrd="0" destOrd="0" presId="urn:microsoft.com/office/officeart/2005/8/layout/chart3"/>
    <dgm:cxn modelId="{A2A0F637-138B-4305-874E-C233842FA04A}" type="presOf" srcId="{7B913D88-0A63-4E28-8465-978B0AF0B5A9}" destId="{F0915EC1-A275-4419-B6DD-9DC54319BF3E}" srcOrd="0" destOrd="0" presId="urn:microsoft.com/office/officeart/2005/8/layout/chart3"/>
    <dgm:cxn modelId="{6BD7B04B-3866-4A36-9A32-0E696E578A2B}" type="presOf" srcId="{FF0AF41F-3F38-4D90-B879-99863303EB82}" destId="{B908182B-DF5B-4F6C-8EEA-512201C7CDC9}" srcOrd="0" destOrd="0" presId="urn:microsoft.com/office/officeart/2005/8/layout/chart3"/>
    <dgm:cxn modelId="{7C18FBE0-A3C5-4920-AAC2-F67ED4531A18}" srcId="{3B605E88-28C9-40AF-B377-8F3FFA29F2F9}" destId="{7B913D88-0A63-4E28-8465-978B0AF0B5A9}" srcOrd="0" destOrd="0" parTransId="{417C871C-23D8-44D4-9277-277C7FEF2891}" sibTransId="{FE20C5D6-6FD5-401B-AF27-4193E0B9BA7A}"/>
    <dgm:cxn modelId="{FF6E67F6-0338-44E3-8781-81B13149C562}" type="presOf" srcId="{3B605E88-28C9-40AF-B377-8F3FFA29F2F9}" destId="{CB892D60-2B20-46C3-87BC-F58EAA848156}" srcOrd="0" destOrd="0" presId="urn:microsoft.com/office/officeart/2005/8/layout/chart3"/>
    <dgm:cxn modelId="{AE1AF309-78C3-44A2-A462-BFD7FB41207C}" srcId="{3B605E88-28C9-40AF-B377-8F3FFA29F2F9}" destId="{C6E30F3D-2C0C-4B4A-873B-5E4D2D9D5F9A}" srcOrd="3" destOrd="0" parTransId="{195D625A-2E39-4DF6-A7D1-A40A7BA1F34D}" sibTransId="{548BB238-6626-4110-948C-245F92ABBF79}"/>
    <dgm:cxn modelId="{EB778D5E-0F5E-4ABB-9DFF-AEB342C5AA40}" type="presOf" srcId="{C6E30F3D-2C0C-4B4A-873B-5E4D2D9D5F9A}" destId="{75645940-2EEE-4E50-8B17-F4838C4D2812}" srcOrd="0" destOrd="0" presId="urn:microsoft.com/office/officeart/2005/8/layout/chart3"/>
    <dgm:cxn modelId="{E327A591-8A6F-4E3B-860B-56A82AF8D76F}" type="presParOf" srcId="{CB892D60-2B20-46C3-87BC-F58EAA848156}" destId="{F0915EC1-A275-4419-B6DD-9DC54319BF3E}" srcOrd="0" destOrd="0" presId="urn:microsoft.com/office/officeart/2005/8/layout/chart3"/>
    <dgm:cxn modelId="{6D49FFFD-25D4-4B4B-947D-38A49715AA56}" type="presParOf" srcId="{CB892D60-2B20-46C3-87BC-F58EAA848156}" destId="{E9DE9BBF-436E-4DEA-A2C7-203A042957F6}" srcOrd="1" destOrd="0" presId="urn:microsoft.com/office/officeart/2005/8/layout/chart3"/>
    <dgm:cxn modelId="{E538EBDB-D24B-4535-8043-98E9CF63565A}" type="presParOf" srcId="{CB892D60-2B20-46C3-87BC-F58EAA848156}" destId="{B908182B-DF5B-4F6C-8EEA-512201C7CDC9}" srcOrd="2" destOrd="0" presId="urn:microsoft.com/office/officeart/2005/8/layout/chart3"/>
    <dgm:cxn modelId="{1309BAC1-B516-4E48-9D1E-776E400B791A}" type="presParOf" srcId="{CB892D60-2B20-46C3-87BC-F58EAA848156}" destId="{AC9DC32F-869B-4DFB-A37E-E3D67D647138}" srcOrd="3" destOrd="0" presId="urn:microsoft.com/office/officeart/2005/8/layout/chart3"/>
    <dgm:cxn modelId="{42341C7D-BA9B-4E83-A109-10D78784D66E}" type="presParOf" srcId="{CB892D60-2B20-46C3-87BC-F58EAA848156}" destId="{C8CB46B1-E79C-457E-A28D-1EE2F9EBEE32}" srcOrd="4" destOrd="0" presId="urn:microsoft.com/office/officeart/2005/8/layout/chart3"/>
    <dgm:cxn modelId="{7E525DAB-717E-4E25-AA9F-BFC30078B3B5}" type="presParOf" srcId="{CB892D60-2B20-46C3-87BC-F58EAA848156}" destId="{19DDDAC6-92E2-40EA-B0EA-D32BF4980C94}" srcOrd="5" destOrd="0" presId="urn:microsoft.com/office/officeart/2005/8/layout/chart3"/>
    <dgm:cxn modelId="{481DBA1C-00BC-4DEC-8C2A-4E9AB1B72DBF}" type="presParOf" srcId="{CB892D60-2B20-46C3-87BC-F58EAA848156}" destId="{75645940-2EEE-4E50-8B17-F4838C4D2812}" srcOrd="6" destOrd="0" presId="urn:microsoft.com/office/officeart/2005/8/layout/chart3"/>
    <dgm:cxn modelId="{C6DE61F0-AEB1-47B5-8DAC-09609D933F43}" type="presParOf" srcId="{CB892D60-2B20-46C3-87BC-F58EAA848156}" destId="{FF3DB6A0-593B-467F-AA9B-F6E930064387}" srcOrd="7" destOrd="0" presId="urn:microsoft.com/office/officeart/2005/8/layout/chart3"/>
    <dgm:cxn modelId="{0711D57F-AC2B-449B-AB25-653852D8206D}" type="presParOf" srcId="{CB892D60-2B20-46C3-87BC-F58EAA848156}" destId="{C0B1907C-499B-43A5-8352-581C1F6219E1}" srcOrd="8" destOrd="0" presId="urn:microsoft.com/office/officeart/2005/8/layout/chart3"/>
    <dgm:cxn modelId="{E1AD2250-C10C-4EAD-AB33-95E9E55F76CD}" type="presParOf" srcId="{CB892D60-2B20-46C3-87BC-F58EAA848156}" destId="{87C899A1-74D4-4481-A2C9-1D4677F9080D}" srcOrd="9"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9E7DAB-F98A-4466-903A-AA55D3FABAC2}">
      <dsp:nvSpPr>
        <dsp:cNvPr id="0" name=""/>
        <dsp:cNvSpPr/>
      </dsp:nvSpPr>
      <dsp:spPr>
        <a:xfrm>
          <a:off x="459379" y="857217"/>
          <a:ext cx="3547544" cy="3547544"/>
        </a:xfrm>
        <a:prstGeom prst="circularArrow">
          <a:avLst>
            <a:gd name="adj1" fmla="val 5544"/>
            <a:gd name="adj2" fmla="val 330680"/>
            <a:gd name="adj3" fmla="val 13880791"/>
            <a:gd name="adj4" fmla="val 17322468"/>
            <a:gd name="adj5" fmla="val 5757"/>
          </a:avLst>
        </a:prstGeom>
        <a:gradFill rotWithShape="0">
          <a:gsLst>
            <a:gs pos="0">
              <a:schemeClr val="accent4">
                <a:tint val="40000"/>
                <a:hueOff val="0"/>
                <a:satOff val="0"/>
                <a:lumOff val="0"/>
                <a:alphaOff val="0"/>
                <a:satMod val="103000"/>
                <a:lumMod val="102000"/>
                <a:tint val="94000"/>
              </a:schemeClr>
            </a:gs>
            <a:gs pos="50000">
              <a:schemeClr val="accent4">
                <a:tint val="40000"/>
                <a:hueOff val="0"/>
                <a:satOff val="0"/>
                <a:lumOff val="0"/>
                <a:alphaOff val="0"/>
                <a:satMod val="110000"/>
                <a:lumMod val="100000"/>
                <a:shade val="100000"/>
              </a:schemeClr>
            </a:gs>
            <a:gs pos="100000">
              <a:schemeClr val="accent4">
                <a:tint val="40000"/>
                <a:hueOff val="0"/>
                <a:satOff val="0"/>
                <a:lumOff val="0"/>
                <a:alphaOff val="0"/>
                <a:lumMod val="99000"/>
                <a:satMod val="120000"/>
                <a:shade val="78000"/>
              </a:schemeClr>
            </a:gs>
          </a:gsLst>
          <a:lin ang="5400000" scaled="0"/>
        </a:gra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sp>
    <dsp:sp modelId="{05E69EC8-0E29-4BDC-A8B2-21BD491A0BBD}">
      <dsp:nvSpPr>
        <dsp:cNvPr id="0" name=""/>
        <dsp:cNvSpPr/>
      </dsp:nvSpPr>
      <dsp:spPr>
        <a:xfrm>
          <a:off x="1440426" y="875606"/>
          <a:ext cx="1585450" cy="792725"/>
        </a:xfrm>
        <a:prstGeom prst="round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lvl="0" algn="ctr" defTabSz="1289050">
            <a:lnSpc>
              <a:spcPct val="90000"/>
            </a:lnSpc>
            <a:spcBef>
              <a:spcPct val="0"/>
            </a:spcBef>
            <a:spcAft>
              <a:spcPct val="35000"/>
            </a:spcAft>
          </a:pPr>
          <a:r>
            <a:rPr lang="en-US" sz="2900" kern="1200" dirty="0" smtClean="0"/>
            <a:t>Identify</a:t>
          </a:r>
          <a:endParaRPr lang="en-US" sz="2900" kern="1200" dirty="0"/>
        </a:p>
      </dsp:txBody>
      <dsp:txXfrm>
        <a:off x="1479124" y="914304"/>
        <a:ext cx="1508054" cy="715329"/>
      </dsp:txXfrm>
    </dsp:sp>
    <dsp:sp modelId="{1819C758-0EF1-471D-BE1E-FD5485E4DBBA}">
      <dsp:nvSpPr>
        <dsp:cNvPr id="0" name=""/>
        <dsp:cNvSpPr/>
      </dsp:nvSpPr>
      <dsp:spPr>
        <a:xfrm>
          <a:off x="2879196" y="1920933"/>
          <a:ext cx="1585450" cy="792725"/>
        </a:xfrm>
        <a:prstGeom prst="roundRect">
          <a:avLst/>
        </a:prstGeom>
        <a:gradFill rotWithShape="0">
          <a:gsLst>
            <a:gs pos="0">
              <a:schemeClr val="accent4">
                <a:hueOff val="2598923"/>
                <a:satOff val="-11992"/>
                <a:lumOff val="441"/>
                <a:alphaOff val="0"/>
                <a:satMod val="103000"/>
                <a:lumMod val="102000"/>
                <a:tint val="94000"/>
              </a:schemeClr>
            </a:gs>
            <a:gs pos="50000">
              <a:schemeClr val="accent4">
                <a:hueOff val="2598923"/>
                <a:satOff val="-11992"/>
                <a:lumOff val="441"/>
                <a:alphaOff val="0"/>
                <a:satMod val="110000"/>
                <a:lumMod val="100000"/>
                <a:shade val="100000"/>
              </a:schemeClr>
            </a:gs>
            <a:gs pos="100000">
              <a:schemeClr val="accent4">
                <a:hueOff val="2598923"/>
                <a:satOff val="-11992"/>
                <a:lumOff val="441"/>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lvl="0" algn="ctr" defTabSz="1289050">
            <a:lnSpc>
              <a:spcPct val="90000"/>
            </a:lnSpc>
            <a:spcBef>
              <a:spcPct val="0"/>
            </a:spcBef>
            <a:spcAft>
              <a:spcPct val="35000"/>
            </a:spcAft>
          </a:pPr>
          <a:r>
            <a:rPr lang="en-US" sz="2900" kern="1200" dirty="0" smtClean="0"/>
            <a:t>Analyze</a:t>
          </a:r>
          <a:endParaRPr lang="en-US" sz="2900" kern="1200" dirty="0"/>
        </a:p>
      </dsp:txBody>
      <dsp:txXfrm>
        <a:off x="2917894" y="1959631"/>
        <a:ext cx="1508054" cy="715329"/>
      </dsp:txXfrm>
    </dsp:sp>
    <dsp:sp modelId="{58424D1C-5C6C-43BE-AC27-89C8EA129EC3}">
      <dsp:nvSpPr>
        <dsp:cNvPr id="0" name=""/>
        <dsp:cNvSpPr/>
      </dsp:nvSpPr>
      <dsp:spPr>
        <a:xfrm>
          <a:off x="2329635" y="3612309"/>
          <a:ext cx="1585450" cy="792725"/>
        </a:xfrm>
        <a:prstGeom prst="roundRect">
          <a:avLst/>
        </a:prstGeom>
        <a:gradFill rotWithShape="0">
          <a:gsLst>
            <a:gs pos="0">
              <a:schemeClr val="accent4">
                <a:hueOff val="5197846"/>
                <a:satOff val="-23984"/>
                <a:lumOff val="883"/>
                <a:alphaOff val="0"/>
                <a:satMod val="103000"/>
                <a:lumMod val="102000"/>
                <a:tint val="94000"/>
              </a:schemeClr>
            </a:gs>
            <a:gs pos="50000">
              <a:schemeClr val="accent4">
                <a:hueOff val="5197846"/>
                <a:satOff val="-23984"/>
                <a:lumOff val="883"/>
                <a:alphaOff val="0"/>
                <a:satMod val="110000"/>
                <a:lumMod val="100000"/>
                <a:shade val="100000"/>
              </a:schemeClr>
            </a:gs>
            <a:gs pos="100000">
              <a:schemeClr val="accent4">
                <a:hueOff val="5197846"/>
                <a:satOff val="-23984"/>
                <a:lumOff val="883"/>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lvl="0" algn="ctr" defTabSz="1289050">
            <a:lnSpc>
              <a:spcPct val="90000"/>
            </a:lnSpc>
            <a:spcBef>
              <a:spcPct val="0"/>
            </a:spcBef>
            <a:spcAft>
              <a:spcPct val="35000"/>
            </a:spcAft>
          </a:pPr>
          <a:r>
            <a:rPr lang="en-US" sz="2900" kern="1200" dirty="0" smtClean="0"/>
            <a:t>Evaluate</a:t>
          </a:r>
          <a:endParaRPr lang="en-US" sz="2900" kern="1200" dirty="0"/>
        </a:p>
      </dsp:txBody>
      <dsp:txXfrm>
        <a:off x="2368333" y="3651007"/>
        <a:ext cx="1508054" cy="715329"/>
      </dsp:txXfrm>
    </dsp:sp>
    <dsp:sp modelId="{27A9BA05-5968-4B7A-A6AF-DAD7FF2A47A0}">
      <dsp:nvSpPr>
        <dsp:cNvPr id="0" name=""/>
        <dsp:cNvSpPr/>
      </dsp:nvSpPr>
      <dsp:spPr>
        <a:xfrm>
          <a:off x="551217" y="3612309"/>
          <a:ext cx="1585450" cy="792725"/>
        </a:xfrm>
        <a:prstGeom prst="roundRect">
          <a:avLst/>
        </a:prstGeom>
        <a:gradFill rotWithShape="0">
          <a:gsLst>
            <a:gs pos="0">
              <a:schemeClr val="accent4">
                <a:hueOff val="7796769"/>
                <a:satOff val="-35976"/>
                <a:lumOff val="1324"/>
                <a:alphaOff val="0"/>
                <a:satMod val="103000"/>
                <a:lumMod val="102000"/>
                <a:tint val="94000"/>
              </a:schemeClr>
            </a:gs>
            <a:gs pos="50000">
              <a:schemeClr val="accent4">
                <a:hueOff val="7796769"/>
                <a:satOff val="-35976"/>
                <a:lumOff val="1324"/>
                <a:alphaOff val="0"/>
                <a:satMod val="110000"/>
                <a:lumMod val="100000"/>
                <a:shade val="100000"/>
              </a:schemeClr>
            </a:gs>
            <a:gs pos="100000">
              <a:schemeClr val="accent4">
                <a:hueOff val="7796769"/>
                <a:satOff val="-35976"/>
                <a:lumOff val="1324"/>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lvl="0" algn="ctr" defTabSz="1289050">
            <a:lnSpc>
              <a:spcPct val="90000"/>
            </a:lnSpc>
            <a:spcBef>
              <a:spcPct val="0"/>
            </a:spcBef>
            <a:spcAft>
              <a:spcPct val="35000"/>
            </a:spcAft>
          </a:pPr>
          <a:r>
            <a:rPr lang="en-US" sz="2900" kern="1200" dirty="0" smtClean="0"/>
            <a:t>Treat</a:t>
          </a:r>
          <a:endParaRPr lang="en-US" sz="2900" kern="1200" dirty="0"/>
        </a:p>
      </dsp:txBody>
      <dsp:txXfrm>
        <a:off x="589915" y="3651007"/>
        <a:ext cx="1508054" cy="715329"/>
      </dsp:txXfrm>
    </dsp:sp>
    <dsp:sp modelId="{7ABF6D14-16FF-45A4-A22F-56F607B5B8F5}">
      <dsp:nvSpPr>
        <dsp:cNvPr id="0" name=""/>
        <dsp:cNvSpPr/>
      </dsp:nvSpPr>
      <dsp:spPr>
        <a:xfrm>
          <a:off x="1656" y="1920933"/>
          <a:ext cx="1585450" cy="792725"/>
        </a:xfrm>
        <a:prstGeom prst="roundRect">
          <a:avLst/>
        </a:prstGeom>
        <a:gradFill rotWithShape="0">
          <a:gsLst>
            <a:gs pos="0">
              <a:schemeClr val="accent4">
                <a:hueOff val="10395692"/>
                <a:satOff val="-47968"/>
                <a:lumOff val="1765"/>
                <a:alphaOff val="0"/>
                <a:satMod val="103000"/>
                <a:lumMod val="102000"/>
                <a:tint val="94000"/>
              </a:schemeClr>
            </a:gs>
            <a:gs pos="50000">
              <a:schemeClr val="accent4">
                <a:hueOff val="10395692"/>
                <a:satOff val="-47968"/>
                <a:lumOff val="1765"/>
                <a:alphaOff val="0"/>
                <a:satMod val="110000"/>
                <a:lumMod val="100000"/>
                <a:shade val="100000"/>
              </a:schemeClr>
            </a:gs>
            <a:gs pos="100000">
              <a:schemeClr val="accent4">
                <a:hueOff val="10395692"/>
                <a:satOff val="-47968"/>
                <a:lumOff val="1765"/>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lvl="0" algn="ctr" defTabSz="1289050">
            <a:lnSpc>
              <a:spcPct val="90000"/>
            </a:lnSpc>
            <a:spcBef>
              <a:spcPct val="0"/>
            </a:spcBef>
            <a:spcAft>
              <a:spcPct val="35000"/>
            </a:spcAft>
          </a:pPr>
          <a:r>
            <a:rPr lang="en-US" sz="2900" kern="1200" dirty="0" smtClean="0"/>
            <a:t>Monitor</a:t>
          </a:r>
          <a:endParaRPr lang="en-US" sz="2900" kern="1200" dirty="0"/>
        </a:p>
      </dsp:txBody>
      <dsp:txXfrm>
        <a:off x="40354" y="1959631"/>
        <a:ext cx="1508054" cy="71532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915EC1-A275-4419-B6DD-9DC54319BF3E}">
      <dsp:nvSpPr>
        <dsp:cNvPr id="0" name=""/>
        <dsp:cNvSpPr/>
      </dsp:nvSpPr>
      <dsp:spPr>
        <a:xfrm>
          <a:off x="251352" y="396210"/>
          <a:ext cx="2229528" cy="2229528"/>
        </a:xfrm>
        <a:prstGeom prst="pie">
          <a:avLst>
            <a:gd name="adj1" fmla="val 16200000"/>
            <a:gd name="adj2" fmla="val 2052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sz="1500" kern="1200" dirty="0" smtClean="0"/>
            <a:t>Identify</a:t>
          </a:r>
          <a:endParaRPr lang="en-US" sz="1500" kern="1200" dirty="0"/>
        </a:p>
      </dsp:txBody>
      <dsp:txXfrm>
        <a:off x="1394251" y="729312"/>
        <a:ext cx="756447" cy="517569"/>
      </dsp:txXfrm>
    </dsp:sp>
    <dsp:sp modelId="{B908182B-DF5B-4F6C-8EEA-512201C7CDC9}">
      <dsp:nvSpPr>
        <dsp:cNvPr id="0" name=""/>
        <dsp:cNvSpPr/>
      </dsp:nvSpPr>
      <dsp:spPr>
        <a:xfrm>
          <a:off x="173319" y="503705"/>
          <a:ext cx="2229528" cy="2229528"/>
        </a:xfrm>
        <a:prstGeom prst="pie">
          <a:avLst>
            <a:gd name="adj1" fmla="val 20520000"/>
            <a:gd name="adj2" fmla="val 3240000"/>
          </a:avLst>
        </a:prstGeom>
        <a:gradFill rotWithShape="0">
          <a:gsLst>
            <a:gs pos="0">
              <a:schemeClr val="accent4">
                <a:hueOff val="2598923"/>
                <a:satOff val="-11992"/>
                <a:lumOff val="441"/>
                <a:alphaOff val="0"/>
                <a:satMod val="103000"/>
                <a:lumMod val="102000"/>
                <a:tint val="94000"/>
              </a:schemeClr>
            </a:gs>
            <a:gs pos="50000">
              <a:schemeClr val="accent4">
                <a:hueOff val="2598923"/>
                <a:satOff val="-11992"/>
                <a:lumOff val="441"/>
                <a:alphaOff val="0"/>
                <a:satMod val="110000"/>
                <a:lumMod val="100000"/>
                <a:shade val="100000"/>
              </a:schemeClr>
            </a:gs>
            <a:gs pos="100000">
              <a:schemeClr val="accent4">
                <a:hueOff val="2598923"/>
                <a:satOff val="-11992"/>
                <a:lumOff val="441"/>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sz="1500" kern="1200" dirty="0" smtClean="0"/>
            <a:t>Analyze</a:t>
          </a:r>
          <a:endParaRPr lang="en-US" sz="1500" kern="1200" dirty="0"/>
        </a:p>
      </dsp:txBody>
      <dsp:txXfrm>
        <a:off x="1630475" y="1512301"/>
        <a:ext cx="663550" cy="560036"/>
      </dsp:txXfrm>
    </dsp:sp>
    <dsp:sp modelId="{C8CB46B1-E79C-457E-A28D-1EE2F9EBEE32}">
      <dsp:nvSpPr>
        <dsp:cNvPr id="0" name=""/>
        <dsp:cNvSpPr/>
      </dsp:nvSpPr>
      <dsp:spPr>
        <a:xfrm>
          <a:off x="173319" y="503705"/>
          <a:ext cx="2229528" cy="2229528"/>
        </a:xfrm>
        <a:prstGeom prst="pie">
          <a:avLst>
            <a:gd name="adj1" fmla="val 3240000"/>
            <a:gd name="adj2" fmla="val 7560000"/>
          </a:avLst>
        </a:prstGeom>
        <a:gradFill rotWithShape="0">
          <a:gsLst>
            <a:gs pos="0">
              <a:schemeClr val="accent4">
                <a:hueOff val="5197846"/>
                <a:satOff val="-23984"/>
                <a:lumOff val="883"/>
                <a:alphaOff val="0"/>
                <a:satMod val="103000"/>
                <a:lumMod val="102000"/>
                <a:tint val="94000"/>
              </a:schemeClr>
            </a:gs>
            <a:gs pos="50000">
              <a:schemeClr val="accent4">
                <a:hueOff val="5197846"/>
                <a:satOff val="-23984"/>
                <a:lumOff val="883"/>
                <a:alphaOff val="0"/>
                <a:satMod val="110000"/>
                <a:lumMod val="100000"/>
                <a:shade val="100000"/>
              </a:schemeClr>
            </a:gs>
            <a:gs pos="100000">
              <a:schemeClr val="accent4">
                <a:hueOff val="5197846"/>
                <a:satOff val="-23984"/>
                <a:lumOff val="883"/>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sz="1500" kern="1200" dirty="0" smtClean="0"/>
            <a:t>Evaluate</a:t>
          </a:r>
          <a:endParaRPr lang="en-US" sz="1500" kern="1200" dirty="0"/>
        </a:p>
      </dsp:txBody>
      <dsp:txXfrm>
        <a:off x="889953" y="2175851"/>
        <a:ext cx="796260" cy="477756"/>
      </dsp:txXfrm>
    </dsp:sp>
    <dsp:sp modelId="{75645940-2EEE-4E50-8B17-F4838C4D2812}">
      <dsp:nvSpPr>
        <dsp:cNvPr id="0" name=""/>
        <dsp:cNvSpPr/>
      </dsp:nvSpPr>
      <dsp:spPr>
        <a:xfrm>
          <a:off x="173319" y="503705"/>
          <a:ext cx="2229528" cy="2229528"/>
        </a:xfrm>
        <a:prstGeom prst="pie">
          <a:avLst>
            <a:gd name="adj1" fmla="val 7560000"/>
            <a:gd name="adj2" fmla="val 11880000"/>
          </a:avLst>
        </a:prstGeom>
        <a:gradFill rotWithShape="0">
          <a:gsLst>
            <a:gs pos="0">
              <a:schemeClr val="accent4">
                <a:hueOff val="7796769"/>
                <a:satOff val="-35976"/>
                <a:lumOff val="1324"/>
                <a:alphaOff val="0"/>
                <a:satMod val="103000"/>
                <a:lumMod val="102000"/>
                <a:tint val="94000"/>
              </a:schemeClr>
            </a:gs>
            <a:gs pos="50000">
              <a:schemeClr val="accent4">
                <a:hueOff val="7796769"/>
                <a:satOff val="-35976"/>
                <a:lumOff val="1324"/>
                <a:alphaOff val="0"/>
                <a:satMod val="110000"/>
                <a:lumMod val="100000"/>
                <a:shade val="100000"/>
              </a:schemeClr>
            </a:gs>
            <a:gs pos="100000">
              <a:schemeClr val="accent4">
                <a:hueOff val="7796769"/>
                <a:satOff val="-35976"/>
                <a:lumOff val="1324"/>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sz="1500" kern="1200" dirty="0" smtClean="0"/>
            <a:t>Treat</a:t>
          </a:r>
          <a:endParaRPr lang="en-US" sz="1500" kern="1200" dirty="0"/>
        </a:p>
      </dsp:txBody>
      <dsp:txXfrm>
        <a:off x="279487" y="1512301"/>
        <a:ext cx="663550" cy="560036"/>
      </dsp:txXfrm>
    </dsp:sp>
    <dsp:sp modelId="{C0B1907C-499B-43A5-8352-581C1F6219E1}">
      <dsp:nvSpPr>
        <dsp:cNvPr id="0" name=""/>
        <dsp:cNvSpPr/>
      </dsp:nvSpPr>
      <dsp:spPr>
        <a:xfrm>
          <a:off x="173319" y="503705"/>
          <a:ext cx="2229528" cy="2229528"/>
        </a:xfrm>
        <a:prstGeom prst="pie">
          <a:avLst>
            <a:gd name="adj1" fmla="val 11880000"/>
            <a:gd name="adj2" fmla="val 16200000"/>
          </a:avLst>
        </a:prstGeom>
        <a:gradFill rotWithShape="0">
          <a:gsLst>
            <a:gs pos="0">
              <a:schemeClr val="accent4">
                <a:hueOff val="10395692"/>
                <a:satOff val="-47968"/>
                <a:lumOff val="1765"/>
                <a:alphaOff val="0"/>
                <a:satMod val="103000"/>
                <a:lumMod val="102000"/>
                <a:tint val="94000"/>
              </a:schemeClr>
            </a:gs>
            <a:gs pos="50000">
              <a:schemeClr val="accent4">
                <a:hueOff val="10395692"/>
                <a:satOff val="-47968"/>
                <a:lumOff val="1765"/>
                <a:alphaOff val="0"/>
                <a:satMod val="110000"/>
                <a:lumMod val="100000"/>
                <a:shade val="100000"/>
              </a:schemeClr>
            </a:gs>
            <a:gs pos="100000">
              <a:schemeClr val="accent4">
                <a:hueOff val="10395692"/>
                <a:satOff val="-47968"/>
                <a:lumOff val="1765"/>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sz="1500" kern="1200" dirty="0" smtClean="0"/>
            <a:t>Monitor</a:t>
          </a:r>
          <a:endParaRPr lang="en-US" sz="1500" kern="1200" dirty="0"/>
        </a:p>
      </dsp:txBody>
      <dsp:txXfrm>
        <a:off x="498458" y="843442"/>
        <a:ext cx="756447" cy="51756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915EC1-A275-4419-B6DD-9DC54319BF3E}">
      <dsp:nvSpPr>
        <dsp:cNvPr id="0" name=""/>
        <dsp:cNvSpPr/>
      </dsp:nvSpPr>
      <dsp:spPr>
        <a:xfrm>
          <a:off x="251352" y="396210"/>
          <a:ext cx="2229528" cy="2229528"/>
        </a:xfrm>
        <a:prstGeom prst="pie">
          <a:avLst>
            <a:gd name="adj1" fmla="val 16200000"/>
            <a:gd name="adj2" fmla="val 2052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sz="1500" kern="1200" dirty="0" smtClean="0"/>
            <a:t>Identify</a:t>
          </a:r>
          <a:endParaRPr lang="en-US" sz="1500" kern="1200" dirty="0"/>
        </a:p>
      </dsp:txBody>
      <dsp:txXfrm>
        <a:off x="1394251" y="729312"/>
        <a:ext cx="756447" cy="517569"/>
      </dsp:txXfrm>
    </dsp:sp>
    <dsp:sp modelId="{B908182B-DF5B-4F6C-8EEA-512201C7CDC9}">
      <dsp:nvSpPr>
        <dsp:cNvPr id="0" name=""/>
        <dsp:cNvSpPr/>
      </dsp:nvSpPr>
      <dsp:spPr>
        <a:xfrm>
          <a:off x="173319" y="503705"/>
          <a:ext cx="2229528" cy="2229528"/>
        </a:xfrm>
        <a:prstGeom prst="pie">
          <a:avLst>
            <a:gd name="adj1" fmla="val 20520000"/>
            <a:gd name="adj2" fmla="val 3240000"/>
          </a:avLst>
        </a:prstGeom>
        <a:gradFill rotWithShape="0">
          <a:gsLst>
            <a:gs pos="0">
              <a:schemeClr val="accent4">
                <a:hueOff val="2598923"/>
                <a:satOff val="-11992"/>
                <a:lumOff val="441"/>
                <a:alphaOff val="0"/>
                <a:satMod val="103000"/>
                <a:lumMod val="102000"/>
                <a:tint val="94000"/>
              </a:schemeClr>
            </a:gs>
            <a:gs pos="50000">
              <a:schemeClr val="accent4">
                <a:hueOff val="2598923"/>
                <a:satOff val="-11992"/>
                <a:lumOff val="441"/>
                <a:alphaOff val="0"/>
                <a:satMod val="110000"/>
                <a:lumMod val="100000"/>
                <a:shade val="100000"/>
              </a:schemeClr>
            </a:gs>
            <a:gs pos="100000">
              <a:schemeClr val="accent4">
                <a:hueOff val="2598923"/>
                <a:satOff val="-11992"/>
                <a:lumOff val="441"/>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sz="1500" kern="1200" dirty="0" smtClean="0"/>
            <a:t>Analyze</a:t>
          </a:r>
          <a:endParaRPr lang="en-US" sz="1500" kern="1200" dirty="0"/>
        </a:p>
      </dsp:txBody>
      <dsp:txXfrm>
        <a:off x="1630475" y="1512301"/>
        <a:ext cx="663550" cy="560036"/>
      </dsp:txXfrm>
    </dsp:sp>
    <dsp:sp modelId="{C8CB46B1-E79C-457E-A28D-1EE2F9EBEE32}">
      <dsp:nvSpPr>
        <dsp:cNvPr id="0" name=""/>
        <dsp:cNvSpPr/>
      </dsp:nvSpPr>
      <dsp:spPr>
        <a:xfrm>
          <a:off x="173319" y="503705"/>
          <a:ext cx="2229528" cy="2229528"/>
        </a:xfrm>
        <a:prstGeom prst="pie">
          <a:avLst>
            <a:gd name="adj1" fmla="val 3240000"/>
            <a:gd name="adj2" fmla="val 7560000"/>
          </a:avLst>
        </a:prstGeom>
        <a:gradFill rotWithShape="0">
          <a:gsLst>
            <a:gs pos="0">
              <a:schemeClr val="accent4">
                <a:hueOff val="5197846"/>
                <a:satOff val="-23984"/>
                <a:lumOff val="883"/>
                <a:alphaOff val="0"/>
                <a:satMod val="103000"/>
                <a:lumMod val="102000"/>
                <a:tint val="94000"/>
              </a:schemeClr>
            </a:gs>
            <a:gs pos="50000">
              <a:schemeClr val="accent4">
                <a:hueOff val="5197846"/>
                <a:satOff val="-23984"/>
                <a:lumOff val="883"/>
                <a:alphaOff val="0"/>
                <a:satMod val="110000"/>
                <a:lumMod val="100000"/>
                <a:shade val="100000"/>
              </a:schemeClr>
            </a:gs>
            <a:gs pos="100000">
              <a:schemeClr val="accent4">
                <a:hueOff val="5197846"/>
                <a:satOff val="-23984"/>
                <a:lumOff val="883"/>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sz="1500" kern="1200" dirty="0" smtClean="0"/>
            <a:t>Evaluate</a:t>
          </a:r>
          <a:endParaRPr lang="en-US" sz="1500" kern="1200" dirty="0"/>
        </a:p>
      </dsp:txBody>
      <dsp:txXfrm>
        <a:off x="889953" y="2175851"/>
        <a:ext cx="796260" cy="477756"/>
      </dsp:txXfrm>
    </dsp:sp>
    <dsp:sp modelId="{75645940-2EEE-4E50-8B17-F4838C4D2812}">
      <dsp:nvSpPr>
        <dsp:cNvPr id="0" name=""/>
        <dsp:cNvSpPr/>
      </dsp:nvSpPr>
      <dsp:spPr>
        <a:xfrm>
          <a:off x="173319" y="503705"/>
          <a:ext cx="2229528" cy="2229528"/>
        </a:xfrm>
        <a:prstGeom prst="pie">
          <a:avLst>
            <a:gd name="adj1" fmla="val 7560000"/>
            <a:gd name="adj2" fmla="val 11880000"/>
          </a:avLst>
        </a:prstGeom>
        <a:gradFill rotWithShape="0">
          <a:gsLst>
            <a:gs pos="0">
              <a:schemeClr val="accent4">
                <a:hueOff val="7796769"/>
                <a:satOff val="-35976"/>
                <a:lumOff val="1324"/>
                <a:alphaOff val="0"/>
                <a:satMod val="103000"/>
                <a:lumMod val="102000"/>
                <a:tint val="94000"/>
              </a:schemeClr>
            </a:gs>
            <a:gs pos="50000">
              <a:schemeClr val="accent4">
                <a:hueOff val="7796769"/>
                <a:satOff val="-35976"/>
                <a:lumOff val="1324"/>
                <a:alphaOff val="0"/>
                <a:satMod val="110000"/>
                <a:lumMod val="100000"/>
                <a:shade val="100000"/>
              </a:schemeClr>
            </a:gs>
            <a:gs pos="100000">
              <a:schemeClr val="accent4">
                <a:hueOff val="7796769"/>
                <a:satOff val="-35976"/>
                <a:lumOff val="1324"/>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sz="1500" kern="1200" dirty="0" smtClean="0"/>
            <a:t>Treat</a:t>
          </a:r>
          <a:endParaRPr lang="en-US" sz="1500" kern="1200" dirty="0"/>
        </a:p>
      </dsp:txBody>
      <dsp:txXfrm>
        <a:off x="279487" y="1512301"/>
        <a:ext cx="663550" cy="560036"/>
      </dsp:txXfrm>
    </dsp:sp>
    <dsp:sp modelId="{C0B1907C-499B-43A5-8352-581C1F6219E1}">
      <dsp:nvSpPr>
        <dsp:cNvPr id="0" name=""/>
        <dsp:cNvSpPr/>
      </dsp:nvSpPr>
      <dsp:spPr>
        <a:xfrm>
          <a:off x="173319" y="503705"/>
          <a:ext cx="2229528" cy="2229528"/>
        </a:xfrm>
        <a:prstGeom prst="pie">
          <a:avLst>
            <a:gd name="adj1" fmla="val 11880000"/>
            <a:gd name="adj2" fmla="val 16200000"/>
          </a:avLst>
        </a:prstGeom>
        <a:gradFill rotWithShape="0">
          <a:gsLst>
            <a:gs pos="0">
              <a:schemeClr val="accent4">
                <a:hueOff val="10395692"/>
                <a:satOff val="-47968"/>
                <a:lumOff val="1765"/>
                <a:alphaOff val="0"/>
                <a:satMod val="103000"/>
                <a:lumMod val="102000"/>
                <a:tint val="94000"/>
              </a:schemeClr>
            </a:gs>
            <a:gs pos="50000">
              <a:schemeClr val="accent4">
                <a:hueOff val="10395692"/>
                <a:satOff val="-47968"/>
                <a:lumOff val="1765"/>
                <a:alphaOff val="0"/>
                <a:satMod val="110000"/>
                <a:lumMod val="100000"/>
                <a:shade val="100000"/>
              </a:schemeClr>
            </a:gs>
            <a:gs pos="100000">
              <a:schemeClr val="accent4">
                <a:hueOff val="10395692"/>
                <a:satOff val="-47968"/>
                <a:lumOff val="1765"/>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sz="1500" kern="1200" dirty="0" smtClean="0"/>
            <a:t>Monitor</a:t>
          </a:r>
          <a:endParaRPr lang="en-US" sz="1500" kern="1200" dirty="0"/>
        </a:p>
      </dsp:txBody>
      <dsp:txXfrm>
        <a:off x="498458" y="843442"/>
        <a:ext cx="756447" cy="51756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915EC1-A275-4419-B6DD-9DC54319BF3E}">
      <dsp:nvSpPr>
        <dsp:cNvPr id="0" name=""/>
        <dsp:cNvSpPr/>
      </dsp:nvSpPr>
      <dsp:spPr>
        <a:xfrm>
          <a:off x="218934" y="233025"/>
          <a:ext cx="1941978" cy="1941978"/>
        </a:xfrm>
        <a:prstGeom prst="pie">
          <a:avLst>
            <a:gd name="adj1" fmla="val 16200000"/>
            <a:gd name="adj2" fmla="val 2052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lvl="0" algn="ctr" defTabSz="577850">
            <a:lnSpc>
              <a:spcPct val="90000"/>
            </a:lnSpc>
            <a:spcBef>
              <a:spcPct val="0"/>
            </a:spcBef>
            <a:spcAft>
              <a:spcPct val="35000"/>
            </a:spcAft>
          </a:pPr>
          <a:r>
            <a:rPr lang="en-US" sz="1300" kern="1200" dirty="0" smtClean="0"/>
            <a:t>Identify</a:t>
          </a:r>
          <a:endParaRPr lang="en-US" sz="1300" kern="1200" dirty="0"/>
        </a:p>
      </dsp:txBody>
      <dsp:txXfrm>
        <a:off x="1214430" y="523166"/>
        <a:ext cx="658885" cy="450816"/>
      </dsp:txXfrm>
    </dsp:sp>
    <dsp:sp modelId="{B908182B-DF5B-4F6C-8EEA-512201C7CDC9}">
      <dsp:nvSpPr>
        <dsp:cNvPr id="0" name=""/>
        <dsp:cNvSpPr/>
      </dsp:nvSpPr>
      <dsp:spPr>
        <a:xfrm>
          <a:off x="150965" y="326656"/>
          <a:ext cx="1941978" cy="1941978"/>
        </a:xfrm>
        <a:prstGeom prst="pie">
          <a:avLst>
            <a:gd name="adj1" fmla="val 20520000"/>
            <a:gd name="adj2" fmla="val 3240000"/>
          </a:avLst>
        </a:prstGeom>
        <a:gradFill rotWithShape="0">
          <a:gsLst>
            <a:gs pos="0">
              <a:schemeClr val="accent4">
                <a:hueOff val="2598923"/>
                <a:satOff val="-11992"/>
                <a:lumOff val="441"/>
                <a:alphaOff val="0"/>
                <a:satMod val="103000"/>
                <a:lumMod val="102000"/>
                <a:tint val="94000"/>
              </a:schemeClr>
            </a:gs>
            <a:gs pos="50000">
              <a:schemeClr val="accent4">
                <a:hueOff val="2598923"/>
                <a:satOff val="-11992"/>
                <a:lumOff val="441"/>
                <a:alphaOff val="0"/>
                <a:satMod val="110000"/>
                <a:lumMod val="100000"/>
                <a:shade val="100000"/>
              </a:schemeClr>
            </a:gs>
            <a:gs pos="100000">
              <a:schemeClr val="accent4">
                <a:hueOff val="2598923"/>
                <a:satOff val="-11992"/>
                <a:lumOff val="441"/>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lvl="0" algn="ctr" defTabSz="577850">
            <a:lnSpc>
              <a:spcPct val="90000"/>
            </a:lnSpc>
            <a:spcBef>
              <a:spcPct val="0"/>
            </a:spcBef>
            <a:spcAft>
              <a:spcPct val="35000"/>
            </a:spcAft>
          </a:pPr>
          <a:r>
            <a:rPr lang="en-US" sz="1300" kern="1200" dirty="0" smtClean="0"/>
            <a:t>Analyze</a:t>
          </a:r>
          <a:endParaRPr lang="en-US" sz="1300" kern="1200" dirty="0"/>
        </a:p>
      </dsp:txBody>
      <dsp:txXfrm>
        <a:off x="1420187" y="1205170"/>
        <a:ext cx="577969" cy="487806"/>
      </dsp:txXfrm>
    </dsp:sp>
    <dsp:sp modelId="{C8CB46B1-E79C-457E-A28D-1EE2F9EBEE32}">
      <dsp:nvSpPr>
        <dsp:cNvPr id="0" name=""/>
        <dsp:cNvSpPr/>
      </dsp:nvSpPr>
      <dsp:spPr>
        <a:xfrm>
          <a:off x="150965" y="326656"/>
          <a:ext cx="1941978" cy="1941978"/>
        </a:xfrm>
        <a:prstGeom prst="pie">
          <a:avLst>
            <a:gd name="adj1" fmla="val 3240000"/>
            <a:gd name="adj2" fmla="val 7560000"/>
          </a:avLst>
        </a:prstGeom>
        <a:gradFill rotWithShape="0">
          <a:gsLst>
            <a:gs pos="0">
              <a:schemeClr val="accent4">
                <a:hueOff val="5197846"/>
                <a:satOff val="-23984"/>
                <a:lumOff val="883"/>
                <a:alphaOff val="0"/>
                <a:satMod val="103000"/>
                <a:lumMod val="102000"/>
                <a:tint val="94000"/>
              </a:schemeClr>
            </a:gs>
            <a:gs pos="50000">
              <a:schemeClr val="accent4">
                <a:hueOff val="5197846"/>
                <a:satOff val="-23984"/>
                <a:lumOff val="883"/>
                <a:alphaOff val="0"/>
                <a:satMod val="110000"/>
                <a:lumMod val="100000"/>
                <a:shade val="100000"/>
              </a:schemeClr>
            </a:gs>
            <a:gs pos="100000">
              <a:schemeClr val="accent4">
                <a:hueOff val="5197846"/>
                <a:satOff val="-23984"/>
                <a:lumOff val="883"/>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lvl="0" algn="ctr" defTabSz="577850">
            <a:lnSpc>
              <a:spcPct val="90000"/>
            </a:lnSpc>
            <a:spcBef>
              <a:spcPct val="0"/>
            </a:spcBef>
            <a:spcAft>
              <a:spcPct val="35000"/>
            </a:spcAft>
          </a:pPr>
          <a:r>
            <a:rPr lang="en-US" sz="1300" kern="1200" dirty="0" smtClean="0"/>
            <a:t>Evaluate</a:t>
          </a:r>
          <a:endParaRPr lang="en-US" sz="1300" kern="1200" dirty="0"/>
        </a:p>
      </dsp:txBody>
      <dsp:txXfrm>
        <a:off x="775173" y="1783140"/>
        <a:ext cx="693563" cy="416138"/>
      </dsp:txXfrm>
    </dsp:sp>
    <dsp:sp modelId="{75645940-2EEE-4E50-8B17-F4838C4D2812}">
      <dsp:nvSpPr>
        <dsp:cNvPr id="0" name=""/>
        <dsp:cNvSpPr/>
      </dsp:nvSpPr>
      <dsp:spPr>
        <a:xfrm>
          <a:off x="150965" y="326656"/>
          <a:ext cx="1941978" cy="1941978"/>
        </a:xfrm>
        <a:prstGeom prst="pie">
          <a:avLst>
            <a:gd name="adj1" fmla="val 7560000"/>
            <a:gd name="adj2" fmla="val 11880000"/>
          </a:avLst>
        </a:prstGeom>
        <a:gradFill rotWithShape="0">
          <a:gsLst>
            <a:gs pos="0">
              <a:schemeClr val="accent4">
                <a:hueOff val="7796769"/>
                <a:satOff val="-35976"/>
                <a:lumOff val="1324"/>
                <a:alphaOff val="0"/>
                <a:satMod val="103000"/>
                <a:lumMod val="102000"/>
                <a:tint val="94000"/>
              </a:schemeClr>
            </a:gs>
            <a:gs pos="50000">
              <a:schemeClr val="accent4">
                <a:hueOff val="7796769"/>
                <a:satOff val="-35976"/>
                <a:lumOff val="1324"/>
                <a:alphaOff val="0"/>
                <a:satMod val="110000"/>
                <a:lumMod val="100000"/>
                <a:shade val="100000"/>
              </a:schemeClr>
            </a:gs>
            <a:gs pos="100000">
              <a:schemeClr val="accent4">
                <a:hueOff val="7796769"/>
                <a:satOff val="-35976"/>
                <a:lumOff val="1324"/>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lvl="0" algn="ctr" defTabSz="577850">
            <a:lnSpc>
              <a:spcPct val="90000"/>
            </a:lnSpc>
            <a:spcBef>
              <a:spcPct val="0"/>
            </a:spcBef>
            <a:spcAft>
              <a:spcPct val="35000"/>
            </a:spcAft>
          </a:pPr>
          <a:r>
            <a:rPr lang="en-US" sz="1300" kern="1200" dirty="0" smtClean="0"/>
            <a:t>Treat</a:t>
          </a:r>
          <a:endParaRPr lang="en-US" sz="1300" kern="1200" dirty="0"/>
        </a:p>
      </dsp:txBody>
      <dsp:txXfrm>
        <a:off x="243440" y="1205170"/>
        <a:ext cx="577969" cy="487806"/>
      </dsp:txXfrm>
    </dsp:sp>
    <dsp:sp modelId="{C0B1907C-499B-43A5-8352-581C1F6219E1}">
      <dsp:nvSpPr>
        <dsp:cNvPr id="0" name=""/>
        <dsp:cNvSpPr/>
      </dsp:nvSpPr>
      <dsp:spPr>
        <a:xfrm>
          <a:off x="150965" y="326656"/>
          <a:ext cx="1941978" cy="1941978"/>
        </a:xfrm>
        <a:prstGeom prst="pie">
          <a:avLst>
            <a:gd name="adj1" fmla="val 11880000"/>
            <a:gd name="adj2" fmla="val 16200000"/>
          </a:avLst>
        </a:prstGeom>
        <a:gradFill rotWithShape="0">
          <a:gsLst>
            <a:gs pos="0">
              <a:schemeClr val="accent4">
                <a:hueOff val="10395692"/>
                <a:satOff val="-47968"/>
                <a:lumOff val="1765"/>
                <a:alphaOff val="0"/>
                <a:satMod val="103000"/>
                <a:lumMod val="102000"/>
                <a:tint val="94000"/>
              </a:schemeClr>
            </a:gs>
            <a:gs pos="50000">
              <a:schemeClr val="accent4">
                <a:hueOff val="10395692"/>
                <a:satOff val="-47968"/>
                <a:lumOff val="1765"/>
                <a:alphaOff val="0"/>
                <a:satMod val="110000"/>
                <a:lumMod val="100000"/>
                <a:shade val="100000"/>
              </a:schemeClr>
            </a:gs>
            <a:gs pos="100000">
              <a:schemeClr val="accent4">
                <a:hueOff val="10395692"/>
                <a:satOff val="-47968"/>
                <a:lumOff val="1765"/>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lvl="0" algn="ctr" defTabSz="577850">
            <a:lnSpc>
              <a:spcPct val="90000"/>
            </a:lnSpc>
            <a:spcBef>
              <a:spcPct val="0"/>
            </a:spcBef>
            <a:spcAft>
              <a:spcPct val="35000"/>
            </a:spcAft>
          </a:pPr>
          <a:r>
            <a:rPr lang="en-US" sz="1300" kern="1200" dirty="0" smtClean="0"/>
            <a:t>Monitor</a:t>
          </a:r>
          <a:endParaRPr lang="en-US" sz="1300" kern="1200" dirty="0"/>
        </a:p>
      </dsp:txBody>
      <dsp:txXfrm>
        <a:off x="434170" y="622577"/>
        <a:ext cx="658885" cy="45081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915EC1-A275-4419-B6DD-9DC54319BF3E}">
      <dsp:nvSpPr>
        <dsp:cNvPr id="0" name=""/>
        <dsp:cNvSpPr/>
      </dsp:nvSpPr>
      <dsp:spPr>
        <a:xfrm>
          <a:off x="231746" y="478742"/>
          <a:ext cx="2055620" cy="2055620"/>
        </a:xfrm>
        <a:prstGeom prst="pie">
          <a:avLst>
            <a:gd name="adj1" fmla="val 16200000"/>
            <a:gd name="adj2" fmla="val 2052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dirty="0" smtClean="0"/>
            <a:t>Identify</a:t>
          </a:r>
          <a:endParaRPr lang="en-US" sz="1400" kern="1200" dirty="0"/>
        </a:p>
      </dsp:txBody>
      <dsp:txXfrm>
        <a:off x="1285496" y="785862"/>
        <a:ext cx="697442" cy="477197"/>
      </dsp:txXfrm>
    </dsp:sp>
    <dsp:sp modelId="{B908182B-DF5B-4F6C-8EEA-512201C7CDC9}">
      <dsp:nvSpPr>
        <dsp:cNvPr id="0" name=""/>
        <dsp:cNvSpPr/>
      </dsp:nvSpPr>
      <dsp:spPr>
        <a:xfrm>
          <a:off x="159800" y="577852"/>
          <a:ext cx="2055620" cy="2055620"/>
        </a:xfrm>
        <a:prstGeom prst="pie">
          <a:avLst>
            <a:gd name="adj1" fmla="val 20520000"/>
            <a:gd name="adj2" fmla="val 3240000"/>
          </a:avLst>
        </a:prstGeom>
        <a:gradFill rotWithShape="0">
          <a:gsLst>
            <a:gs pos="0">
              <a:schemeClr val="accent4">
                <a:hueOff val="2598923"/>
                <a:satOff val="-11992"/>
                <a:lumOff val="441"/>
                <a:alphaOff val="0"/>
                <a:satMod val="103000"/>
                <a:lumMod val="102000"/>
                <a:tint val="94000"/>
              </a:schemeClr>
            </a:gs>
            <a:gs pos="50000">
              <a:schemeClr val="accent4">
                <a:hueOff val="2598923"/>
                <a:satOff val="-11992"/>
                <a:lumOff val="441"/>
                <a:alphaOff val="0"/>
                <a:satMod val="110000"/>
                <a:lumMod val="100000"/>
                <a:shade val="100000"/>
              </a:schemeClr>
            </a:gs>
            <a:gs pos="100000">
              <a:schemeClr val="accent4">
                <a:hueOff val="2598923"/>
                <a:satOff val="-11992"/>
                <a:lumOff val="441"/>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dirty="0" smtClean="0"/>
            <a:t>Analyze</a:t>
          </a:r>
          <a:endParaRPr lang="en-US" sz="1400" kern="1200" dirty="0"/>
        </a:p>
      </dsp:txBody>
      <dsp:txXfrm>
        <a:off x="1503294" y="1507776"/>
        <a:ext cx="611791" cy="516352"/>
      </dsp:txXfrm>
    </dsp:sp>
    <dsp:sp modelId="{C8CB46B1-E79C-457E-A28D-1EE2F9EBEE32}">
      <dsp:nvSpPr>
        <dsp:cNvPr id="0" name=""/>
        <dsp:cNvSpPr/>
      </dsp:nvSpPr>
      <dsp:spPr>
        <a:xfrm>
          <a:off x="159800" y="577852"/>
          <a:ext cx="2055620" cy="2055620"/>
        </a:xfrm>
        <a:prstGeom prst="pie">
          <a:avLst>
            <a:gd name="adj1" fmla="val 3240000"/>
            <a:gd name="adj2" fmla="val 7560000"/>
          </a:avLst>
        </a:prstGeom>
        <a:gradFill rotWithShape="0">
          <a:gsLst>
            <a:gs pos="0">
              <a:schemeClr val="accent4">
                <a:hueOff val="5197846"/>
                <a:satOff val="-23984"/>
                <a:lumOff val="883"/>
                <a:alphaOff val="0"/>
                <a:satMod val="103000"/>
                <a:lumMod val="102000"/>
                <a:tint val="94000"/>
              </a:schemeClr>
            </a:gs>
            <a:gs pos="50000">
              <a:schemeClr val="accent4">
                <a:hueOff val="5197846"/>
                <a:satOff val="-23984"/>
                <a:lumOff val="883"/>
                <a:alphaOff val="0"/>
                <a:satMod val="110000"/>
                <a:lumMod val="100000"/>
                <a:shade val="100000"/>
              </a:schemeClr>
            </a:gs>
            <a:gs pos="100000">
              <a:schemeClr val="accent4">
                <a:hueOff val="5197846"/>
                <a:satOff val="-23984"/>
                <a:lumOff val="883"/>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dirty="0" smtClean="0"/>
            <a:t>Evaluate</a:t>
          </a:r>
          <a:endParaRPr lang="en-US" sz="1400" kern="1200" dirty="0"/>
        </a:p>
      </dsp:txBody>
      <dsp:txXfrm>
        <a:off x="820535" y="2119568"/>
        <a:ext cx="734150" cy="440490"/>
      </dsp:txXfrm>
    </dsp:sp>
    <dsp:sp modelId="{75645940-2EEE-4E50-8B17-F4838C4D2812}">
      <dsp:nvSpPr>
        <dsp:cNvPr id="0" name=""/>
        <dsp:cNvSpPr/>
      </dsp:nvSpPr>
      <dsp:spPr>
        <a:xfrm>
          <a:off x="159800" y="577852"/>
          <a:ext cx="2055620" cy="2055620"/>
        </a:xfrm>
        <a:prstGeom prst="pie">
          <a:avLst>
            <a:gd name="adj1" fmla="val 7560000"/>
            <a:gd name="adj2" fmla="val 11880000"/>
          </a:avLst>
        </a:prstGeom>
        <a:gradFill rotWithShape="0">
          <a:gsLst>
            <a:gs pos="0">
              <a:schemeClr val="accent4">
                <a:hueOff val="7796769"/>
                <a:satOff val="-35976"/>
                <a:lumOff val="1324"/>
                <a:alphaOff val="0"/>
                <a:satMod val="103000"/>
                <a:lumMod val="102000"/>
                <a:tint val="94000"/>
              </a:schemeClr>
            </a:gs>
            <a:gs pos="50000">
              <a:schemeClr val="accent4">
                <a:hueOff val="7796769"/>
                <a:satOff val="-35976"/>
                <a:lumOff val="1324"/>
                <a:alphaOff val="0"/>
                <a:satMod val="110000"/>
                <a:lumMod val="100000"/>
                <a:shade val="100000"/>
              </a:schemeClr>
            </a:gs>
            <a:gs pos="100000">
              <a:schemeClr val="accent4">
                <a:hueOff val="7796769"/>
                <a:satOff val="-35976"/>
                <a:lumOff val="1324"/>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dirty="0" smtClean="0"/>
            <a:t>Treat</a:t>
          </a:r>
          <a:endParaRPr lang="en-US" sz="1400" kern="1200" dirty="0"/>
        </a:p>
      </dsp:txBody>
      <dsp:txXfrm>
        <a:off x="257686" y="1507776"/>
        <a:ext cx="611791" cy="516352"/>
      </dsp:txXfrm>
    </dsp:sp>
    <dsp:sp modelId="{C0B1907C-499B-43A5-8352-581C1F6219E1}">
      <dsp:nvSpPr>
        <dsp:cNvPr id="0" name=""/>
        <dsp:cNvSpPr/>
      </dsp:nvSpPr>
      <dsp:spPr>
        <a:xfrm>
          <a:off x="159800" y="577852"/>
          <a:ext cx="2055620" cy="2055620"/>
        </a:xfrm>
        <a:prstGeom prst="pie">
          <a:avLst>
            <a:gd name="adj1" fmla="val 11880000"/>
            <a:gd name="adj2" fmla="val 16200000"/>
          </a:avLst>
        </a:prstGeom>
        <a:gradFill rotWithShape="0">
          <a:gsLst>
            <a:gs pos="0">
              <a:schemeClr val="accent4">
                <a:hueOff val="10395692"/>
                <a:satOff val="-47968"/>
                <a:lumOff val="1765"/>
                <a:alphaOff val="0"/>
                <a:satMod val="103000"/>
                <a:lumMod val="102000"/>
                <a:tint val="94000"/>
              </a:schemeClr>
            </a:gs>
            <a:gs pos="50000">
              <a:schemeClr val="accent4">
                <a:hueOff val="10395692"/>
                <a:satOff val="-47968"/>
                <a:lumOff val="1765"/>
                <a:alphaOff val="0"/>
                <a:satMod val="110000"/>
                <a:lumMod val="100000"/>
                <a:shade val="100000"/>
              </a:schemeClr>
            </a:gs>
            <a:gs pos="100000">
              <a:schemeClr val="accent4">
                <a:hueOff val="10395692"/>
                <a:satOff val="-47968"/>
                <a:lumOff val="1765"/>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dirty="0" smtClean="0"/>
            <a:t>Monitor</a:t>
          </a:r>
          <a:endParaRPr lang="en-US" sz="1400" kern="1200" dirty="0"/>
        </a:p>
      </dsp:txBody>
      <dsp:txXfrm>
        <a:off x="459577" y="891090"/>
        <a:ext cx="697442" cy="47719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915EC1-A275-4419-B6DD-9DC54319BF3E}">
      <dsp:nvSpPr>
        <dsp:cNvPr id="0" name=""/>
        <dsp:cNvSpPr/>
      </dsp:nvSpPr>
      <dsp:spPr>
        <a:xfrm>
          <a:off x="192534" y="519825"/>
          <a:ext cx="1707803" cy="1707803"/>
        </a:xfrm>
        <a:prstGeom prst="pie">
          <a:avLst>
            <a:gd name="adj1" fmla="val 16200000"/>
            <a:gd name="adj2" fmla="val 2052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smtClean="0"/>
            <a:t>Identify</a:t>
          </a:r>
          <a:endParaRPr lang="en-US" sz="1200" kern="1200" dirty="0"/>
        </a:p>
      </dsp:txBody>
      <dsp:txXfrm>
        <a:off x="1067986" y="774979"/>
        <a:ext cx="579433" cy="396454"/>
      </dsp:txXfrm>
    </dsp:sp>
    <dsp:sp modelId="{B908182B-DF5B-4F6C-8EEA-512201C7CDC9}">
      <dsp:nvSpPr>
        <dsp:cNvPr id="0" name=""/>
        <dsp:cNvSpPr/>
      </dsp:nvSpPr>
      <dsp:spPr>
        <a:xfrm>
          <a:off x="132761" y="602166"/>
          <a:ext cx="1707803" cy="1707803"/>
        </a:xfrm>
        <a:prstGeom prst="pie">
          <a:avLst>
            <a:gd name="adj1" fmla="val 20520000"/>
            <a:gd name="adj2" fmla="val 3240000"/>
          </a:avLst>
        </a:prstGeom>
        <a:gradFill rotWithShape="0">
          <a:gsLst>
            <a:gs pos="0">
              <a:schemeClr val="accent4">
                <a:hueOff val="2598923"/>
                <a:satOff val="-11992"/>
                <a:lumOff val="441"/>
                <a:alphaOff val="0"/>
                <a:satMod val="103000"/>
                <a:lumMod val="102000"/>
                <a:tint val="94000"/>
              </a:schemeClr>
            </a:gs>
            <a:gs pos="50000">
              <a:schemeClr val="accent4">
                <a:hueOff val="2598923"/>
                <a:satOff val="-11992"/>
                <a:lumOff val="441"/>
                <a:alphaOff val="0"/>
                <a:satMod val="110000"/>
                <a:lumMod val="100000"/>
                <a:shade val="100000"/>
              </a:schemeClr>
            </a:gs>
            <a:gs pos="100000">
              <a:schemeClr val="accent4">
                <a:hueOff val="2598923"/>
                <a:satOff val="-11992"/>
                <a:lumOff val="441"/>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smtClean="0"/>
            <a:t>Analyze</a:t>
          </a:r>
          <a:endParaRPr lang="en-US" sz="1200" kern="1200" dirty="0"/>
        </a:p>
      </dsp:txBody>
      <dsp:txXfrm>
        <a:off x="1248932" y="1374743"/>
        <a:ext cx="508274" cy="428983"/>
      </dsp:txXfrm>
    </dsp:sp>
    <dsp:sp modelId="{C8CB46B1-E79C-457E-A28D-1EE2F9EBEE32}">
      <dsp:nvSpPr>
        <dsp:cNvPr id="0" name=""/>
        <dsp:cNvSpPr/>
      </dsp:nvSpPr>
      <dsp:spPr>
        <a:xfrm>
          <a:off x="132761" y="602166"/>
          <a:ext cx="1707803" cy="1707803"/>
        </a:xfrm>
        <a:prstGeom prst="pie">
          <a:avLst>
            <a:gd name="adj1" fmla="val 3240000"/>
            <a:gd name="adj2" fmla="val 7560000"/>
          </a:avLst>
        </a:prstGeom>
        <a:gradFill rotWithShape="0">
          <a:gsLst>
            <a:gs pos="0">
              <a:schemeClr val="accent4">
                <a:hueOff val="5197846"/>
                <a:satOff val="-23984"/>
                <a:lumOff val="883"/>
                <a:alphaOff val="0"/>
                <a:satMod val="103000"/>
                <a:lumMod val="102000"/>
                <a:tint val="94000"/>
              </a:schemeClr>
            </a:gs>
            <a:gs pos="50000">
              <a:schemeClr val="accent4">
                <a:hueOff val="5197846"/>
                <a:satOff val="-23984"/>
                <a:lumOff val="883"/>
                <a:alphaOff val="0"/>
                <a:satMod val="110000"/>
                <a:lumMod val="100000"/>
                <a:shade val="100000"/>
              </a:schemeClr>
            </a:gs>
            <a:gs pos="100000">
              <a:schemeClr val="accent4">
                <a:hueOff val="5197846"/>
                <a:satOff val="-23984"/>
                <a:lumOff val="883"/>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smtClean="0"/>
            <a:t>Evaluate</a:t>
          </a:r>
          <a:endParaRPr lang="en-US" sz="1200" kern="1200" dirty="0"/>
        </a:p>
      </dsp:txBody>
      <dsp:txXfrm>
        <a:off x="681698" y="1883018"/>
        <a:ext cx="609929" cy="365957"/>
      </dsp:txXfrm>
    </dsp:sp>
    <dsp:sp modelId="{75645940-2EEE-4E50-8B17-F4838C4D2812}">
      <dsp:nvSpPr>
        <dsp:cNvPr id="0" name=""/>
        <dsp:cNvSpPr/>
      </dsp:nvSpPr>
      <dsp:spPr>
        <a:xfrm>
          <a:off x="132761" y="602166"/>
          <a:ext cx="1707803" cy="1707803"/>
        </a:xfrm>
        <a:prstGeom prst="pie">
          <a:avLst>
            <a:gd name="adj1" fmla="val 7560000"/>
            <a:gd name="adj2" fmla="val 11880000"/>
          </a:avLst>
        </a:prstGeom>
        <a:gradFill rotWithShape="0">
          <a:gsLst>
            <a:gs pos="0">
              <a:schemeClr val="accent4">
                <a:hueOff val="7796769"/>
                <a:satOff val="-35976"/>
                <a:lumOff val="1324"/>
                <a:alphaOff val="0"/>
                <a:satMod val="103000"/>
                <a:lumMod val="102000"/>
                <a:tint val="94000"/>
              </a:schemeClr>
            </a:gs>
            <a:gs pos="50000">
              <a:schemeClr val="accent4">
                <a:hueOff val="7796769"/>
                <a:satOff val="-35976"/>
                <a:lumOff val="1324"/>
                <a:alphaOff val="0"/>
                <a:satMod val="110000"/>
                <a:lumMod val="100000"/>
                <a:shade val="100000"/>
              </a:schemeClr>
            </a:gs>
            <a:gs pos="100000">
              <a:schemeClr val="accent4">
                <a:hueOff val="7796769"/>
                <a:satOff val="-35976"/>
                <a:lumOff val="1324"/>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smtClean="0"/>
            <a:t>Treat</a:t>
          </a:r>
          <a:endParaRPr lang="en-US" sz="1200" kern="1200" dirty="0"/>
        </a:p>
      </dsp:txBody>
      <dsp:txXfrm>
        <a:off x="214085" y="1374743"/>
        <a:ext cx="508274" cy="428983"/>
      </dsp:txXfrm>
    </dsp:sp>
    <dsp:sp modelId="{C0B1907C-499B-43A5-8352-581C1F6219E1}">
      <dsp:nvSpPr>
        <dsp:cNvPr id="0" name=""/>
        <dsp:cNvSpPr/>
      </dsp:nvSpPr>
      <dsp:spPr>
        <a:xfrm>
          <a:off x="132761" y="602166"/>
          <a:ext cx="1707803" cy="1707803"/>
        </a:xfrm>
        <a:prstGeom prst="pie">
          <a:avLst>
            <a:gd name="adj1" fmla="val 11880000"/>
            <a:gd name="adj2" fmla="val 16200000"/>
          </a:avLst>
        </a:prstGeom>
        <a:gradFill rotWithShape="0">
          <a:gsLst>
            <a:gs pos="0">
              <a:schemeClr val="accent4">
                <a:hueOff val="10395692"/>
                <a:satOff val="-47968"/>
                <a:lumOff val="1765"/>
                <a:alphaOff val="0"/>
                <a:satMod val="103000"/>
                <a:lumMod val="102000"/>
                <a:tint val="94000"/>
              </a:schemeClr>
            </a:gs>
            <a:gs pos="50000">
              <a:schemeClr val="accent4">
                <a:hueOff val="10395692"/>
                <a:satOff val="-47968"/>
                <a:lumOff val="1765"/>
                <a:alphaOff val="0"/>
                <a:satMod val="110000"/>
                <a:lumMod val="100000"/>
                <a:shade val="100000"/>
              </a:schemeClr>
            </a:gs>
            <a:gs pos="100000">
              <a:schemeClr val="accent4">
                <a:hueOff val="10395692"/>
                <a:satOff val="-47968"/>
                <a:lumOff val="1765"/>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smtClean="0"/>
            <a:t>Monitor</a:t>
          </a:r>
          <a:endParaRPr lang="en-US" sz="1200" kern="1200" dirty="0"/>
        </a:p>
      </dsp:txBody>
      <dsp:txXfrm>
        <a:off x="381815" y="862402"/>
        <a:ext cx="579433" cy="39645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915EC1-A275-4419-B6DD-9DC54319BF3E}">
      <dsp:nvSpPr>
        <dsp:cNvPr id="0" name=""/>
        <dsp:cNvSpPr/>
      </dsp:nvSpPr>
      <dsp:spPr>
        <a:xfrm>
          <a:off x="277871" y="186101"/>
          <a:ext cx="1710478" cy="1710478"/>
        </a:xfrm>
        <a:prstGeom prst="pie">
          <a:avLst>
            <a:gd name="adj1" fmla="val 16200000"/>
            <a:gd name="adj2" fmla="val 2052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smtClean="0"/>
            <a:t>Identify</a:t>
          </a:r>
          <a:endParaRPr lang="en-US" sz="1200" kern="1200" dirty="0"/>
        </a:p>
      </dsp:txBody>
      <dsp:txXfrm>
        <a:off x="1154695" y="441655"/>
        <a:ext cx="580340" cy="397075"/>
      </dsp:txXfrm>
    </dsp:sp>
    <dsp:sp modelId="{B908182B-DF5B-4F6C-8EEA-512201C7CDC9}">
      <dsp:nvSpPr>
        <dsp:cNvPr id="0" name=""/>
        <dsp:cNvSpPr/>
      </dsp:nvSpPr>
      <dsp:spPr>
        <a:xfrm>
          <a:off x="379063" y="225621"/>
          <a:ext cx="1710478" cy="1710478"/>
        </a:xfrm>
        <a:prstGeom prst="pie">
          <a:avLst>
            <a:gd name="adj1" fmla="val 20520000"/>
            <a:gd name="adj2" fmla="val 3240000"/>
          </a:avLst>
        </a:prstGeom>
        <a:gradFill rotWithShape="0">
          <a:gsLst>
            <a:gs pos="0">
              <a:schemeClr val="accent4">
                <a:hueOff val="2598923"/>
                <a:satOff val="-11992"/>
                <a:lumOff val="441"/>
                <a:alphaOff val="0"/>
                <a:satMod val="103000"/>
                <a:lumMod val="102000"/>
                <a:tint val="94000"/>
              </a:schemeClr>
            </a:gs>
            <a:gs pos="50000">
              <a:schemeClr val="accent4">
                <a:hueOff val="2598923"/>
                <a:satOff val="-11992"/>
                <a:lumOff val="441"/>
                <a:alphaOff val="0"/>
                <a:satMod val="110000"/>
                <a:lumMod val="100000"/>
                <a:shade val="100000"/>
              </a:schemeClr>
            </a:gs>
            <a:gs pos="100000">
              <a:schemeClr val="accent4">
                <a:hueOff val="2598923"/>
                <a:satOff val="-11992"/>
                <a:lumOff val="441"/>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smtClean="0"/>
            <a:t>Analyze</a:t>
          </a:r>
          <a:endParaRPr lang="en-US" sz="1200" kern="1200" dirty="0"/>
        </a:p>
      </dsp:txBody>
      <dsp:txXfrm>
        <a:off x="1496983" y="999409"/>
        <a:ext cx="509071" cy="429655"/>
      </dsp:txXfrm>
    </dsp:sp>
    <dsp:sp modelId="{C8CB46B1-E79C-457E-A28D-1EE2F9EBEE32}">
      <dsp:nvSpPr>
        <dsp:cNvPr id="0" name=""/>
        <dsp:cNvSpPr/>
      </dsp:nvSpPr>
      <dsp:spPr>
        <a:xfrm>
          <a:off x="303905" y="204137"/>
          <a:ext cx="1710478" cy="1710478"/>
        </a:xfrm>
        <a:prstGeom prst="pie">
          <a:avLst>
            <a:gd name="adj1" fmla="val 3240000"/>
            <a:gd name="adj2" fmla="val 7560000"/>
          </a:avLst>
        </a:prstGeom>
        <a:gradFill rotWithShape="0">
          <a:gsLst>
            <a:gs pos="0">
              <a:schemeClr val="accent4">
                <a:hueOff val="5197846"/>
                <a:satOff val="-23984"/>
                <a:lumOff val="883"/>
                <a:alphaOff val="0"/>
                <a:satMod val="103000"/>
                <a:lumMod val="102000"/>
                <a:tint val="94000"/>
              </a:schemeClr>
            </a:gs>
            <a:gs pos="50000">
              <a:schemeClr val="accent4">
                <a:hueOff val="5197846"/>
                <a:satOff val="-23984"/>
                <a:lumOff val="883"/>
                <a:alphaOff val="0"/>
                <a:satMod val="110000"/>
                <a:lumMod val="100000"/>
                <a:shade val="100000"/>
              </a:schemeClr>
            </a:gs>
            <a:gs pos="100000">
              <a:schemeClr val="accent4">
                <a:hueOff val="5197846"/>
                <a:satOff val="-23984"/>
                <a:lumOff val="883"/>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smtClean="0"/>
            <a:t>Evaluate</a:t>
          </a:r>
          <a:endParaRPr lang="en-US" sz="1200" kern="1200" dirty="0"/>
        </a:p>
      </dsp:txBody>
      <dsp:txXfrm>
        <a:off x="853702" y="1486996"/>
        <a:ext cx="610885" cy="366531"/>
      </dsp:txXfrm>
    </dsp:sp>
    <dsp:sp modelId="{75645940-2EEE-4E50-8B17-F4838C4D2812}">
      <dsp:nvSpPr>
        <dsp:cNvPr id="0" name=""/>
        <dsp:cNvSpPr/>
      </dsp:nvSpPr>
      <dsp:spPr>
        <a:xfrm>
          <a:off x="303905" y="204137"/>
          <a:ext cx="1710478" cy="1710478"/>
        </a:xfrm>
        <a:prstGeom prst="pie">
          <a:avLst>
            <a:gd name="adj1" fmla="val 7560000"/>
            <a:gd name="adj2" fmla="val 11880000"/>
          </a:avLst>
        </a:prstGeom>
        <a:gradFill rotWithShape="0">
          <a:gsLst>
            <a:gs pos="0">
              <a:schemeClr val="accent4">
                <a:hueOff val="7796769"/>
                <a:satOff val="-35976"/>
                <a:lumOff val="1324"/>
                <a:alphaOff val="0"/>
                <a:satMod val="103000"/>
                <a:lumMod val="102000"/>
                <a:tint val="94000"/>
              </a:schemeClr>
            </a:gs>
            <a:gs pos="50000">
              <a:schemeClr val="accent4">
                <a:hueOff val="7796769"/>
                <a:satOff val="-35976"/>
                <a:lumOff val="1324"/>
                <a:alphaOff val="0"/>
                <a:satMod val="110000"/>
                <a:lumMod val="100000"/>
                <a:shade val="100000"/>
              </a:schemeClr>
            </a:gs>
            <a:gs pos="100000">
              <a:schemeClr val="accent4">
                <a:hueOff val="7796769"/>
                <a:satOff val="-35976"/>
                <a:lumOff val="1324"/>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smtClean="0"/>
            <a:t>Treat</a:t>
          </a:r>
          <a:endParaRPr lang="en-US" sz="1200" kern="1200" dirty="0"/>
        </a:p>
      </dsp:txBody>
      <dsp:txXfrm>
        <a:off x="385356" y="977925"/>
        <a:ext cx="509071" cy="429655"/>
      </dsp:txXfrm>
    </dsp:sp>
    <dsp:sp modelId="{C0B1907C-499B-43A5-8352-581C1F6219E1}">
      <dsp:nvSpPr>
        <dsp:cNvPr id="0" name=""/>
        <dsp:cNvSpPr/>
      </dsp:nvSpPr>
      <dsp:spPr>
        <a:xfrm>
          <a:off x="303905" y="204137"/>
          <a:ext cx="1710478" cy="1710478"/>
        </a:xfrm>
        <a:prstGeom prst="pie">
          <a:avLst>
            <a:gd name="adj1" fmla="val 11880000"/>
            <a:gd name="adj2" fmla="val 16200000"/>
          </a:avLst>
        </a:prstGeom>
        <a:gradFill rotWithShape="0">
          <a:gsLst>
            <a:gs pos="0">
              <a:schemeClr val="accent4">
                <a:hueOff val="10395692"/>
                <a:satOff val="-47968"/>
                <a:lumOff val="1765"/>
                <a:alphaOff val="0"/>
                <a:satMod val="103000"/>
                <a:lumMod val="102000"/>
                <a:tint val="94000"/>
              </a:schemeClr>
            </a:gs>
            <a:gs pos="50000">
              <a:schemeClr val="accent4">
                <a:hueOff val="10395692"/>
                <a:satOff val="-47968"/>
                <a:lumOff val="1765"/>
                <a:alphaOff val="0"/>
                <a:satMod val="110000"/>
                <a:lumMod val="100000"/>
                <a:shade val="100000"/>
              </a:schemeClr>
            </a:gs>
            <a:gs pos="100000">
              <a:schemeClr val="accent4">
                <a:hueOff val="10395692"/>
                <a:satOff val="-47968"/>
                <a:lumOff val="1765"/>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smtClean="0"/>
            <a:t>Monitor</a:t>
          </a:r>
          <a:endParaRPr lang="en-US" sz="1200" kern="1200" dirty="0"/>
        </a:p>
      </dsp:txBody>
      <dsp:txXfrm>
        <a:off x="553350" y="464781"/>
        <a:ext cx="580340" cy="39707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915EC1-A275-4419-B6DD-9DC54319BF3E}">
      <dsp:nvSpPr>
        <dsp:cNvPr id="0" name=""/>
        <dsp:cNvSpPr/>
      </dsp:nvSpPr>
      <dsp:spPr>
        <a:xfrm>
          <a:off x="277871" y="186101"/>
          <a:ext cx="1710478" cy="1710478"/>
        </a:xfrm>
        <a:prstGeom prst="pie">
          <a:avLst>
            <a:gd name="adj1" fmla="val 16200000"/>
            <a:gd name="adj2" fmla="val 2052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smtClean="0"/>
            <a:t>Identify</a:t>
          </a:r>
          <a:endParaRPr lang="en-US" sz="1200" kern="1200" dirty="0"/>
        </a:p>
      </dsp:txBody>
      <dsp:txXfrm>
        <a:off x="1154695" y="441655"/>
        <a:ext cx="580340" cy="397075"/>
      </dsp:txXfrm>
    </dsp:sp>
    <dsp:sp modelId="{B908182B-DF5B-4F6C-8EEA-512201C7CDC9}">
      <dsp:nvSpPr>
        <dsp:cNvPr id="0" name=""/>
        <dsp:cNvSpPr/>
      </dsp:nvSpPr>
      <dsp:spPr>
        <a:xfrm>
          <a:off x="379063" y="225621"/>
          <a:ext cx="1710478" cy="1710478"/>
        </a:xfrm>
        <a:prstGeom prst="pie">
          <a:avLst>
            <a:gd name="adj1" fmla="val 20520000"/>
            <a:gd name="adj2" fmla="val 3240000"/>
          </a:avLst>
        </a:prstGeom>
        <a:gradFill rotWithShape="0">
          <a:gsLst>
            <a:gs pos="0">
              <a:schemeClr val="accent4">
                <a:hueOff val="2598923"/>
                <a:satOff val="-11992"/>
                <a:lumOff val="441"/>
                <a:alphaOff val="0"/>
                <a:satMod val="103000"/>
                <a:lumMod val="102000"/>
                <a:tint val="94000"/>
              </a:schemeClr>
            </a:gs>
            <a:gs pos="50000">
              <a:schemeClr val="accent4">
                <a:hueOff val="2598923"/>
                <a:satOff val="-11992"/>
                <a:lumOff val="441"/>
                <a:alphaOff val="0"/>
                <a:satMod val="110000"/>
                <a:lumMod val="100000"/>
                <a:shade val="100000"/>
              </a:schemeClr>
            </a:gs>
            <a:gs pos="100000">
              <a:schemeClr val="accent4">
                <a:hueOff val="2598923"/>
                <a:satOff val="-11992"/>
                <a:lumOff val="441"/>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smtClean="0"/>
            <a:t>Analyze</a:t>
          </a:r>
          <a:endParaRPr lang="en-US" sz="1200" kern="1200" dirty="0"/>
        </a:p>
      </dsp:txBody>
      <dsp:txXfrm>
        <a:off x="1496983" y="999409"/>
        <a:ext cx="509071" cy="429655"/>
      </dsp:txXfrm>
    </dsp:sp>
    <dsp:sp modelId="{C8CB46B1-E79C-457E-A28D-1EE2F9EBEE32}">
      <dsp:nvSpPr>
        <dsp:cNvPr id="0" name=""/>
        <dsp:cNvSpPr/>
      </dsp:nvSpPr>
      <dsp:spPr>
        <a:xfrm>
          <a:off x="303905" y="204137"/>
          <a:ext cx="1710478" cy="1710478"/>
        </a:xfrm>
        <a:prstGeom prst="pie">
          <a:avLst>
            <a:gd name="adj1" fmla="val 3240000"/>
            <a:gd name="adj2" fmla="val 7560000"/>
          </a:avLst>
        </a:prstGeom>
        <a:gradFill rotWithShape="0">
          <a:gsLst>
            <a:gs pos="0">
              <a:schemeClr val="accent4">
                <a:hueOff val="5197846"/>
                <a:satOff val="-23984"/>
                <a:lumOff val="883"/>
                <a:alphaOff val="0"/>
                <a:satMod val="103000"/>
                <a:lumMod val="102000"/>
                <a:tint val="94000"/>
              </a:schemeClr>
            </a:gs>
            <a:gs pos="50000">
              <a:schemeClr val="accent4">
                <a:hueOff val="5197846"/>
                <a:satOff val="-23984"/>
                <a:lumOff val="883"/>
                <a:alphaOff val="0"/>
                <a:satMod val="110000"/>
                <a:lumMod val="100000"/>
                <a:shade val="100000"/>
              </a:schemeClr>
            </a:gs>
            <a:gs pos="100000">
              <a:schemeClr val="accent4">
                <a:hueOff val="5197846"/>
                <a:satOff val="-23984"/>
                <a:lumOff val="883"/>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smtClean="0"/>
            <a:t>Evaluate</a:t>
          </a:r>
          <a:endParaRPr lang="en-US" sz="1200" kern="1200" dirty="0"/>
        </a:p>
      </dsp:txBody>
      <dsp:txXfrm>
        <a:off x="853702" y="1486996"/>
        <a:ext cx="610885" cy="366531"/>
      </dsp:txXfrm>
    </dsp:sp>
    <dsp:sp modelId="{75645940-2EEE-4E50-8B17-F4838C4D2812}">
      <dsp:nvSpPr>
        <dsp:cNvPr id="0" name=""/>
        <dsp:cNvSpPr/>
      </dsp:nvSpPr>
      <dsp:spPr>
        <a:xfrm>
          <a:off x="303905" y="204137"/>
          <a:ext cx="1710478" cy="1710478"/>
        </a:xfrm>
        <a:prstGeom prst="pie">
          <a:avLst>
            <a:gd name="adj1" fmla="val 7560000"/>
            <a:gd name="adj2" fmla="val 11880000"/>
          </a:avLst>
        </a:prstGeom>
        <a:gradFill rotWithShape="0">
          <a:gsLst>
            <a:gs pos="0">
              <a:schemeClr val="accent4">
                <a:hueOff val="7796769"/>
                <a:satOff val="-35976"/>
                <a:lumOff val="1324"/>
                <a:alphaOff val="0"/>
                <a:satMod val="103000"/>
                <a:lumMod val="102000"/>
                <a:tint val="94000"/>
              </a:schemeClr>
            </a:gs>
            <a:gs pos="50000">
              <a:schemeClr val="accent4">
                <a:hueOff val="7796769"/>
                <a:satOff val="-35976"/>
                <a:lumOff val="1324"/>
                <a:alphaOff val="0"/>
                <a:satMod val="110000"/>
                <a:lumMod val="100000"/>
                <a:shade val="100000"/>
              </a:schemeClr>
            </a:gs>
            <a:gs pos="100000">
              <a:schemeClr val="accent4">
                <a:hueOff val="7796769"/>
                <a:satOff val="-35976"/>
                <a:lumOff val="1324"/>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smtClean="0"/>
            <a:t>Treat</a:t>
          </a:r>
          <a:endParaRPr lang="en-US" sz="1200" kern="1200" dirty="0"/>
        </a:p>
      </dsp:txBody>
      <dsp:txXfrm>
        <a:off x="385356" y="977925"/>
        <a:ext cx="509071" cy="429655"/>
      </dsp:txXfrm>
    </dsp:sp>
    <dsp:sp modelId="{C0B1907C-499B-43A5-8352-581C1F6219E1}">
      <dsp:nvSpPr>
        <dsp:cNvPr id="0" name=""/>
        <dsp:cNvSpPr/>
      </dsp:nvSpPr>
      <dsp:spPr>
        <a:xfrm>
          <a:off x="303905" y="204137"/>
          <a:ext cx="1710478" cy="1710478"/>
        </a:xfrm>
        <a:prstGeom prst="pie">
          <a:avLst>
            <a:gd name="adj1" fmla="val 11880000"/>
            <a:gd name="adj2" fmla="val 16200000"/>
          </a:avLst>
        </a:prstGeom>
        <a:gradFill rotWithShape="0">
          <a:gsLst>
            <a:gs pos="0">
              <a:schemeClr val="accent4">
                <a:hueOff val="10395692"/>
                <a:satOff val="-47968"/>
                <a:lumOff val="1765"/>
                <a:alphaOff val="0"/>
                <a:satMod val="103000"/>
                <a:lumMod val="102000"/>
                <a:tint val="94000"/>
              </a:schemeClr>
            </a:gs>
            <a:gs pos="50000">
              <a:schemeClr val="accent4">
                <a:hueOff val="10395692"/>
                <a:satOff val="-47968"/>
                <a:lumOff val="1765"/>
                <a:alphaOff val="0"/>
                <a:satMod val="110000"/>
                <a:lumMod val="100000"/>
                <a:shade val="100000"/>
              </a:schemeClr>
            </a:gs>
            <a:gs pos="100000">
              <a:schemeClr val="accent4">
                <a:hueOff val="10395692"/>
                <a:satOff val="-47968"/>
                <a:lumOff val="1765"/>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smtClean="0"/>
            <a:t>Monitor</a:t>
          </a:r>
          <a:endParaRPr lang="en-US" sz="1200" kern="1200" dirty="0"/>
        </a:p>
      </dsp:txBody>
      <dsp:txXfrm>
        <a:off x="553350" y="464781"/>
        <a:ext cx="580340" cy="397075"/>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915EC1-A275-4419-B6DD-9DC54319BF3E}">
      <dsp:nvSpPr>
        <dsp:cNvPr id="0" name=""/>
        <dsp:cNvSpPr/>
      </dsp:nvSpPr>
      <dsp:spPr>
        <a:xfrm>
          <a:off x="277871" y="186101"/>
          <a:ext cx="1710478" cy="1710478"/>
        </a:xfrm>
        <a:prstGeom prst="pie">
          <a:avLst>
            <a:gd name="adj1" fmla="val 16200000"/>
            <a:gd name="adj2" fmla="val 2052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smtClean="0"/>
            <a:t>Identify</a:t>
          </a:r>
          <a:endParaRPr lang="en-US" sz="1200" kern="1200" dirty="0"/>
        </a:p>
      </dsp:txBody>
      <dsp:txXfrm>
        <a:off x="1154695" y="441655"/>
        <a:ext cx="580340" cy="397075"/>
      </dsp:txXfrm>
    </dsp:sp>
    <dsp:sp modelId="{B908182B-DF5B-4F6C-8EEA-512201C7CDC9}">
      <dsp:nvSpPr>
        <dsp:cNvPr id="0" name=""/>
        <dsp:cNvSpPr/>
      </dsp:nvSpPr>
      <dsp:spPr>
        <a:xfrm>
          <a:off x="379063" y="225621"/>
          <a:ext cx="1710478" cy="1710478"/>
        </a:xfrm>
        <a:prstGeom prst="pie">
          <a:avLst>
            <a:gd name="adj1" fmla="val 20520000"/>
            <a:gd name="adj2" fmla="val 3240000"/>
          </a:avLst>
        </a:prstGeom>
        <a:gradFill rotWithShape="0">
          <a:gsLst>
            <a:gs pos="0">
              <a:schemeClr val="accent4">
                <a:hueOff val="2598923"/>
                <a:satOff val="-11992"/>
                <a:lumOff val="441"/>
                <a:alphaOff val="0"/>
                <a:satMod val="103000"/>
                <a:lumMod val="102000"/>
                <a:tint val="94000"/>
              </a:schemeClr>
            </a:gs>
            <a:gs pos="50000">
              <a:schemeClr val="accent4">
                <a:hueOff val="2598923"/>
                <a:satOff val="-11992"/>
                <a:lumOff val="441"/>
                <a:alphaOff val="0"/>
                <a:satMod val="110000"/>
                <a:lumMod val="100000"/>
                <a:shade val="100000"/>
              </a:schemeClr>
            </a:gs>
            <a:gs pos="100000">
              <a:schemeClr val="accent4">
                <a:hueOff val="2598923"/>
                <a:satOff val="-11992"/>
                <a:lumOff val="441"/>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smtClean="0"/>
            <a:t>Analyze</a:t>
          </a:r>
          <a:endParaRPr lang="en-US" sz="1200" kern="1200" dirty="0"/>
        </a:p>
      </dsp:txBody>
      <dsp:txXfrm>
        <a:off x="1496983" y="999409"/>
        <a:ext cx="509071" cy="429655"/>
      </dsp:txXfrm>
    </dsp:sp>
    <dsp:sp modelId="{C8CB46B1-E79C-457E-A28D-1EE2F9EBEE32}">
      <dsp:nvSpPr>
        <dsp:cNvPr id="0" name=""/>
        <dsp:cNvSpPr/>
      </dsp:nvSpPr>
      <dsp:spPr>
        <a:xfrm>
          <a:off x="303905" y="204137"/>
          <a:ext cx="1710478" cy="1710478"/>
        </a:xfrm>
        <a:prstGeom prst="pie">
          <a:avLst>
            <a:gd name="adj1" fmla="val 3240000"/>
            <a:gd name="adj2" fmla="val 7560000"/>
          </a:avLst>
        </a:prstGeom>
        <a:gradFill rotWithShape="0">
          <a:gsLst>
            <a:gs pos="0">
              <a:schemeClr val="accent4">
                <a:hueOff val="5197846"/>
                <a:satOff val="-23984"/>
                <a:lumOff val="883"/>
                <a:alphaOff val="0"/>
                <a:satMod val="103000"/>
                <a:lumMod val="102000"/>
                <a:tint val="94000"/>
              </a:schemeClr>
            </a:gs>
            <a:gs pos="50000">
              <a:schemeClr val="accent4">
                <a:hueOff val="5197846"/>
                <a:satOff val="-23984"/>
                <a:lumOff val="883"/>
                <a:alphaOff val="0"/>
                <a:satMod val="110000"/>
                <a:lumMod val="100000"/>
                <a:shade val="100000"/>
              </a:schemeClr>
            </a:gs>
            <a:gs pos="100000">
              <a:schemeClr val="accent4">
                <a:hueOff val="5197846"/>
                <a:satOff val="-23984"/>
                <a:lumOff val="883"/>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smtClean="0"/>
            <a:t>Evaluate</a:t>
          </a:r>
          <a:endParaRPr lang="en-US" sz="1200" kern="1200" dirty="0"/>
        </a:p>
      </dsp:txBody>
      <dsp:txXfrm>
        <a:off x="853702" y="1486996"/>
        <a:ext cx="610885" cy="366531"/>
      </dsp:txXfrm>
    </dsp:sp>
    <dsp:sp modelId="{75645940-2EEE-4E50-8B17-F4838C4D2812}">
      <dsp:nvSpPr>
        <dsp:cNvPr id="0" name=""/>
        <dsp:cNvSpPr/>
      </dsp:nvSpPr>
      <dsp:spPr>
        <a:xfrm>
          <a:off x="303905" y="204137"/>
          <a:ext cx="1710478" cy="1710478"/>
        </a:xfrm>
        <a:prstGeom prst="pie">
          <a:avLst>
            <a:gd name="adj1" fmla="val 7560000"/>
            <a:gd name="adj2" fmla="val 11880000"/>
          </a:avLst>
        </a:prstGeom>
        <a:gradFill rotWithShape="0">
          <a:gsLst>
            <a:gs pos="0">
              <a:schemeClr val="accent4">
                <a:hueOff val="7796769"/>
                <a:satOff val="-35976"/>
                <a:lumOff val="1324"/>
                <a:alphaOff val="0"/>
                <a:satMod val="103000"/>
                <a:lumMod val="102000"/>
                <a:tint val="94000"/>
              </a:schemeClr>
            </a:gs>
            <a:gs pos="50000">
              <a:schemeClr val="accent4">
                <a:hueOff val="7796769"/>
                <a:satOff val="-35976"/>
                <a:lumOff val="1324"/>
                <a:alphaOff val="0"/>
                <a:satMod val="110000"/>
                <a:lumMod val="100000"/>
                <a:shade val="100000"/>
              </a:schemeClr>
            </a:gs>
            <a:gs pos="100000">
              <a:schemeClr val="accent4">
                <a:hueOff val="7796769"/>
                <a:satOff val="-35976"/>
                <a:lumOff val="1324"/>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smtClean="0"/>
            <a:t>Treat</a:t>
          </a:r>
          <a:endParaRPr lang="en-US" sz="1200" kern="1200" dirty="0"/>
        </a:p>
      </dsp:txBody>
      <dsp:txXfrm>
        <a:off x="385356" y="977925"/>
        <a:ext cx="509071" cy="429655"/>
      </dsp:txXfrm>
    </dsp:sp>
    <dsp:sp modelId="{C0B1907C-499B-43A5-8352-581C1F6219E1}">
      <dsp:nvSpPr>
        <dsp:cNvPr id="0" name=""/>
        <dsp:cNvSpPr/>
      </dsp:nvSpPr>
      <dsp:spPr>
        <a:xfrm>
          <a:off x="303905" y="204137"/>
          <a:ext cx="1710478" cy="1710478"/>
        </a:xfrm>
        <a:prstGeom prst="pie">
          <a:avLst>
            <a:gd name="adj1" fmla="val 11880000"/>
            <a:gd name="adj2" fmla="val 16200000"/>
          </a:avLst>
        </a:prstGeom>
        <a:gradFill rotWithShape="0">
          <a:gsLst>
            <a:gs pos="0">
              <a:schemeClr val="accent4">
                <a:hueOff val="10395692"/>
                <a:satOff val="-47968"/>
                <a:lumOff val="1765"/>
                <a:alphaOff val="0"/>
                <a:satMod val="103000"/>
                <a:lumMod val="102000"/>
                <a:tint val="94000"/>
              </a:schemeClr>
            </a:gs>
            <a:gs pos="50000">
              <a:schemeClr val="accent4">
                <a:hueOff val="10395692"/>
                <a:satOff val="-47968"/>
                <a:lumOff val="1765"/>
                <a:alphaOff val="0"/>
                <a:satMod val="110000"/>
                <a:lumMod val="100000"/>
                <a:shade val="100000"/>
              </a:schemeClr>
            </a:gs>
            <a:gs pos="100000">
              <a:schemeClr val="accent4">
                <a:hueOff val="10395692"/>
                <a:satOff val="-47968"/>
                <a:lumOff val="1765"/>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smtClean="0"/>
            <a:t>Monitor</a:t>
          </a:r>
          <a:endParaRPr lang="en-US" sz="1200" kern="1200" dirty="0"/>
        </a:p>
      </dsp:txBody>
      <dsp:txXfrm>
        <a:off x="553350" y="464781"/>
        <a:ext cx="580340" cy="397075"/>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915EC1-A275-4419-B6DD-9DC54319BF3E}">
      <dsp:nvSpPr>
        <dsp:cNvPr id="0" name=""/>
        <dsp:cNvSpPr/>
      </dsp:nvSpPr>
      <dsp:spPr>
        <a:xfrm>
          <a:off x="245178" y="189255"/>
          <a:ext cx="1739462" cy="1739462"/>
        </a:xfrm>
        <a:prstGeom prst="pie">
          <a:avLst>
            <a:gd name="adj1" fmla="val 16200000"/>
            <a:gd name="adj2" fmla="val 2052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smtClean="0"/>
            <a:t>Identify</a:t>
          </a:r>
          <a:endParaRPr lang="en-US" sz="1200" kern="1200" dirty="0"/>
        </a:p>
      </dsp:txBody>
      <dsp:txXfrm>
        <a:off x="1136860" y="449139"/>
        <a:ext cx="590174" cy="403803"/>
      </dsp:txXfrm>
    </dsp:sp>
    <dsp:sp modelId="{B908182B-DF5B-4F6C-8EEA-512201C7CDC9}">
      <dsp:nvSpPr>
        <dsp:cNvPr id="0" name=""/>
        <dsp:cNvSpPr/>
      </dsp:nvSpPr>
      <dsp:spPr>
        <a:xfrm>
          <a:off x="348085" y="229444"/>
          <a:ext cx="1739462" cy="1739462"/>
        </a:xfrm>
        <a:prstGeom prst="pie">
          <a:avLst>
            <a:gd name="adj1" fmla="val 20520000"/>
            <a:gd name="adj2" fmla="val 3240000"/>
          </a:avLst>
        </a:prstGeom>
        <a:gradFill rotWithShape="0">
          <a:gsLst>
            <a:gs pos="0">
              <a:schemeClr val="accent4">
                <a:hueOff val="2598923"/>
                <a:satOff val="-11992"/>
                <a:lumOff val="441"/>
                <a:alphaOff val="0"/>
                <a:satMod val="103000"/>
                <a:lumMod val="102000"/>
                <a:tint val="94000"/>
              </a:schemeClr>
            </a:gs>
            <a:gs pos="50000">
              <a:schemeClr val="accent4">
                <a:hueOff val="2598923"/>
                <a:satOff val="-11992"/>
                <a:lumOff val="441"/>
                <a:alphaOff val="0"/>
                <a:satMod val="110000"/>
                <a:lumMod val="100000"/>
                <a:shade val="100000"/>
              </a:schemeClr>
            </a:gs>
            <a:gs pos="100000">
              <a:schemeClr val="accent4">
                <a:hueOff val="2598923"/>
                <a:satOff val="-11992"/>
                <a:lumOff val="441"/>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smtClean="0"/>
            <a:t>Analyze</a:t>
          </a:r>
          <a:endParaRPr lang="en-US" sz="1200" kern="1200" dirty="0"/>
        </a:p>
      </dsp:txBody>
      <dsp:txXfrm>
        <a:off x="1484948" y="1016344"/>
        <a:ext cx="517697" cy="436936"/>
      </dsp:txXfrm>
    </dsp:sp>
    <dsp:sp modelId="{C8CB46B1-E79C-457E-A28D-1EE2F9EBEE32}">
      <dsp:nvSpPr>
        <dsp:cNvPr id="0" name=""/>
        <dsp:cNvSpPr/>
      </dsp:nvSpPr>
      <dsp:spPr>
        <a:xfrm>
          <a:off x="271653" y="207596"/>
          <a:ext cx="1739462" cy="1739462"/>
        </a:xfrm>
        <a:prstGeom prst="pie">
          <a:avLst>
            <a:gd name="adj1" fmla="val 3240000"/>
            <a:gd name="adj2" fmla="val 7560000"/>
          </a:avLst>
        </a:prstGeom>
        <a:gradFill rotWithShape="0">
          <a:gsLst>
            <a:gs pos="0">
              <a:schemeClr val="accent4">
                <a:hueOff val="5197846"/>
                <a:satOff val="-23984"/>
                <a:lumOff val="883"/>
                <a:alphaOff val="0"/>
                <a:satMod val="103000"/>
                <a:lumMod val="102000"/>
                <a:tint val="94000"/>
              </a:schemeClr>
            </a:gs>
            <a:gs pos="50000">
              <a:schemeClr val="accent4">
                <a:hueOff val="5197846"/>
                <a:satOff val="-23984"/>
                <a:lumOff val="883"/>
                <a:alphaOff val="0"/>
                <a:satMod val="110000"/>
                <a:lumMod val="100000"/>
                <a:shade val="100000"/>
              </a:schemeClr>
            </a:gs>
            <a:gs pos="100000">
              <a:schemeClr val="accent4">
                <a:hueOff val="5197846"/>
                <a:satOff val="-23984"/>
                <a:lumOff val="883"/>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smtClean="0"/>
            <a:t>Evaluate</a:t>
          </a:r>
          <a:endParaRPr lang="en-US" sz="1200" kern="1200" dirty="0"/>
        </a:p>
      </dsp:txBody>
      <dsp:txXfrm>
        <a:off x="830766" y="1512193"/>
        <a:ext cx="621236" cy="372742"/>
      </dsp:txXfrm>
    </dsp:sp>
    <dsp:sp modelId="{75645940-2EEE-4E50-8B17-F4838C4D2812}">
      <dsp:nvSpPr>
        <dsp:cNvPr id="0" name=""/>
        <dsp:cNvSpPr/>
      </dsp:nvSpPr>
      <dsp:spPr>
        <a:xfrm>
          <a:off x="271653" y="207596"/>
          <a:ext cx="1739462" cy="1739462"/>
        </a:xfrm>
        <a:prstGeom prst="pie">
          <a:avLst>
            <a:gd name="adj1" fmla="val 7560000"/>
            <a:gd name="adj2" fmla="val 11880000"/>
          </a:avLst>
        </a:prstGeom>
        <a:gradFill rotWithShape="0">
          <a:gsLst>
            <a:gs pos="0">
              <a:schemeClr val="accent4">
                <a:hueOff val="7796769"/>
                <a:satOff val="-35976"/>
                <a:lumOff val="1324"/>
                <a:alphaOff val="0"/>
                <a:satMod val="103000"/>
                <a:lumMod val="102000"/>
                <a:tint val="94000"/>
              </a:schemeClr>
            </a:gs>
            <a:gs pos="50000">
              <a:schemeClr val="accent4">
                <a:hueOff val="7796769"/>
                <a:satOff val="-35976"/>
                <a:lumOff val="1324"/>
                <a:alphaOff val="0"/>
                <a:satMod val="110000"/>
                <a:lumMod val="100000"/>
                <a:shade val="100000"/>
              </a:schemeClr>
            </a:gs>
            <a:gs pos="100000">
              <a:schemeClr val="accent4">
                <a:hueOff val="7796769"/>
                <a:satOff val="-35976"/>
                <a:lumOff val="1324"/>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smtClean="0"/>
            <a:t>Treat</a:t>
          </a:r>
          <a:endParaRPr lang="en-US" sz="1200" kern="1200" dirty="0"/>
        </a:p>
      </dsp:txBody>
      <dsp:txXfrm>
        <a:off x="354484" y="994496"/>
        <a:ext cx="517697" cy="436936"/>
      </dsp:txXfrm>
    </dsp:sp>
    <dsp:sp modelId="{C0B1907C-499B-43A5-8352-581C1F6219E1}">
      <dsp:nvSpPr>
        <dsp:cNvPr id="0" name=""/>
        <dsp:cNvSpPr/>
      </dsp:nvSpPr>
      <dsp:spPr>
        <a:xfrm>
          <a:off x="271653" y="207596"/>
          <a:ext cx="1739462" cy="1739462"/>
        </a:xfrm>
        <a:prstGeom prst="pie">
          <a:avLst>
            <a:gd name="adj1" fmla="val 11880000"/>
            <a:gd name="adj2" fmla="val 16200000"/>
          </a:avLst>
        </a:prstGeom>
        <a:gradFill rotWithShape="0">
          <a:gsLst>
            <a:gs pos="0">
              <a:schemeClr val="accent4">
                <a:hueOff val="10395692"/>
                <a:satOff val="-47968"/>
                <a:lumOff val="1765"/>
                <a:alphaOff val="0"/>
                <a:satMod val="103000"/>
                <a:lumMod val="102000"/>
                <a:tint val="94000"/>
              </a:schemeClr>
            </a:gs>
            <a:gs pos="50000">
              <a:schemeClr val="accent4">
                <a:hueOff val="10395692"/>
                <a:satOff val="-47968"/>
                <a:lumOff val="1765"/>
                <a:alphaOff val="0"/>
                <a:satMod val="110000"/>
                <a:lumMod val="100000"/>
                <a:shade val="100000"/>
              </a:schemeClr>
            </a:gs>
            <a:gs pos="100000">
              <a:schemeClr val="accent4">
                <a:hueOff val="10395692"/>
                <a:satOff val="-47968"/>
                <a:lumOff val="1765"/>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smtClean="0"/>
            <a:t>Monitor</a:t>
          </a:r>
          <a:endParaRPr lang="en-US" sz="1200" kern="1200" dirty="0"/>
        </a:p>
      </dsp:txBody>
      <dsp:txXfrm>
        <a:off x="525324" y="472657"/>
        <a:ext cx="590174" cy="403803"/>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915EC1-A275-4419-B6DD-9DC54319BF3E}">
      <dsp:nvSpPr>
        <dsp:cNvPr id="0" name=""/>
        <dsp:cNvSpPr/>
      </dsp:nvSpPr>
      <dsp:spPr>
        <a:xfrm>
          <a:off x="277871" y="186101"/>
          <a:ext cx="1710478" cy="1710478"/>
        </a:xfrm>
        <a:prstGeom prst="pie">
          <a:avLst>
            <a:gd name="adj1" fmla="val 16200000"/>
            <a:gd name="adj2" fmla="val 2052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smtClean="0"/>
            <a:t>Identify</a:t>
          </a:r>
          <a:endParaRPr lang="en-US" sz="1200" kern="1200" dirty="0"/>
        </a:p>
      </dsp:txBody>
      <dsp:txXfrm>
        <a:off x="1154695" y="441655"/>
        <a:ext cx="580340" cy="397075"/>
      </dsp:txXfrm>
    </dsp:sp>
    <dsp:sp modelId="{B908182B-DF5B-4F6C-8EEA-512201C7CDC9}">
      <dsp:nvSpPr>
        <dsp:cNvPr id="0" name=""/>
        <dsp:cNvSpPr/>
      </dsp:nvSpPr>
      <dsp:spPr>
        <a:xfrm>
          <a:off x="379063" y="225621"/>
          <a:ext cx="1710478" cy="1710478"/>
        </a:xfrm>
        <a:prstGeom prst="pie">
          <a:avLst>
            <a:gd name="adj1" fmla="val 20520000"/>
            <a:gd name="adj2" fmla="val 3240000"/>
          </a:avLst>
        </a:prstGeom>
        <a:gradFill rotWithShape="0">
          <a:gsLst>
            <a:gs pos="0">
              <a:schemeClr val="accent4">
                <a:hueOff val="2598923"/>
                <a:satOff val="-11992"/>
                <a:lumOff val="441"/>
                <a:alphaOff val="0"/>
                <a:satMod val="103000"/>
                <a:lumMod val="102000"/>
                <a:tint val="94000"/>
              </a:schemeClr>
            </a:gs>
            <a:gs pos="50000">
              <a:schemeClr val="accent4">
                <a:hueOff val="2598923"/>
                <a:satOff val="-11992"/>
                <a:lumOff val="441"/>
                <a:alphaOff val="0"/>
                <a:satMod val="110000"/>
                <a:lumMod val="100000"/>
                <a:shade val="100000"/>
              </a:schemeClr>
            </a:gs>
            <a:gs pos="100000">
              <a:schemeClr val="accent4">
                <a:hueOff val="2598923"/>
                <a:satOff val="-11992"/>
                <a:lumOff val="441"/>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smtClean="0"/>
            <a:t>Analyze</a:t>
          </a:r>
          <a:endParaRPr lang="en-US" sz="1200" kern="1200" dirty="0"/>
        </a:p>
      </dsp:txBody>
      <dsp:txXfrm>
        <a:off x="1496983" y="999409"/>
        <a:ext cx="509071" cy="429655"/>
      </dsp:txXfrm>
    </dsp:sp>
    <dsp:sp modelId="{C8CB46B1-E79C-457E-A28D-1EE2F9EBEE32}">
      <dsp:nvSpPr>
        <dsp:cNvPr id="0" name=""/>
        <dsp:cNvSpPr/>
      </dsp:nvSpPr>
      <dsp:spPr>
        <a:xfrm>
          <a:off x="303905" y="204137"/>
          <a:ext cx="1710478" cy="1710478"/>
        </a:xfrm>
        <a:prstGeom prst="pie">
          <a:avLst>
            <a:gd name="adj1" fmla="val 3240000"/>
            <a:gd name="adj2" fmla="val 7560000"/>
          </a:avLst>
        </a:prstGeom>
        <a:gradFill rotWithShape="0">
          <a:gsLst>
            <a:gs pos="0">
              <a:schemeClr val="accent4">
                <a:hueOff val="5197846"/>
                <a:satOff val="-23984"/>
                <a:lumOff val="883"/>
                <a:alphaOff val="0"/>
                <a:satMod val="103000"/>
                <a:lumMod val="102000"/>
                <a:tint val="94000"/>
              </a:schemeClr>
            </a:gs>
            <a:gs pos="50000">
              <a:schemeClr val="accent4">
                <a:hueOff val="5197846"/>
                <a:satOff val="-23984"/>
                <a:lumOff val="883"/>
                <a:alphaOff val="0"/>
                <a:satMod val="110000"/>
                <a:lumMod val="100000"/>
                <a:shade val="100000"/>
              </a:schemeClr>
            </a:gs>
            <a:gs pos="100000">
              <a:schemeClr val="accent4">
                <a:hueOff val="5197846"/>
                <a:satOff val="-23984"/>
                <a:lumOff val="883"/>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smtClean="0"/>
            <a:t>Evaluate</a:t>
          </a:r>
          <a:endParaRPr lang="en-US" sz="1200" kern="1200" dirty="0"/>
        </a:p>
      </dsp:txBody>
      <dsp:txXfrm>
        <a:off x="853702" y="1486996"/>
        <a:ext cx="610885" cy="366531"/>
      </dsp:txXfrm>
    </dsp:sp>
    <dsp:sp modelId="{75645940-2EEE-4E50-8B17-F4838C4D2812}">
      <dsp:nvSpPr>
        <dsp:cNvPr id="0" name=""/>
        <dsp:cNvSpPr/>
      </dsp:nvSpPr>
      <dsp:spPr>
        <a:xfrm>
          <a:off x="303905" y="204137"/>
          <a:ext cx="1710478" cy="1710478"/>
        </a:xfrm>
        <a:prstGeom prst="pie">
          <a:avLst>
            <a:gd name="adj1" fmla="val 7560000"/>
            <a:gd name="adj2" fmla="val 11880000"/>
          </a:avLst>
        </a:prstGeom>
        <a:gradFill rotWithShape="0">
          <a:gsLst>
            <a:gs pos="0">
              <a:schemeClr val="accent4">
                <a:hueOff val="7796769"/>
                <a:satOff val="-35976"/>
                <a:lumOff val="1324"/>
                <a:alphaOff val="0"/>
                <a:satMod val="103000"/>
                <a:lumMod val="102000"/>
                <a:tint val="94000"/>
              </a:schemeClr>
            </a:gs>
            <a:gs pos="50000">
              <a:schemeClr val="accent4">
                <a:hueOff val="7796769"/>
                <a:satOff val="-35976"/>
                <a:lumOff val="1324"/>
                <a:alphaOff val="0"/>
                <a:satMod val="110000"/>
                <a:lumMod val="100000"/>
                <a:shade val="100000"/>
              </a:schemeClr>
            </a:gs>
            <a:gs pos="100000">
              <a:schemeClr val="accent4">
                <a:hueOff val="7796769"/>
                <a:satOff val="-35976"/>
                <a:lumOff val="1324"/>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smtClean="0"/>
            <a:t>Treat</a:t>
          </a:r>
          <a:endParaRPr lang="en-US" sz="1200" kern="1200" dirty="0"/>
        </a:p>
      </dsp:txBody>
      <dsp:txXfrm>
        <a:off x="385356" y="977925"/>
        <a:ext cx="509071" cy="429655"/>
      </dsp:txXfrm>
    </dsp:sp>
    <dsp:sp modelId="{C0B1907C-499B-43A5-8352-581C1F6219E1}">
      <dsp:nvSpPr>
        <dsp:cNvPr id="0" name=""/>
        <dsp:cNvSpPr/>
      </dsp:nvSpPr>
      <dsp:spPr>
        <a:xfrm>
          <a:off x="303905" y="204137"/>
          <a:ext cx="1710478" cy="1710478"/>
        </a:xfrm>
        <a:prstGeom prst="pie">
          <a:avLst>
            <a:gd name="adj1" fmla="val 11880000"/>
            <a:gd name="adj2" fmla="val 16200000"/>
          </a:avLst>
        </a:prstGeom>
        <a:gradFill rotWithShape="0">
          <a:gsLst>
            <a:gs pos="0">
              <a:schemeClr val="accent4">
                <a:hueOff val="10395692"/>
                <a:satOff val="-47968"/>
                <a:lumOff val="1765"/>
                <a:alphaOff val="0"/>
                <a:satMod val="103000"/>
                <a:lumMod val="102000"/>
                <a:tint val="94000"/>
              </a:schemeClr>
            </a:gs>
            <a:gs pos="50000">
              <a:schemeClr val="accent4">
                <a:hueOff val="10395692"/>
                <a:satOff val="-47968"/>
                <a:lumOff val="1765"/>
                <a:alphaOff val="0"/>
                <a:satMod val="110000"/>
                <a:lumMod val="100000"/>
                <a:shade val="100000"/>
              </a:schemeClr>
            </a:gs>
            <a:gs pos="100000">
              <a:schemeClr val="accent4">
                <a:hueOff val="10395692"/>
                <a:satOff val="-47968"/>
                <a:lumOff val="1765"/>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smtClean="0"/>
            <a:t>Monitor</a:t>
          </a:r>
          <a:endParaRPr lang="en-US" sz="1200" kern="1200" dirty="0"/>
        </a:p>
      </dsp:txBody>
      <dsp:txXfrm>
        <a:off x="553350" y="464781"/>
        <a:ext cx="580340" cy="397075"/>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915EC1-A275-4419-B6DD-9DC54319BF3E}">
      <dsp:nvSpPr>
        <dsp:cNvPr id="0" name=""/>
        <dsp:cNvSpPr/>
      </dsp:nvSpPr>
      <dsp:spPr>
        <a:xfrm>
          <a:off x="110392" y="524629"/>
          <a:ext cx="1765772" cy="1765772"/>
        </a:xfrm>
        <a:prstGeom prst="pie">
          <a:avLst>
            <a:gd name="adj1" fmla="val 16200000"/>
            <a:gd name="adj2" fmla="val 2052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smtClean="0"/>
            <a:t>Identify</a:t>
          </a:r>
          <a:endParaRPr lang="en-US" sz="1200" kern="1200" dirty="0"/>
        </a:p>
      </dsp:txBody>
      <dsp:txXfrm>
        <a:off x="1015561" y="788444"/>
        <a:ext cx="599101" cy="409911"/>
      </dsp:txXfrm>
    </dsp:sp>
    <dsp:sp modelId="{B908182B-DF5B-4F6C-8EEA-512201C7CDC9}">
      <dsp:nvSpPr>
        <dsp:cNvPr id="0" name=""/>
        <dsp:cNvSpPr/>
      </dsp:nvSpPr>
      <dsp:spPr>
        <a:xfrm>
          <a:off x="214855" y="565426"/>
          <a:ext cx="1765772" cy="1765772"/>
        </a:xfrm>
        <a:prstGeom prst="pie">
          <a:avLst>
            <a:gd name="adj1" fmla="val 20520000"/>
            <a:gd name="adj2" fmla="val 3240000"/>
          </a:avLst>
        </a:prstGeom>
        <a:gradFill rotWithShape="0">
          <a:gsLst>
            <a:gs pos="0">
              <a:schemeClr val="accent4">
                <a:hueOff val="2598923"/>
                <a:satOff val="-11992"/>
                <a:lumOff val="441"/>
                <a:alphaOff val="0"/>
                <a:satMod val="103000"/>
                <a:lumMod val="102000"/>
                <a:tint val="94000"/>
              </a:schemeClr>
            </a:gs>
            <a:gs pos="50000">
              <a:schemeClr val="accent4">
                <a:hueOff val="2598923"/>
                <a:satOff val="-11992"/>
                <a:lumOff val="441"/>
                <a:alphaOff val="0"/>
                <a:satMod val="110000"/>
                <a:lumMod val="100000"/>
                <a:shade val="100000"/>
              </a:schemeClr>
            </a:gs>
            <a:gs pos="100000">
              <a:schemeClr val="accent4">
                <a:hueOff val="2598923"/>
                <a:satOff val="-11992"/>
                <a:lumOff val="441"/>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smtClean="0"/>
            <a:t>Analyze</a:t>
          </a:r>
          <a:endParaRPr lang="en-US" sz="1200" kern="1200" dirty="0"/>
        </a:p>
      </dsp:txBody>
      <dsp:txXfrm>
        <a:off x="1368914" y="1364228"/>
        <a:ext cx="525527" cy="443545"/>
      </dsp:txXfrm>
    </dsp:sp>
    <dsp:sp modelId="{C8CB46B1-E79C-457E-A28D-1EE2F9EBEE32}">
      <dsp:nvSpPr>
        <dsp:cNvPr id="0" name=""/>
        <dsp:cNvSpPr/>
      </dsp:nvSpPr>
      <dsp:spPr>
        <a:xfrm>
          <a:off x="137267" y="543248"/>
          <a:ext cx="1765772" cy="1765772"/>
        </a:xfrm>
        <a:prstGeom prst="pie">
          <a:avLst>
            <a:gd name="adj1" fmla="val 3240000"/>
            <a:gd name="adj2" fmla="val 7560000"/>
          </a:avLst>
        </a:prstGeom>
        <a:gradFill rotWithShape="0">
          <a:gsLst>
            <a:gs pos="0">
              <a:schemeClr val="accent4">
                <a:hueOff val="5197846"/>
                <a:satOff val="-23984"/>
                <a:lumOff val="883"/>
                <a:alphaOff val="0"/>
                <a:satMod val="103000"/>
                <a:lumMod val="102000"/>
                <a:tint val="94000"/>
              </a:schemeClr>
            </a:gs>
            <a:gs pos="50000">
              <a:schemeClr val="accent4">
                <a:hueOff val="5197846"/>
                <a:satOff val="-23984"/>
                <a:lumOff val="883"/>
                <a:alphaOff val="0"/>
                <a:satMod val="110000"/>
                <a:lumMod val="100000"/>
                <a:shade val="100000"/>
              </a:schemeClr>
            </a:gs>
            <a:gs pos="100000">
              <a:schemeClr val="accent4">
                <a:hueOff val="5197846"/>
                <a:satOff val="-23984"/>
                <a:lumOff val="883"/>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smtClean="0"/>
            <a:t>Evaluate</a:t>
          </a:r>
          <a:endParaRPr lang="en-US" sz="1200" kern="1200" dirty="0"/>
        </a:p>
      </dsp:txBody>
      <dsp:txXfrm>
        <a:off x="704837" y="1867577"/>
        <a:ext cx="630633" cy="378379"/>
      </dsp:txXfrm>
    </dsp:sp>
    <dsp:sp modelId="{75645940-2EEE-4E50-8B17-F4838C4D2812}">
      <dsp:nvSpPr>
        <dsp:cNvPr id="0" name=""/>
        <dsp:cNvSpPr/>
      </dsp:nvSpPr>
      <dsp:spPr>
        <a:xfrm>
          <a:off x="137267" y="543248"/>
          <a:ext cx="1765772" cy="1765772"/>
        </a:xfrm>
        <a:prstGeom prst="pie">
          <a:avLst>
            <a:gd name="adj1" fmla="val 7560000"/>
            <a:gd name="adj2" fmla="val 11880000"/>
          </a:avLst>
        </a:prstGeom>
        <a:gradFill rotWithShape="0">
          <a:gsLst>
            <a:gs pos="0">
              <a:schemeClr val="accent4">
                <a:hueOff val="7796769"/>
                <a:satOff val="-35976"/>
                <a:lumOff val="1324"/>
                <a:alphaOff val="0"/>
                <a:satMod val="103000"/>
                <a:lumMod val="102000"/>
                <a:tint val="94000"/>
              </a:schemeClr>
            </a:gs>
            <a:gs pos="50000">
              <a:schemeClr val="accent4">
                <a:hueOff val="7796769"/>
                <a:satOff val="-35976"/>
                <a:lumOff val="1324"/>
                <a:alphaOff val="0"/>
                <a:satMod val="110000"/>
                <a:lumMod val="100000"/>
                <a:shade val="100000"/>
              </a:schemeClr>
            </a:gs>
            <a:gs pos="100000">
              <a:schemeClr val="accent4">
                <a:hueOff val="7796769"/>
                <a:satOff val="-35976"/>
                <a:lumOff val="1324"/>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smtClean="0"/>
            <a:t>Treat</a:t>
          </a:r>
          <a:endParaRPr lang="en-US" sz="1200" kern="1200" dirty="0"/>
        </a:p>
      </dsp:txBody>
      <dsp:txXfrm>
        <a:off x="221352" y="1342050"/>
        <a:ext cx="525527" cy="443545"/>
      </dsp:txXfrm>
    </dsp:sp>
    <dsp:sp modelId="{C0B1907C-499B-43A5-8352-581C1F6219E1}">
      <dsp:nvSpPr>
        <dsp:cNvPr id="0" name=""/>
        <dsp:cNvSpPr/>
      </dsp:nvSpPr>
      <dsp:spPr>
        <a:xfrm>
          <a:off x="137267" y="543248"/>
          <a:ext cx="1765772" cy="1765772"/>
        </a:xfrm>
        <a:prstGeom prst="pie">
          <a:avLst>
            <a:gd name="adj1" fmla="val 11880000"/>
            <a:gd name="adj2" fmla="val 16200000"/>
          </a:avLst>
        </a:prstGeom>
        <a:gradFill rotWithShape="0">
          <a:gsLst>
            <a:gs pos="0">
              <a:schemeClr val="accent4">
                <a:hueOff val="10395692"/>
                <a:satOff val="-47968"/>
                <a:lumOff val="1765"/>
                <a:alphaOff val="0"/>
                <a:satMod val="103000"/>
                <a:lumMod val="102000"/>
                <a:tint val="94000"/>
              </a:schemeClr>
            </a:gs>
            <a:gs pos="50000">
              <a:schemeClr val="accent4">
                <a:hueOff val="10395692"/>
                <a:satOff val="-47968"/>
                <a:lumOff val="1765"/>
                <a:alphaOff val="0"/>
                <a:satMod val="110000"/>
                <a:lumMod val="100000"/>
                <a:shade val="100000"/>
              </a:schemeClr>
            </a:gs>
            <a:gs pos="100000">
              <a:schemeClr val="accent4">
                <a:hueOff val="10395692"/>
                <a:satOff val="-47968"/>
                <a:lumOff val="1765"/>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smtClean="0"/>
            <a:t>Monitor</a:t>
          </a:r>
          <a:endParaRPr lang="en-US" sz="1200" kern="1200" dirty="0"/>
        </a:p>
      </dsp:txBody>
      <dsp:txXfrm>
        <a:off x="394776" y="812318"/>
        <a:ext cx="599101" cy="409911"/>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915EC1-A275-4419-B6DD-9DC54319BF3E}">
      <dsp:nvSpPr>
        <dsp:cNvPr id="0" name=""/>
        <dsp:cNvSpPr/>
      </dsp:nvSpPr>
      <dsp:spPr>
        <a:xfrm>
          <a:off x="120359" y="253902"/>
          <a:ext cx="1925188" cy="1925188"/>
        </a:xfrm>
        <a:prstGeom prst="pie">
          <a:avLst>
            <a:gd name="adj1" fmla="val 16200000"/>
            <a:gd name="adj2" fmla="val 2052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lvl="0" algn="ctr" defTabSz="577850">
            <a:lnSpc>
              <a:spcPct val="90000"/>
            </a:lnSpc>
            <a:spcBef>
              <a:spcPct val="0"/>
            </a:spcBef>
            <a:spcAft>
              <a:spcPct val="35000"/>
            </a:spcAft>
          </a:pPr>
          <a:r>
            <a:rPr lang="en-US" sz="1300" kern="1200" dirty="0" smtClean="0"/>
            <a:t>Identify</a:t>
          </a:r>
          <a:endParaRPr lang="en-US" sz="1300" kern="1200" dirty="0"/>
        </a:p>
      </dsp:txBody>
      <dsp:txXfrm>
        <a:off x="1107247" y="541535"/>
        <a:ext cx="653188" cy="446918"/>
      </dsp:txXfrm>
    </dsp:sp>
    <dsp:sp modelId="{B908182B-DF5B-4F6C-8EEA-512201C7CDC9}">
      <dsp:nvSpPr>
        <dsp:cNvPr id="0" name=""/>
        <dsp:cNvSpPr/>
      </dsp:nvSpPr>
      <dsp:spPr>
        <a:xfrm>
          <a:off x="234253" y="298382"/>
          <a:ext cx="1925188" cy="1925188"/>
        </a:xfrm>
        <a:prstGeom prst="pie">
          <a:avLst>
            <a:gd name="adj1" fmla="val 20520000"/>
            <a:gd name="adj2" fmla="val 3240000"/>
          </a:avLst>
        </a:prstGeom>
        <a:gradFill rotWithShape="0">
          <a:gsLst>
            <a:gs pos="0">
              <a:schemeClr val="accent4">
                <a:hueOff val="2598923"/>
                <a:satOff val="-11992"/>
                <a:lumOff val="441"/>
                <a:alphaOff val="0"/>
                <a:satMod val="103000"/>
                <a:lumMod val="102000"/>
                <a:tint val="94000"/>
              </a:schemeClr>
            </a:gs>
            <a:gs pos="50000">
              <a:schemeClr val="accent4">
                <a:hueOff val="2598923"/>
                <a:satOff val="-11992"/>
                <a:lumOff val="441"/>
                <a:alphaOff val="0"/>
                <a:satMod val="110000"/>
                <a:lumMod val="100000"/>
                <a:shade val="100000"/>
              </a:schemeClr>
            </a:gs>
            <a:gs pos="100000">
              <a:schemeClr val="accent4">
                <a:hueOff val="2598923"/>
                <a:satOff val="-11992"/>
                <a:lumOff val="441"/>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lvl="0" algn="ctr" defTabSz="577850">
            <a:lnSpc>
              <a:spcPct val="90000"/>
            </a:lnSpc>
            <a:spcBef>
              <a:spcPct val="0"/>
            </a:spcBef>
            <a:spcAft>
              <a:spcPct val="35000"/>
            </a:spcAft>
          </a:pPr>
          <a:r>
            <a:rPr lang="en-US" sz="1300" kern="1200" dirty="0" smtClean="0"/>
            <a:t>Analyze</a:t>
          </a:r>
          <a:endParaRPr lang="en-US" sz="1300" kern="1200" dirty="0"/>
        </a:p>
      </dsp:txBody>
      <dsp:txXfrm>
        <a:off x="1492501" y="1169301"/>
        <a:ext cx="572972" cy="483589"/>
      </dsp:txXfrm>
    </dsp:sp>
    <dsp:sp modelId="{C8CB46B1-E79C-457E-A28D-1EE2F9EBEE32}">
      <dsp:nvSpPr>
        <dsp:cNvPr id="0" name=""/>
        <dsp:cNvSpPr/>
      </dsp:nvSpPr>
      <dsp:spPr>
        <a:xfrm>
          <a:off x="149660" y="274202"/>
          <a:ext cx="1925188" cy="1925188"/>
        </a:xfrm>
        <a:prstGeom prst="pie">
          <a:avLst>
            <a:gd name="adj1" fmla="val 3240000"/>
            <a:gd name="adj2" fmla="val 7560000"/>
          </a:avLst>
        </a:prstGeom>
        <a:gradFill rotWithShape="0">
          <a:gsLst>
            <a:gs pos="0">
              <a:schemeClr val="accent4">
                <a:hueOff val="5197846"/>
                <a:satOff val="-23984"/>
                <a:lumOff val="883"/>
                <a:alphaOff val="0"/>
                <a:satMod val="103000"/>
                <a:lumMod val="102000"/>
                <a:tint val="94000"/>
              </a:schemeClr>
            </a:gs>
            <a:gs pos="50000">
              <a:schemeClr val="accent4">
                <a:hueOff val="5197846"/>
                <a:satOff val="-23984"/>
                <a:lumOff val="883"/>
                <a:alphaOff val="0"/>
                <a:satMod val="110000"/>
                <a:lumMod val="100000"/>
                <a:shade val="100000"/>
              </a:schemeClr>
            </a:gs>
            <a:gs pos="100000">
              <a:schemeClr val="accent4">
                <a:hueOff val="5197846"/>
                <a:satOff val="-23984"/>
                <a:lumOff val="883"/>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lvl="0" algn="ctr" defTabSz="577850">
            <a:lnSpc>
              <a:spcPct val="90000"/>
            </a:lnSpc>
            <a:spcBef>
              <a:spcPct val="0"/>
            </a:spcBef>
            <a:spcAft>
              <a:spcPct val="35000"/>
            </a:spcAft>
          </a:pPr>
          <a:r>
            <a:rPr lang="en-US" sz="1300" kern="1200" dirty="0" smtClean="0"/>
            <a:t>Evaluate</a:t>
          </a:r>
          <a:endParaRPr lang="en-US" sz="1300" kern="1200" dirty="0"/>
        </a:p>
      </dsp:txBody>
      <dsp:txXfrm>
        <a:off x="768471" y="1718093"/>
        <a:ext cx="687567" cy="412540"/>
      </dsp:txXfrm>
    </dsp:sp>
    <dsp:sp modelId="{75645940-2EEE-4E50-8B17-F4838C4D2812}">
      <dsp:nvSpPr>
        <dsp:cNvPr id="0" name=""/>
        <dsp:cNvSpPr/>
      </dsp:nvSpPr>
      <dsp:spPr>
        <a:xfrm>
          <a:off x="149660" y="274202"/>
          <a:ext cx="1925188" cy="1925188"/>
        </a:xfrm>
        <a:prstGeom prst="pie">
          <a:avLst>
            <a:gd name="adj1" fmla="val 7560000"/>
            <a:gd name="adj2" fmla="val 11880000"/>
          </a:avLst>
        </a:prstGeom>
        <a:gradFill rotWithShape="0">
          <a:gsLst>
            <a:gs pos="0">
              <a:schemeClr val="accent4">
                <a:hueOff val="7796769"/>
                <a:satOff val="-35976"/>
                <a:lumOff val="1324"/>
                <a:alphaOff val="0"/>
                <a:satMod val="103000"/>
                <a:lumMod val="102000"/>
                <a:tint val="94000"/>
              </a:schemeClr>
            </a:gs>
            <a:gs pos="50000">
              <a:schemeClr val="accent4">
                <a:hueOff val="7796769"/>
                <a:satOff val="-35976"/>
                <a:lumOff val="1324"/>
                <a:alphaOff val="0"/>
                <a:satMod val="110000"/>
                <a:lumMod val="100000"/>
                <a:shade val="100000"/>
              </a:schemeClr>
            </a:gs>
            <a:gs pos="100000">
              <a:schemeClr val="accent4">
                <a:hueOff val="7796769"/>
                <a:satOff val="-35976"/>
                <a:lumOff val="1324"/>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lvl="0" algn="ctr" defTabSz="577850">
            <a:lnSpc>
              <a:spcPct val="90000"/>
            </a:lnSpc>
            <a:spcBef>
              <a:spcPct val="0"/>
            </a:spcBef>
            <a:spcAft>
              <a:spcPct val="35000"/>
            </a:spcAft>
          </a:pPr>
          <a:r>
            <a:rPr lang="en-US" sz="1300" kern="1200" dirty="0" smtClean="0"/>
            <a:t>Treat</a:t>
          </a:r>
          <a:endParaRPr lang="en-US" sz="1300" kern="1200" dirty="0"/>
        </a:p>
      </dsp:txBody>
      <dsp:txXfrm>
        <a:off x="241336" y="1145121"/>
        <a:ext cx="572972" cy="483589"/>
      </dsp:txXfrm>
    </dsp:sp>
    <dsp:sp modelId="{C0B1907C-499B-43A5-8352-581C1F6219E1}">
      <dsp:nvSpPr>
        <dsp:cNvPr id="0" name=""/>
        <dsp:cNvSpPr/>
      </dsp:nvSpPr>
      <dsp:spPr>
        <a:xfrm>
          <a:off x="149660" y="274202"/>
          <a:ext cx="1925188" cy="1925188"/>
        </a:xfrm>
        <a:prstGeom prst="pie">
          <a:avLst>
            <a:gd name="adj1" fmla="val 11880000"/>
            <a:gd name="adj2" fmla="val 16200000"/>
          </a:avLst>
        </a:prstGeom>
        <a:gradFill rotWithShape="0">
          <a:gsLst>
            <a:gs pos="0">
              <a:schemeClr val="accent4">
                <a:hueOff val="10395692"/>
                <a:satOff val="-47968"/>
                <a:lumOff val="1765"/>
                <a:alphaOff val="0"/>
                <a:satMod val="103000"/>
                <a:lumMod val="102000"/>
                <a:tint val="94000"/>
              </a:schemeClr>
            </a:gs>
            <a:gs pos="50000">
              <a:schemeClr val="accent4">
                <a:hueOff val="10395692"/>
                <a:satOff val="-47968"/>
                <a:lumOff val="1765"/>
                <a:alphaOff val="0"/>
                <a:satMod val="110000"/>
                <a:lumMod val="100000"/>
                <a:shade val="100000"/>
              </a:schemeClr>
            </a:gs>
            <a:gs pos="100000">
              <a:schemeClr val="accent4">
                <a:hueOff val="10395692"/>
                <a:satOff val="-47968"/>
                <a:lumOff val="1765"/>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lvl="0" algn="ctr" defTabSz="577850">
            <a:lnSpc>
              <a:spcPct val="90000"/>
            </a:lnSpc>
            <a:spcBef>
              <a:spcPct val="0"/>
            </a:spcBef>
            <a:spcAft>
              <a:spcPct val="35000"/>
            </a:spcAft>
          </a:pPr>
          <a:r>
            <a:rPr lang="en-US" sz="1300" kern="1200" dirty="0" smtClean="0"/>
            <a:t>Monitor</a:t>
          </a:r>
          <a:endParaRPr lang="en-US" sz="1300" kern="1200" dirty="0"/>
        </a:p>
      </dsp:txBody>
      <dsp:txXfrm>
        <a:off x="430417" y="567564"/>
        <a:ext cx="653188" cy="446918"/>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915EC1-A275-4419-B6DD-9DC54319BF3E}">
      <dsp:nvSpPr>
        <dsp:cNvPr id="0" name=""/>
        <dsp:cNvSpPr/>
      </dsp:nvSpPr>
      <dsp:spPr>
        <a:xfrm>
          <a:off x="127607" y="335528"/>
          <a:ext cx="2041127" cy="2041127"/>
        </a:xfrm>
        <a:prstGeom prst="pie">
          <a:avLst>
            <a:gd name="adj1" fmla="val 16200000"/>
            <a:gd name="adj2" fmla="val 2052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dirty="0" smtClean="0"/>
            <a:t>Identify</a:t>
          </a:r>
          <a:endParaRPr lang="en-US" sz="1400" kern="1200" dirty="0"/>
        </a:p>
      </dsp:txBody>
      <dsp:txXfrm>
        <a:off x="1173928" y="640482"/>
        <a:ext cx="692525" cy="473833"/>
      </dsp:txXfrm>
    </dsp:sp>
    <dsp:sp modelId="{B908182B-DF5B-4F6C-8EEA-512201C7CDC9}">
      <dsp:nvSpPr>
        <dsp:cNvPr id="0" name=""/>
        <dsp:cNvSpPr/>
      </dsp:nvSpPr>
      <dsp:spPr>
        <a:xfrm>
          <a:off x="248360" y="382686"/>
          <a:ext cx="2041127" cy="2041127"/>
        </a:xfrm>
        <a:prstGeom prst="pie">
          <a:avLst>
            <a:gd name="adj1" fmla="val 20520000"/>
            <a:gd name="adj2" fmla="val 3240000"/>
          </a:avLst>
        </a:prstGeom>
        <a:gradFill rotWithShape="0">
          <a:gsLst>
            <a:gs pos="0">
              <a:schemeClr val="accent4">
                <a:hueOff val="2598923"/>
                <a:satOff val="-11992"/>
                <a:lumOff val="441"/>
                <a:alphaOff val="0"/>
                <a:satMod val="103000"/>
                <a:lumMod val="102000"/>
                <a:tint val="94000"/>
              </a:schemeClr>
            </a:gs>
            <a:gs pos="50000">
              <a:schemeClr val="accent4">
                <a:hueOff val="2598923"/>
                <a:satOff val="-11992"/>
                <a:lumOff val="441"/>
                <a:alphaOff val="0"/>
                <a:satMod val="110000"/>
                <a:lumMod val="100000"/>
                <a:shade val="100000"/>
              </a:schemeClr>
            </a:gs>
            <a:gs pos="100000">
              <a:schemeClr val="accent4">
                <a:hueOff val="2598923"/>
                <a:satOff val="-11992"/>
                <a:lumOff val="441"/>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dirty="0" smtClean="0"/>
            <a:t>Analyze</a:t>
          </a:r>
          <a:endParaRPr lang="en-US" sz="1400" kern="1200" dirty="0"/>
        </a:p>
      </dsp:txBody>
      <dsp:txXfrm>
        <a:off x="1582383" y="1306054"/>
        <a:ext cx="607478" cy="512711"/>
      </dsp:txXfrm>
    </dsp:sp>
    <dsp:sp modelId="{C8CB46B1-E79C-457E-A28D-1EE2F9EBEE32}">
      <dsp:nvSpPr>
        <dsp:cNvPr id="0" name=""/>
        <dsp:cNvSpPr/>
      </dsp:nvSpPr>
      <dsp:spPr>
        <a:xfrm>
          <a:off x="158673" y="357050"/>
          <a:ext cx="2041127" cy="2041127"/>
        </a:xfrm>
        <a:prstGeom prst="pie">
          <a:avLst>
            <a:gd name="adj1" fmla="val 3240000"/>
            <a:gd name="adj2" fmla="val 7560000"/>
          </a:avLst>
        </a:prstGeom>
        <a:gradFill rotWithShape="0">
          <a:gsLst>
            <a:gs pos="0">
              <a:schemeClr val="accent4">
                <a:hueOff val="5197846"/>
                <a:satOff val="-23984"/>
                <a:lumOff val="883"/>
                <a:alphaOff val="0"/>
                <a:satMod val="103000"/>
                <a:lumMod val="102000"/>
                <a:tint val="94000"/>
              </a:schemeClr>
            </a:gs>
            <a:gs pos="50000">
              <a:schemeClr val="accent4">
                <a:hueOff val="5197846"/>
                <a:satOff val="-23984"/>
                <a:lumOff val="883"/>
                <a:alphaOff val="0"/>
                <a:satMod val="110000"/>
                <a:lumMod val="100000"/>
                <a:shade val="100000"/>
              </a:schemeClr>
            </a:gs>
            <a:gs pos="100000">
              <a:schemeClr val="accent4">
                <a:hueOff val="5197846"/>
                <a:satOff val="-23984"/>
                <a:lumOff val="883"/>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dirty="0" smtClean="0"/>
            <a:t>Evaluate</a:t>
          </a:r>
          <a:endParaRPr lang="en-US" sz="1400" kern="1200" dirty="0"/>
        </a:p>
      </dsp:txBody>
      <dsp:txXfrm>
        <a:off x="814750" y="1887896"/>
        <a:ext cx="728974" cy="437384"/>
      </dsp:txXfrm>
    </dsp:sp>
    <dsp:sp modelId="{75645940-2EEE-4E50-8B17-F4838C4D2812}">
      <dsp:nvSpPr>
        <dsp:cNvPr id="0" name=""/>
        <dsp:cNvSpPr/>
      </dsp:nvSpPr>
      <dsp:spPr>
        <a:xfrm>
          <a:off x="158673" y="357050"/>
          <a:ext cx="2041127" cy="2041127"/>
        </a:xfrm>
        <a:prstGeom prst="pie">
          <a:avLst>
            <a:gd name="adj1" fmla="val 7560000"/>
            <a:gd name="adj2" fmla="val 11880000"/>
          </a:avLst>
        </a:prstGeom>
        <a:gradFill rotWithShape="0">
          <a:gsLst>
            <a:gs pos="0">
              <a:schemeClr val="accent4">
                <a:hueOff val="7796769"/>
                <a:satOff val="-35976"/>
                <a:lumOff val="1324"/>
                <a:alphaOff val="0"/>
                <a:satMod val="103000"/>
                <a:lumMod val="102000"/>
                <a:tint val="94000"/>
              </a:schemeClr>
            </a:gs>
            <a:gs pos="50000">
              <a:schemeClr val="accent4">
                <a:hueOff val="7796769"/>
                <a:satOff val="-35976"/>
                <a:lumOff val="1324"/>
                <a:alphaOff val="0"/>
                <a:satMod val="110000"/>
                <a:lumMod val="100000"/>
                <a:shade val="100000"/>
              </a:schemeClr>
            </a:gs>
            <a:gs pos="100000">
              <a:schemeClr val="accent4">
                <a:hueOff val="7796769"/>
                <a:satOff val="-35976"/>
                <a:lumOff val="1324"/>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dirty="0" smtClean="0"/>
            <a:t>Treat</a:t>
          </a:r>
          <a:endParaRPr lang="en-US" sz="1400" kern="1200" dirty="0"/>
        </a:p>
      </dsp:txBody>
      <dsp:txXfrm>
        <a:off x="255869" y="1280417"/>
        <a:ext cx="607478" cy="512711"/>
      </dsp:txXfrm>
    </dsp:sp>
    <dsp:sp modelId="{C0B1907C-499B-43A5-8352-581C1F6219E1}">
      <dsp:nvSpPr>
        <dsp:cNvPr id="0" name=""/>
        <dsp:cNvSpPr/>
      </dsp:nvSpPr>
      <dsp:spPr>
        <a:xfrm>
          <a:off x="158673" y="357050"/>
          <a:ext cx="2041127" cy="2041127"/>
        </a:xfrm>
        <a:prstGeom prst="pie">
          <a:avLst>
            <a:gd name="adj1" fmla="val 11880000"/>
            <a:gd name="adj2" fmla="val 16200000"/>
          </a:avLst>
        </a:prstGeom>
        <a:gradFill rotWithShape="0">
          <a:gsLst>
            <a:gs pos="0">
              <a:schemeClr val="accent4">
                <a:hueOff val="10395692"/>
                <a:satOff val="-47968"/>
                <a:lumOff val="1765"/>
                <a:alphaOff val="0"/>
                <a:satMod val="103000"/>
                <a:lumMod val="102000"/>
                <a:tint val="94000"/>
              </a:schemeClr>
            </a:gs>
            <a:gs pos="50000">
              <a:schemeClr val="accent4">
                <a:hueOff val="10395692"/>
                <a:satOff val="-47968"/>
                <a:lumOff val="1765"/>
                <a:alphaOff val="0"/>
                <a:satMod val="110000"/>
                <a:lumMod val="100000"/>
                <a:shade val="100000"/>
              </a:schemeClr>
            </a:gs>
            <a:gs pos="100000">
              <a:schemeClr val="accent4">
                <a:hueOff val="10395692"/>
                <a:satOff val="-47968"/>
                <a:lumOff val="1765"/>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dirty="0" smtClean="0"/>
            <a:t>Monitor</a:t>
          </a:r>
          <a:endParaRPr lang="en-US" sz="1400" kern="1200" dirty="0"/>
        </a:p>
      </dsp:txBody>
      <dsp:txXfrm>
        <a:off x="456337" y="668079"/>
        <a:ext cx="692525" cy="473833"/>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915EC1-A275-4419-B6DD-9DC54319BF3E}">
      <dsp:nvSpPr>
        <dsp:cNvPr id="0" name=""/>
        <dsp:cNvSpPr/>
      </dsp:nvSpPr>
      <dsp:spPr>
        <a:xfrm>
          <a:off x="171813" y="322718"/>
          <a:ext cx="2748215" cy="2748215"/>
        </a:xfrm>
        <a:prstGeom prst="pie">
          <a:avLst>
            <a:gd name="adj1" fmla="val 16200000"/>
            <a:gd name="adj2" fmla="val 2052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en-US" sz="1900" kern="1200" dirty="0" smtClean="0"/>
            <a:t>Identify</a:t>
          </a:r>
          <a:endParaRPr lang="en-US" sz="1900" kern="1200" dirty="0"/>
        </a:p>
      </dsp:txBody>
      <dsp:txXfrm>
        <a:off x="1580600" y="733315"/>
        <a:ext cx="932430" cy="637978"/>
      </dsp:txXfrm>
    </dsp:sp>
    <dsp:sp modelId="{B908182B-DF5B-4F6C-8EEA-512201C7CDC9}">
      <dsp:nvSpPr>
        <dsp:cNvPr id="0" name=""/>
        <dsp:cNvSpPr/>
      </dsp:nvSpPr>
      <dsp:spPr>
        <a:xfrm>
          <a:off x="334397" y="386214"/>
          <a:ext cx="2748215" cy="2748215"/>
        </a:xfrm>
        <a:prstGeom prst="pie">
          <a:avLst>
            <a:gd name="adj1" fmla="val 20520000"/>
            <a:gd name="adj2" fmla="val 3240000"/>
          </a:avLst>
        </a:prstGeom>
        <a:gradFill rotWithShape="0">
          <a:gsLst>
            <a:gs pos="0">
              <a:schemeClr val="accent4">
                <a:hueOff val="2598923"/>
                <a:satOff val="-11992"/>
                <a:lumOff val="441"/>
                <a:alphaOff val="0"/>
                <a:satMod val="103000"/>
                <a:lumMod val="102000"/>
                <a:tint val="94000"/>
              </a:schemeClr>
            </a:gs>
            <a:gs pos="50000">
              <a:schemeClr val="accent4">
                <a:hueOff val="2598923"/>
                <a:satOff val="-11992"/>
                <a:lumOff val="441"/>
                <a:alphaOff val="0"/>
                <a:satMod val="110000"/>
                <a:lumMod val="100000"/>
                <a:shade val="100000"/>
              </a:schemeClr>
            </a:gs>
            <a:gs pos="100000">
              <a:schemeClr val="accent4">
                <a:hueOff val="2598923"/>
                <a:satOff val="-11992"/>
                <a:lumOff val="441"/>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en-US" sz="1900" kern="1200" dirty="0" smtClean="0"/>
            <a:t>Analyze</a:t>
          </a:r>
          <a:endParaRPr lang="en-US" sz="1900" kern="1200" dirty="0"/>
        </a:p>
      </dsp:txBody>
      <dsp:txXfrm>
        <a:off x="2130552" y="1629454"/>
        <a:ext cx="817921" cy="690325"/>
      </dsp:txXfrm>
    </dsp:sp>
    <dsp:sp modelId="{C8CB46B1-E79C-457E-A28D-1EE2F9EBEE32}">
      <dsp:nvSpPr>
        <dsp:cNvPr id="0" name=""/>
        <dsp:cNvSpPr/>
      </dsp:nvSpPr>
      <dsp:spPr>
        <a:xfrm>
          <a:off x="213641" y="351696"/>
          <a:ext cx="2748215" cy="2748215"/>
        </a:xfrm>
        <a:prstGeom prst="pie">
          <a:avLst>
            <a:gd name="adj1" fmla="val 3240000"/>
            <a:gd name="adj2" fmla="val 7560000"/>
          </a:avLst>
        </a:prstGeom>
        <a:gradFill rotWithShape="0">
          <a:gsLst>
            <a:gs pos="0">
              <a:schemeClr val="accent4">
                <a:hueOff val="5197846"/>
                <a:satOff val="-23984"/>
                <a:lumOff val="883"/>
                <a:alphaOff val="0"/>
                <a:satMod val="103000"/>
                <a:lumMod val="102000"/>
                <a:tint val="94000"/>
              </a:schemeClr>
            </a:gs>
            <a:gs pos="50000">
              <a:schemeClr val="accent4">
                <a:hueOff val="5197846"/>
                <a:satOff val="-23984"/>
                <a:lumOff val="883"/>
                <a:alphaOff val="0"/>
                <a:satMod val="110000"/>
                <a:lumMod val="100000"/>
                <a:shade val="100000"/>
              </a:schemeClr>
            </a:gs>
            <a:gs pos="100000">
              <a:schemeClr val="accent4">
                <a:hueOff val="5197846"/>
                <a:satOff val="-23984"/>
                <a:lumOff val="883"/>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en-US" sz="1900" kern="1200" dirty="0" smtClean="0"/>
            <a:t>Evaluate</a:t>
          </a:r>
          <a:endParaRPr lang="en-US" sz="1900" kern="1200" dirty="0"/>
        </a:p>
      </dsp:txBody>
      <dsp:txXfrm>
        <a:off x="1096995" y="2412858"/>
        <a:ext cx="981505" cy="588903"/>
      </dsp:txXfrm>
    </dsp:sp>
    <dsp:sp modelId="{75645940-2EEE-4E50-8B17-F4838C4D2812}">
      <dsp:nvSpPr>
        <dsp:cNvPr id="0" name=""/>
        <dsp:cNvSpPr/>
      </dsp:nvSpPr>
      <dsp:spPr>
        <a:xfrm>
          <a:off x="213641" y="351696"/>
          <a:ext cx="2748215" cy="2748215"/>
        </a:xfrm>
        <a:prstGeom prst="pie">
          <a:avLst>
            <a:gd name="adj1" fmla="val 7560000"/>
            <a:gd name="adj2" fmla="val 11880000"/>
          </a:avLst>
        </a:prstGeom>
        <a:gradFill rotWithShape="0">
          <a:gsLst>
            <a:gs pos="0">
              <a:schemeClr val="accent4">
                <a:hueOff val="7796769"/>
                <a:satOff val="-35976"/>
                <a:lumOff val="1324"/>
                <a:alphaOff val="0"/>
                <a:satMod val="103000"/>
                <a:lumMod val="102000"/>
                <a:tint val="94000"/>
              </a:schemeClr>
            </a:gs>
            <a:gs pos="50000">
              <a:schemeClr val="accent4">
                <a:hueOff val="7796769"/>
                <a:satOff val="-35976"/>
                <a:lumOff val="1324"/>
                <a:alphaOff val="0"/>
                <a:satMod val="110000"/>
                <a:lumMod val="100000"/>
                <a:shade val="100000"/>
              </a:schemeClr>
            </a:gs>
            <a:gs pos="100000">
              <a:schemeClr val="accent4">
                <a:hueOff val="7796769"/>
                <a:satOff val="-35976"/>
                <a:lumOff val="1324"/>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en-US" sz="1900" kern="1200" dirty="0" smtClean="0"/>
            <a:t>Treat</a:t>
          </a:r>
          <a:endParaRPr lang="en-US" sz="1900" kern="1200" dirty="0"/>
        </a:p>
      </dsp:txBody>
      <dsp:txXfrm>
        <a:off x="344508" y="1594937"/>
        <a:ext cx="817921" cy="690325"/>
      </dsp:txXfrm>
    </dsp:sp>
    <dsp:sp modelId="{C0B1907C-499B-43A5-8352-581C1F6219E1}">
      <dsp:nvSpPr>
        <dsp:cNvPr id="0" name=""/>
        <dsp:cNvSpPr/>
      </dsp:nvSpPr>
      <dsp:spPr>
        <a:xfrm>
          <a:off x="213641" y="351696"/>
          <a:ext cx="2748215" cy="2748215"/>
        </a:xfrm>
        <a:prstGeom prst="pie">
          <a:avLst>
            <a:gd name="adj1" fmla="val 11880000"/>
            <a:gd name="adj2" fmla="val 16200000"/>
          </a:avLst>
        </a:prstGeom>
        <a:gradFill rotWithShape="0">
          <a:gsLst>
            <a:gs pos="0">
              <a:schemeClr val="accent4">
                <a:hueOff val="10395692"/>
                <a:satOff val="-47968"/>
                <a:lumOff val="1765"/>
                <a:alphaOff val="0"/>
                <a:satMod val="103000"/>
                <a:lumMod val="102000"/>
                <a:tint val="94000"/>
              </a:schemeClr>
            </a:gs>
            <a:gs pos="50000">
              <a:schemeClr val="accent4">
                <a:hueOff val="10395692"/>
                <a:satOff val="-47968"/>
                <a:lumOff val="1765"/>
                <a:alphaOff val="0"/>
                <a:satMod val="110000"/>
                <a:lumMod val="100000"/>
                <a:shade val="100000"/>
              </a:schemeClr>
            </a:gs>
            <a:gs pos="100000">
              <a:schemeClr val="accent4">
                <a:hueOff val="10395692"/>
                <a:satOff val="-47968"/>
                <a:lumOff val="1765"/>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en-US" sz="1900" kern="1200" dirty="0" smtClean="0"/>
            <a:t>Monitor</a:t>
          </a:r>
          <a:endParaRPr lang="en-US" sz="1900" kern="1200" dirty="0"/>
        </a:p>
      </dsp:txBody>
      <dsp:txXfrm>
        <a:off x="614422" y="770472"/>
        <a:ext cx="932430" cy="637978"/>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915EC1-A275-4419-B6DD-9DC54319BF3E}">
      <dsp:nvSpPr>
        <dsp:cNvPr id="0" name=""/>
        <dsp:cNvSpPr/>
      </dsp:nvSpPr>
      <dsp:spPr>
        <a:xfrm>
          <a:off x="171813" y="322718"/>
          <a:ext cx="2748215" cy="2748215"/>
        </a:xfrm>
        <a:prstGeom prst="pie">
          <a:avLst>
            <a:gd name="adj1" fmla="val 16200000"/>
            <a:gd name="adj2" fmla="val 2052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en-US" sz="1900" kern="1200" dirty="0" smtClean="0"/>
            <a:t>Identify</a:t>
          </a:r>
          <a:endParaRPr lang="en-US" sz="1900" kern="1200" dirty="0"/>
        </a:p>
      </dsp:txBody>
      <dsp:txXfrm>
        <a:off x="1580600" y="733315"/>
        <a:ext cx="932430" cy="637978"/>
      </dsp:txXfrm>
    </dsp:sp>
    <dsp:sp modelId="{B908182B-DF5B-4F6C-8EEA-512201C7CDC9}">
      <dsp:nvSpPr>
        <dsp:cNvPr id="0" name=""/>
        <dsp:cNvSpPr/>
      </dsp:nvSpPr>
      <dsp:spPr>
        <a:xfrm>
          <a:off x="334397" y="386214"/>
          <a:ext cx="2748215" cy="2748215"/>
        </a:xfrm>
        <a:prstGeom prst="pie">
          <a:avLst>
            <a:gd name="adj1" fmla="val 20520000"/>
            <a:gd name="adj2" fmla="val 3240000"/>
          </a:avLst>
        </a:prstGeom>
        <a:gradFill rotWithShape="0">
          <a:gsLst>
            <a:gs pos="0">
              <a:schemeClr val="accent4">
                <a:hueOff val="2598923"/>
                <a:satOff val="-11992"/>
                <a:lumOff val="441"/>
                <a:alphaOff val="0"/>
                <a:satMod val="103000"/>
                <a:lumMod val="102000"/>
                <a:tint val="94000"/>
              </a:schemeClr>
            </a:gs>
            <a:gs pos="50000">
              <a:schemeClr val="accent4">
                <a:hueOff val="2598923"/>
                <a:satOff val="-11992"/>
                <a:lumOff val="441"/>
                <a:alphaOff val="0"/>
                <a:satMod val="110000"/>
                <a:lumMod val="100000"/>
                <a:shade val="100000"/>
              </a:schemeClr>
            </a:gs>
            <a:gs pos="100000">
              <a:schemeClr val="accent4">
                <a:hueOff val="2598923"/>
                <a:satOff val="-11992"/>
                <a:lumOff val="441"/>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en-US" sz="1900" kern="1200" dirty="0" smtClean="0"/>
            <a:t>Analyze</a:t>
          </a:r>
          <a:endParaRPr lang="en-US" sz="1900" kern="1200" dirty="0"/>
        </a:p>
      </dsp:txBody>
      <dsp:txXfrm>
        <a:off x="2130552" y="1629454"/>
        <a:ext cx="817921" cy="690325"/>
      </dsp:txXfrm>
    </dsp:sp>
    <dsp:sp modelId="{C8CB46B1-E79C-457E-A28D-1EE2F9EBEE32}">
      <dsp:nvSpPr>
        <dsp:cNvPr id="0" name=""/>
        <dsp:cNvSpPr/>
      </dsp:nvSpPr>
      <dsp:spPr>
        <a:xfrm>
          <a:off x="213641" y="351696"/>
          <a:ext cx="2748215" cy="2748215"/>
        </a:xfrm>
        <a:prstGeom prst="pie">
          <a:avLst>
            <a:gd name="adj1" fmla="val 3240000"/>
            <a:gd name="adj2" fmla="val 7560000"/>
          </a:avLst>
        </a:prstGeom>
        <a:gradFill rotWithShape="0">
          <a:gsLst>
            <a:gs pos="0">
              <a:schemeClr val="accent4">
                <a:hueOff val="5197846"/>
                <a:satOff val="-23984"/>
                <a:lumOff val="883"/>
                <a:alphaOff val="0"/>
                <a:satMod val="103000"/>
                <a:lumMod val="102000"/>
                <a:tint val="94000"/>
              </a:schemeClr>
            </a:gs>
            <a:gs pos="50000">
              <a:schemeClr val="accent4">
                <a:hueOff val="5197846"/>
                <a:satOff val="-23984"/>
                <a:lumOff val="883"/>
                <a:alphaOff val="0"/>
                <a:satMod val="110000"/>
                <a:lumMod val="100000"/>
                <a:shade val="100000"/>
              </a:schemeClr>
            </a:gs>
            <a:gs pos="100000">
              <a:schemeClr val="accent4">
                <a:hueOff val="5197846"/>
                <a:satOff val="-23984"/>
                <a:lumOff val="883"/>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en-US" sz="1900" kern="1200" dirty="0" smtClean="0"/>
            <a:t>Evaluate</a:t>
          </a:r>
          <a:endParaRPr lang="en-US" sz="1900" kern="1200" dirty="0"/>
        </a:p>
      </dsp:txBody>
      <dsp:txXfrm>
        <a:off x="1096995" y="2412858"/>
        <a:ext cx="981505" cy="588903"/>
      </dsp:txXfrm>
    </dsp:sp>
    <dsp:sp modelId="{75645940-2EEE-4E50-8B17-F4838C4D2812}">
      <dsp:nvSpPr>
        <dsp:cNvPr id="0" name=""/>
        <dsp:cNvSpPr/>
      </dsp:nvSpPr>
      <dsp:spPr>
        <a:xfrm>
          <a:off x="213641" y="351696"/>
          <a:ext cx="2748215" cy="2748215"/>
        </a:xfrm>
        <a:prstGeom prst="pie">
          <a:avLst>
            <a:gd name="adj1" fmla="val 7560000"/>
            <a:gd name="adj2" fmla="val 11880000"/>
          </a:avLst>
        </a:prstGeom>
        <a:gradFill rotWithShape="0">
          <a:gsLst>
            <a:gs pos="0">
              <a:schemeClr val="accent4">
                <a:hueOff val="7796769"/>
                <a:satOff val="-35976"/>
                <a:lumOff val="1324"/>
                <a:alphaOff val="0"/>
                <a:satMod val="103000"/>
                <a:lumMod val="102000"/>
                <a:tint val="94000"/>
              </a:schemeClr>
            </a:gs>
            <a:gs pos="50000">
              <a:schemeClr val="accent4">
                <a:hueOff val="7796769"/>
                <a:satOff val="-35976"/>
                <a:lumOff val="1324"/>
                <a:alphaOff val="0"/>
                <a:satMod val="110000"/>
                <a:lumMod val="100000"/>
                <a:shade val="100000"/>
              </a:schemeClr>
            </a:gs>
            <a:gs pos="100000">
              <a:schemeClr val="accent4">
                <a:hueOff val="7796769"/>
                <a:satOff val="-35976"/>
                <a:lumOff val="1324"/>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en-US" sz="1900" kern="1200" dirty="0" smtClean="0"/>
            <a:t>Treat</a:t>
          </a:r>
          <a:endParaRPr lang="en-US" sz="1900" kern="1200" dirty="0"/>
        </a:p>
      </dsp:txBody>
      <dsp:txXfrm>
        <a:off x="344508" y="1594937"/>
        <a:ext cx="817921" cy="690325"/>
      </dsp:txXfrm>
    </dsp:sp>
    <dsp:sp modelId="{C0B1907C-499B-43A5-8352-581C1F6219E1}">
      <dsp:nvSpPr>
        <dsp:cNvPr id="0" name=""/>
        <dsp:cNvSpPr/>
      </dsp:nvSpPr>
      <dsp:spPr>
        <a:xfrm>
          <a:off x="213641" y="351696"/>
          <a:ext cx="2748215" cy="2748215"/>
        </a:xfrm>
        <a:prstGeom prst="pie">
          <a:avLst>
            <a:gd name="adj1" fmla="val 11880000"/>
            <a:gd name="adj2" fmla="val 16200000"/>
          </a:avLst>
        </a:prstGeom>
        <a:gradFill rotWithShape="0">
          <a:gsLst>
            <a:gs pos="0">
              <a:schemeClr val="accent4">
                <a:hueOff val="10395692"/>
                <a:satOff val="-47968"/>
                <a:lumOff val="1765"/>
                <a:alphaOff val="0"/>
                <a:satMod val="103000"/>
                <a:lumMod val="102000"/>
                <a:tint val="94000"/>
              </a:schemeClr>
            </a:gs>
            <a:gs pos="50000">
              <a:schemeClr val="accent4">
                <a:hueOff val="10395692"/>
                <a:satOff val="-47968"/>
                <a:lumOff val="1765"/>
                <a:alphaOff val="0"/>
                <a:satMod val="110000"/>
                <a:lumMod val="100000"/>
                <a:shade val="100000"/>
              </a:schemeClr>
            </a:gs>
            <a:gs pos="100000">
              <a:schemeClr val="accent4">
                <a:hueOff val="10395692"/>
                <a:satOff val="-47968"/>
                <a:lumOff val="1765"/>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en-US" sz="1900" kern="1200" dirty="0" smtClean="0"/>
            <a:t>Monitor</a:t>
          </a:r>
          <a:endParaRPr lang="en-US" sz="1900" kern="1200" dirty="0"/>
        </a:p>
      </dsp:txBody>
      <dsp:txXfrm>
        <a:off x="614422" y="770472"/>
        <a:ext cx="932430" cy="637978"/>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915EC1-A275-4419-B6DD-9DC54319BF3E}">
      <dsp:nvSpPr>
        <dsp:cNvPr id="0" name=""/>
        <dsp:cNvSpPr/>
      </dsp:nvSpPr>
      <dsp:spPr>
        <a:xfrm>
          <a:off x="171813" y="339977"/>
          <a:ext cx="2748215" cy="2748215"/>
        </a:xfrm>
        <a:prstGeom prst="pie">
          <a:avLst>
            <a:gd name="adj1" fmla="val 16200000"/>
            <a:gd name="adj2" fmla="val 2052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en-US" sz="1900" kern="1200" dirty="0" smtClean="0"/>
            <a:t>Identify</a:t>
          </a:r>
          <a:endParaRPr lang="en-US" sz="1900" kern="1200" dirty="0"/>
        </a:p>
      </dsp:txBody>
      <dsp:txXfrm>
        <a:off x="1580600" y="750574"/>
        <a:ext cx="932430" cy="637978"/>
      </dsp:txXfrm>
    </dsp:sp>
    <dsp:sp modelId="{B908182B-DF5B-4F6C-8EEA-512201C7CDC9}">
      <dsp:nvSpPr>
        <dsp:cNvPr id="0" name=""/>
        <dsp:cNvSpPr/>
      </dsp:nvSpPr>
      <dsp:spPr>
        <a:xfrm>
          <a:off x="161809" y="351696"/>
          <a:ext cx="2748215" cy="2748215"/>
        </a:xfrm>
        <a:prstGeom prst="pie">
          <a:avLst>
            <a:gd name="adj1" fmla="val 20520000"/>
            <a:gd name="adj2" fmla="val 3240000"/>
          </a:avLst>
        </a:prstGeom>
        <a:gradFill rotWithShape="0">
          <a:gsLst>
            <a:gs pos="0">
              <a:schemeClr val="accent4">
                <a:hueOff val="2598923"/>
                <a:satOff val="-11992"/>
                <a:lumOff val="441"/>
                <a:alphaOff val="0"/>
                <a:satMod val="103000"/>
                <a:lumMod val="102000"/>
                <a:tint val="94000"/>
              </a:schemeClr>
            </a:gs>
            <a:gs pos="50000">
              <a:schemeClr val="accent4">
                <a:hueOff val="2598923"/>
                <a:satOff val="-11992"/>
                <a:lumOff val="441"/>
                <a:alphaOff val="0"/>
                <a:satMod val="110000"/>
                <a:lumMod val="100000"/>
                <a:shade val="100000"/>
              </a:schemeClr>
            </a:gs>
            <a:gs pos="100000">
              <a:schemeClr val="accent4">
                <a:hueOff val="2598923"/>
                <a:satOff val="-11992"/>
                <a:lumOff val="441"/>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en-US" sz="1900" kern="1200" dirty="0" smtClean="0"/>
            <a:t>Analyze</a:t>
          </a:r>
          <a:endParaRPr lang="en-US" sz="1900" kern="1200" dirty="0"/>
        </a:p>
      </dsp:txBody>
      <dsp:txXfrm>
        <a:off x="1957964" y="1594937"/>
        <a:ext cx="817921" cy="690325"/>
      </dsp:txXfrm>
    </dsp:sp>
    <dsp:sp modelId="{C8CB46B1-E79C-457E-A28D-1EE2F9EBEE32}">
      <dsp:nvSpPr>
        <dsp:cNvPr id="0" name=""/>
        <dsp:cNvSpPr/>
      </dsp:nvSpPr>
      <dsp:spPr>
        <a:xfrm>
          <a:off x="213641" y="351696"/>
          <a:ext cx="2748215" cy="2748215"/>
        </a:xfrm>
        <a:prstGeom prst="pie">
          <a:avLst>
            <a:gd name="adj1" fmla="val 3240000"/>
            <a:gd name="adj2" fmla="val 7560000"/>
          </a:avLst>
        </a:prstGeom>
        <a:gradFill rotWithShape="0">
          <a:gsLst>
            <a:gs pos="0">
              <a:schemeClr val="accent4">
                <a:hueOff val="5197846"/>
                <a:satOff val="-23984"/>
                <a:lumOff val="883"/>
                <a:alphaOff val="0"/>
                <a:satMod val="103000"/>
                <a:lumMod val="102000"/>
                <a:tint val="94000"/>
              </a:schemeClr>
            </a:gs>
            <a:gs pos="50000">
              <a:schemeClr val="accent4">
                <a:hueOff val="5197846"/>
                <a:satOff val="-23984"/>
                <a:lumOff val="883"/>
                <a:alphaOff val="0"/>
                <a:satMod val="110000"/>
                <a:lumMod val="100000"/>
                <a:shade val="100000"/>
              </a:schemeClr>
            </a:gs>
            <a:gs pos="100000">
              <a:schemeClr val="accent4">
                <a:hueOff val="5197846"/>
                <a:satOff val="-23984"/>
                <a:lumOff val="883"/>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en-US" sz="1900" kern="1200" dirty="0" smtClean="0"/>
            <a:t>Evaluate</a:t>
          </a:r>
          <a:endParaRPr lang="en-US" sz="1900" kern="1200" dirty="0"/>
        </a:p>
      </dsp:txBody>
      <dsp:txXfrm>
        <a:off x="1096995" y="2412858"/>
        <a:ext cx="981505" cy="588903"/>
      </dsp:txXfrm>
    </dsp:sp>
    <dsp:sp modelId="{75645940-2EEE-4E50-8B17-F4838C4D2812}">
      <dsp:nvSpPr>
        <dsp:cNvPr id="0" name=""/>
        <dsp:cNvSpPr/>
      </dsp:nvSpPr>
      <dsp:spPr>
        <a:xfrm>
          <a:off x="92829" y="420732"/>
          <a:ext cx="2748215" cy="2748215"/>
        </a:xfrm>
        <a:prstGeom prst="pie">
          <a:avLst>
            <a:gd name="adj1" fmla="val 7560000"/>
            <a:gd name="adj2" fmla="val 11880000"/>
          </a:avLst>
        </a:prstGeom>
        <a:gradFill rotWithShape="0">
          <a:gsLst>
            <a:gs pos="0">
              <a:schemeClr val="accent4">
                <a:hueOff val="7796769"/>
                <a:satOff val="-35976"/>
                <a:lumOff val="1324"/>
                <a:alphaOff val="0"/>
                <a:satMod val="103000"/>
                <a:lumMod val="102000"/>
                <a:tint val="94000"/>
              </a:schemeClr>
            </a:gs>
            <a:gs pos="50000">
              <a:schemeClr val="accent4">
                <a:hueOff val="7796769"/>
                <a:satOff val="-35976"/>
                <a:lumOff val="1324"/>
                <a:alphaOff val="0"/>
                <a:satMod val="110000"/>
                <a:lumMod val="100000"/>
                <a:shade val="100000"/>
              </a:schemeClr>
            </a:gs>
            <a:gs pos="100000">
              <a:schemeClr val="accent4">
                <a:hueOff val="7796769"/>
                <a:satOff val="-35976"/>
                <a:lumOff val="1324"/>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en-US" sz="1900" kern="1200" dirty="0" smtClean="0"/>
            <a:t>Treat</a:t>
          </a:r>
          <a:endParaRPr lang="en-US" sz="1900" kern="1200" dirty="0"/>
        </a:p>
      </dsp:txBody>
      <dsp:txXfrm>
        <a:off x="223696" y="1663972"/>
        <a:ext cx="817921" cy="690325"/>
      </dsp:txXfrm>
    </dsp:sp>
    <dsp:sp modelId="{C0B1907C-499B-43A5-8352-581C1F6219E1}">
      <dsp:nvSpPr>
        <dsp:cNvPr id="0" name=""/>
        <dsp:cNvSpPr/>
      </dsp:nvSpPr>
      <dsp:spPr>
        <a:xfrm>
          <a:off x="179123" y="351696"/>
          <a:ext cx="2748215" cy="2748215"/>
        </a:xfrm>
        <a:prstGeom prst="pie">
          <a:avLst>
            <a:gd name="adj1" fmla="val 11880000"/>
            <a:gd name="adj2" fmla="val 16200000"/>
          </a:avLst>
        </a:prstGeom>
        <a:gradFill rotWithShape="0">
          <a:gsLst>
            <a:gs pos="0">
              <a:schemeClr val="accent4">
                <a:hueOff val="10395692"/>
                <a:satOff val="-47968"/>
                <a:lumOff val="1765"/>
                <a:alphaOff val="0"/>
                <a:satMod val="103000"/>
                <a:lumMod val="102000"/>
                <a:tint val="94000"/>
              </a:schemeClr>
            </a:gs>
            <a:gs pos="50000">
              <a:schemeClr val="accent4">
                <a:hueOff val="10395692"/>
                <a:satOff val="-47968"/>
                <a:lumOff val="1765"/>
                <a:alphaOff val="0"/>
                <a:satMod val="110000"/>
                <a:lumMod val="100000"/>
                <a:shade val="100000"/>
              </a:schemeClr>
            </a:gs>
            <a:gs pos="100000">
              <a:schemeClr val="accent4">
                <a:hueOff val="10395692"/>
                <a:satOff val="-47968"/>
                <a:lumOff val="1765"/>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en-US" sz="1900" kern="1200" dirty="0" smtClean="0"/>
            <a:t>Monitor</a:t>
          </a:r>
          <a:endParaRPr lang="en-US" sz="1900" kern="1200" dirty="0"/>
        </a:p>
      </dsp:txBody>
      <dsp:txXfrm>
        <a:off x="579904" y="770472"/>
        <a:ext cx="932430" cy="637978"/>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915EC1-A275-4419-B6DD-9DC54319BF3E}">
      <dsp:nvSpPr>
        <dsp:cNvPr id="0" name=""/>
        <dsp:cNvSpPr/>
      </dsp:nvSpPr>
      <dsp:spPr>
        <a:xfrm>
          <a:off x="171813" y="339977"/>
          <a:ext cx="2748215" cy="2748215"/>
        </a:xfrm>
        <a:prstGeom prst="pie">
          <a:avLst>
            <a:gd name="adj1" fmla="val 16200000"/>
            <a:gd name="adj2" fmla="val 2052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en-US" sz="1900" kern="1200" dirty="0" smtClean="0"/>
            <a:t>Identify</a:t>
          </a:r>
          <a:endParaRPr lang="en-US" sz="1900" kern="1200" dirty="0"/>
        </a:p>
      </dsp:txBody>
      <dsp:txXfrm>
        <a:off x="1580600" y="750574"/>
        <a:ext cx="932430" cy="637978"/>
      </dsp:txXfrm>
    </dsp:sp>
    <dsp:sp modelId="{B908182B-DF5B-4F6C-8EEA-512201C7CDC9}">
      <dsp:nvSpPr>
        <dsp:cNvPr id="0" name=""/>
        <dsp:cNvSpPr/>
      </dsp:nvSpPr>
      <dsp:spPr>
        <a:xfrm>
          <a:off x="161809" y="351696"/>
          <a:ext cx="2748215" cy="2748215"/>
        </a:xfrm>
        <a:prstGeom prst="pie">
          <a:avLst>
            <a:gd name="adj1" fmla="val 20520000"/>
            <a:gd name="adj2" fmla="val 3240000"/>
          </a:avLst>
        </a:prstGeom>
        <a:gradFill rotWithShape="0">
          <a:gsLst>
            <a:gs pos="0">
              <a:schemeClr val="accent4">
                <a:hueOff val="2598923"/>
                <a:satOff val="-11992"/>
                <a:lumOff val="441"/>
                <a:alphaOff val="0"/>
                <a:satMod val="103000"/>
                <a:lumMod val="102000"/>
                <a:tint val="94000"/>
              </a:schemeClr>
            </a:gs>
            <a:gs pos="50000">
              <a:schemeClr val="accent4">
                <a:hueOff val="2598923"/>
                <a:satOff val="-11992"/>
                <a:lumOff val="441"/>
                <a:alphaOff val="0"/>
                <a:satMod val="110000"/>
                <a:lumMod val="100000"/>
                <a:shade val="100000"/>
              </a:schemeClr>
            </a:gs>
            <a:gs pos="100000">
              <a:schemeClr val="accent4">
                <a:hueOff val="2598923"/>
                <a:satOff val="-11992"/>
                <a:lumOff val="441"/>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en-US" sz="1900" kern="1200" dirty="0" smtClean="0"/>
            <a:t>Analyze</a:t>
          </a:r>
          <a:endParaRPr lang="en-US" sz="1900" kern="1200" dirty="0"/>
        </a:p>
      </dsp:txBody>
      <dsp:txXfrm>
        <a:off x="1957964" y="1594937"/>
        <a:ext cx="817921" cy="690325"/>
      </dsp:txXfrm>
    </dsp:sp>
    <dsp:sp modelId="{C8CB46B1-E79C-457E-A28D-1EE2F9EBEE32}">
      <dsp:nvSpPr>
        <dsp:cNvPr id="0" name=""/>
        <dsp:cNvSpPr/>
      </dsp:nvSpPr>
      <dsp:spPr>
        <a:xfrm>
          <a:off x="213641" y="351696"/>
          <a:ext cx="2748215" cy="2748215"/>
        </a:xfrm>
        <a:prstGeom prst="pie">
          <a:avLst>
            <a:gd name="adj1" fmla="val 3240000"/>
            <a:gd name="adj2" fmla="val 7560000"/>
          </a:avLst>
        </a:prstGeom>
        <a:gradFill rotWithShape="0">
          <a:gsLst>
            <a:gs pos="0">
              <a:schemeClr val="accent4">
                <a:hueOff val="5197846"/>
                <a:satOff val="-23984"/>
                <a:lumOff val="883"/>
                <a:alphaOff val="0"/>
                <a:satMod val="103000"/>
                <a:lumMod val="102000"/>
                <a:tint val="94000"/>
              </a:schemeClr>
            </a:gs>
            <a:gs pos="50000">
              <a:schemeClr val="accent4">
                <a:hueOff val="5197846"/>
                <a:satOff val="-23984"/>
                <a:lumOff val="883"/>
                <a:alphaOff val="0"/>
                <a:satMod val="110000"/>
                <a:lumMod val="100000"/>
                <a:shade val="100000"/>
              </a:schemeClr>
            </a:gs>
            <a:gs pos="100000">
              <a:schemeClr val="accent4">
                <a:hueOff val="5197846"/>
                <a:satOff val="-23984"/>
                <a:lumOff val="883"/>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en-US" sz="1900" kern="1200" dirty="0" smtClean="0"/>
            <a:t>Evaluate</a:t>
          </a:r>
          <a:endParaRPr lang="en-US" sz="1900" kern="1200" dirty="0"/>
        </a:p>
      </dsp:txBody>
      <dsp:txXfrm>
        <a:off x="1096995" y="2412858"/>
        <a:ext cx="981505" cy="588903"/>
      </dsp:txXfrm>
    </dsp:sp>
    <dsp:sp modelId="{75645940-2EEE-4E50-8B17-F4838C4D2812}">
      <dsp:nvSpPr>
        <dsp:cNvPr id="0" name=""/>
        <dsp:cNvSpPr/>
      </dsp:nvSpPr>
      <dsp:spPr>
        <a:xfrm>
          <a:off x="92829" y="420732"/>
          <a:ext cx="2748215" cy="2748215"/>
        </a:xfrm>
        <a:prstGeom prst="pie">
          <a:avLst>
            <a:gd name="adj1" fmla="val 7560000"/>
            <a:gd name="adj2" fmla="val 11880000"/>
          </a:avLst>
        </a:prstGeom>
        <a:gradFill rotWithShape="0">
          <a:gsLst>
            <a:gs pos="0">
              <a:schemeClr val="accent4">
                <a:hueOff val="7796769"/>
                <a:satOff val="-35976"/>
                <a:lumOff val="1324"/>
                <a:alphaOff val="0"/>
                <a:satMod val="103000"/>
                <a:lumMod val="102000"/>
                <a:tint val="94000"/>
              </a:schemeClr>
            </a:gs>
            <a:gs pos="50000">
              <a:schemeClr val="accent4">
                <a:hueOff val="7796769"/>
                <a:satOff val="-35976"/>
                <a:lumOff val="1324"/>
                <a:alphaOff val="0"/>
                <a:satMod val="110000"/>
                <a:lumMod val="100000"/>
                <a:shade val="100000"/>
              </a:schemeClr>
            </a:gs>
            <a:gs pos="100000">
              <a:schemeClr val="accent4">
                <a:hueOff val="7796769"/>
                <a:satOff val="-35976"/>
                <a:lumOff val="1324"/>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en-US" sz="1900" kern="1200" dirty="0" smtClean="0"/>
            <a:t>Treat</a:t>
          </a:r>
          <a:endParaRPr lang="en-US" sz="1900" kern="1200" dirty="0"/>
        </a:p>
      </dsp:txBody>
      <dsp:txXfrm>
        <a:off x="223696" y="1663972"/>
        <a:ext cx="817921" cy="690325"/>
      </dsp:txXfrm>
    </dsp:sp>
    <dsp:sp modelId="{C0B1907C-499B-43A5-8352-581C1F6219E1}">
      <dsp:nvSpPr>
        <dsp:cNvPr id="0" name=""/>
        <dsp:cNvSpPr/>
      </dsp:nvSpPr>
      <dsp:spPr>
        <a:xfrm>
          <a:off x="179123" y="351696"/>
          <a:ext cx="2748215" cy="2748215"/>
        </a:xfrm>
        <a:prstGeom prst="pie">
          <a:avLst>
            <a:gd name="adj1" fmla="val 11880000"/>
            <a:gd name="adj2" fmla="val 16200000"/>
          </a:avLst>
        </a:prstGeom>
        <a:gradFill rotWithShape="0">
          <a:gsLst>
            <a:gs pos="0">
              <a:schemeClr val="accent4">
                <a:hueOff val="10395692"/>
                <a:satOff val="-47968"/>
                <a:lumOff val="1765"/>
                <a:alphaOff val="0"/>
                <a:satMod val="103000"/>
                <a:lumMod val="102000"/>
                <a:tint val="94000"/>
              </a:schemeClr>
            </a:gs>
            <a:gs pos="50000">
              <a:schemeClr val="accent4">
                <a:hueOff val="10395692"/>
                <a:satOff val="-47968"/>
                <a:lumOff val="1765"/>
                <a:alphaOff val="0"/>
                <a:satMod val="110000"/>
                <a:lumMod val="100000"/>
                <a:shade val="100000"/>
              </a:schemeClr>
            </a:gs>
            <a:gs pos="100000">
              <a:schemeClr val="accent4">
                <a:hueOff val="10395692"/>
                <a:satOff val="-47968"/>
                <a:lumOff val="1765"/>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en-US" sz="1900" kern="1200" dirty="0" smtClean="0"/>
            <a:t>Monitor</a:t>
          </a:r>
          <a:endParaRPr lang="en-US" sz="1900" kern="1200" dirty="0"/>
        </a:p>
      </dsp:txBody>
      <dsp:txXfrm>
        <a:off x="579904" y="770472"/>
        <a:ext cx="932430" cy="637978"/>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915EC1-A275-4419-B6DD-9DC54319BF3E}">
      <dsp:nvSpPr>
        <dsp:cNvPr id="0" name=""/>
        <dsp:cNvSpPr/>
      </dsp:nvSpPr>
      <dsp:spPr>
        <a:xfrm>
          <a:off x="171813" y="339977"/>
          <a:ext cx="2748215" cy="2748215"/>
        </a:xfrm>
        <a:prstGeom prst="pie">
          <a:avLst>
            <a:gd name="adj1" fmla="val 16200000"/>
            <a:gd name="adj2" fmla="val 2052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en-US" sz="1900" kern="1200" dirty="0" smtClean="0"/>
            <a:t>Identify</a:t>
          </a:r>
          <a:endParaRPr lang="en-US" sz="1900" kern="1200" dirty="0"/>
        </a:p>
      </dsp:txBody>
      <dsp:txXfrm>
        <a:off x="1580600" y="750574"/>
        <a:ext cx="932430" cy="637978"/>
      </dsp:txXfrm>
    </dsp:sp>
    <dsp:sp modelId="{B908182B-DF5B-4F6C-8EEA-512201C7CDC9}">
      <dsp:nvSpPr>
        <dsp:cNvPr id="0" name=""/>
        <dsp:cNvSpPr/>
      </dsp:nvSpPr>
      <dsp:spPr>
        <a:xfrm>
          <a:off x="161809" y="351696"/>
          <a:ext cx="2748215" cy="2748215"/>
        </a:xfrm>
        <a:prstGeom prst="pie">
          <a:avLst>
            <a:gd name="adj1" fmla="val 20520000"/>
            <a:gd name="adj2" fmla="val 3240000"/>
          </a:avLst>
        </a:prstGeom>
        <a:gradFill rotWithShape="0">
          <a:gsLst>
            <a:gs pos="0">
              <a:schemeClr val="accent4">
                <a:hueOff val="2598923"/>
                <a:satOff val="-11992"/>
                <a:lumOff val="441"/>
                <a:alphaOff val="0"/>
                <a:satMod val="103000"/>
                <a:lumMod val="102000"/>
                <a:tint val="94000"/>
              </a:schemeClr>
            </a:gs>
            <a:gs pos="50000">
              <a:schemeClr val="accent4">
                <a:hueOff val="2598923"/>
                <a:satOff val="-11992"/>
                <a:lumOff val="441"/>
                <a:alphaOff val="0"/>
                <a:satMod val="110000"/>
                <a:lumMod val="100000"/>
                <a:shade val="100000"/>
              </a:schemeClr>
            </a:gs>
            <a:gs pos="100000">
              <a:schemeClr val="accent4">
                <a:hueOff val="2598923"/>
                <a:satOff val="-11992"/>
                <a:lumOff val="441"/>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en-US" sz="1900" kern="1200" dirty="0" smtClean="0"/>
            <a:t>Analyze</a:t>
          </a:r>
          <a:endParaRPr lang="en-US" sz="1900" kern="1200" dirty="0"/>
        </a:p>
      </dsp:txBody>
      <dsp:txXfrm>
        <a:off x="1957964" y="1594937"/>
        <a:ext cx="817921" cy="690325"/>
      </dsp:txXfrm>
    </dsp:sp>
    <dsp:sp modelId="{C8CB46B1-E79C-457E-A28D-1EE2F9EBEE32}">
      <dsp:nvSpPr>
        <dsp:cNvPr id="0" name=""/>
        <dsp:cNvSpPr/>
      </dsp:nvSpPr>
      <dsp:spPr>
        <a:xfrm>
          <a:off x="213641" y="351696"/>
          <a:ext cx="2748215" cy="2748215"/>
        </a:xfrm>
        <a:prstGeom prst="pie">
          <a:avLst>
            <a:gd name="adj1" fmla="val 3240000"/>
            <a:gd name="adj2" fmla="val 7560000"/>
          </a:avLst>
        </a:prstGeom>
        <a:gradFill rotWithShape="0">
          <a:gsLst>
            <a:gs pos="0">
              <a:schemeClr val="accent4">
                <a:hueOff val="5197846"/>
                <a:satOff val="-23984"/>
                <a:lumOff val="883"/>
                <a:alphaOff val="0"/>
                <a:satMod val="103000"/>
                <a:lumMod val="102000"/>
                <a:tint val="94000"/>
              </a:schemeClr>
            </a:gs>
            <a:gs pos="50000">
              <a:schemeClr val="accent4">
                <a:hueOff val="5197846"/>
                <a:satOff val="-23984"/>
                <a:lumOff val="883"/>
                <a:alphaOff val="0"/>
                <a:satMod val="110000"/>
                <a:lumMod val="100000"/>
                <a:shade val="100000"/>
              </a:schemeClr>
            </a:gs>
            <a:gs pos="100000">
              <a:schemeClr val="accent4">
                <a:hueOff val="5197846"/>
                <a:satOff val="-23984"/>
                <a:lumOff val="883"/>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en-US" sz="1900" kern="1200" dirty="0" smtClean="0"/>
            <a:t>Evaluate</a:t>
          </a:r>
          <a:endParaRPr lang="en-US" sz="1900" kern="1200" dirty="0"/>
        </a:p>
      </dsp:txBody>
      <dsp:txXfrm>
        <a:off x="1096995" y="2412858"/>
        <a:ext cx="981505" cy="588903"/>
      </dsp:txXfrm>
    </dsp:sp>
    <dsp:sp modelId="{75645940-2EEE-4E50-8B17-F4838C4D2812}">
      <dsp:nvSpPr>
        <dsp:cNvPr id="0" name=""/>
        <dsp:cNvSpPr/>
      </dsp:nvSpPr>
      <dsp:spPr>
        <a:xfrm>
          <a:off x="213641" y="351696"/>
          <a:ext cx="2748215" cy="2748215"/>
        </a:xfrm>
        <a:prstGeom prst="pie">
          <a:avLst>
            <a:gd name="adj1" fmla="val 7560000"/>
            <a:gd name="adj2" fmla="val 11880000"/>
          </a:avLst>
        </a:prstGeom>
        <a:gradFill rotWithShape="0">
          <a:gsLst>
            <a:gs pos="0">
              <a:schemeClr val="accent4">
                <a:hueOff val="7796769"/>
                <a:satOff val="-35976"/>
                <a:lumOff val="1324"/>
                <a:alphaOff val="0"/>
                <a:satMod val="103000"/>
                <a:lumMod val="102000"/>
                <a:tint val="94000"/>
              </a:schemeClr>
            </a:gs>
            <a:gs pos="50000">
              <a:schemeClr val="accent4">
                <a:hueOff val="7796769"/>
                <a:satOff val="-35976"/>
                <a:lumOff val="1324"/>
                <a:alphaOff val="0"/>
                <a:satMod val="110000"/>
                <a:lumMod val="100000"/>
                <a:shade val="100000"/>
              </a:schemeClr>
            </a:gs>
            <a:gs pos="100000">
              <a:schemeClr val="accent4">
                <a:hueOff val="7796769"/>
                <a:satOff val="-35976"/>
                <a:lumOff val="1324"/>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en-US" sz="1900" kern="1200" dirty="0" smtClean="0"/>
            <a:t>Treat</a:t>
          </a:r>
          <a:endParaRPr lang="en-US" sz="1900" kern="1200" dirty="0"/>
        </a:p>
      </dsp:txBody>
      <dsp:txXfrm>
        <a:off x="344508" y="1594937"/>
        <a:ext cx="817921" cy="690325"/>
      </dsp:txXfrm>
    </dsp:sp>
    <dsp:sp modelId="{C0B1907C-499B-43A5-8352-581C1F6219E1}">
      <dsp:nvSpPr>
        <dsp:cNvPr id="0" name=""/>
        <dsp:cNvSpPr/>
      </dsp:nvSpPr>
      <dsp:spPr>
        <a:xfrm>
          <a:off x="75570" y="230885"/>
          <a:ext cx="2748215" cy="2748215"/>
        </a:xfrm>
        <a:prstGeom prst="pie">
          <a:avLst>
            <a:gd name="adj1" fmla="val 11880000"/>
            <a:gd name="adj2" fmla="val 16200000"/>
          </a:avLst>
        </a:prstGeom>
        <a:gradFill rotWithShape="0">
          <a:gsLst>
            <a:gs pos="0">
              <a:schemeClr val="accent4">
                <a:hueOff val="10395692"/>
                <a:satOff val="-47968"/>
                <a:lumOff val="1765"/>
                <a:alphaOff val="0"/>
                <a:satMod val="103000"/>
                <a:lumMod val="102000"/>
                <a:tint val="94000"/>
              </a:schemeClr>
            </a:gs>
            <a:gs pos="50000">
              <a:schemeClr val="accent4">
                <a:hueOff val="10395692"/>
                <a:satOff val="-47968"/>
                <a:lumOff val="1765"/>
                <a:alphaOff val="0"/>
                <a:satMod val="110000"/>
                <a:lumMod val="100000"/>
                <a:shade val="100000"/>
              </a:schemeClr>
            </a:gs>
            <a:gs pos="100000">
              <a:schemeClr val="accent4">
                <a:hueOff val="10395692"/>
                <a:satOff val="-47968"/>
                <a:lumOff val="1765"/>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en-US" sz="1900" kern="1200" dirty="0" smtClean="0"/>
            <a:t>Monitor</a:t>
          </a:r>
          <a:endParaRPr lang="en-US" sz="1900" kern="1200" dirty="0"/>
        </a:p>
      </dsp:txBody>
      <dsp:txXfrm>
        <a:off x="476352" y="649661"/>
        <a:ext cx="932430" cy="637978"/>
      </dsp:txXfrm>
    </dsp:sp>
  </dsp:spTree>
</dsp:drawing>
</file>

<file path=ppt/diagrams/layout1.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3.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4.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5.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6.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7.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8.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9.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10.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11.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12.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13.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14.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15.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16.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17.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18.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19.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x-non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B77550-ED4A-5348-AB79-4F30BDEB5BDE}" type="datetimeFigureOut">
              <a:rPr lang="x-none" smtClean="0"/>
              <a:t>12/22/2020</a:t>
            </a:fld>
            <a:endParaRPr lang="x-non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x-non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x-non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x-non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CC6A2C-6D46-474D-BCC5-C205DA9DA6A3}" type="slidenum">
              <a:rPr lang="x-none" smtClean="0"/>
              <a:t>‹#›</a:t>
            </a:fld>
            <a:endParaRPr lang="x-none"/>
          </a:p>
        </p:txBody>
      </p:sp>
    </p:spTree>
    <p:extLst>
      <p:ext uri="{BB962C8B-B14F-4D97-AF65-F5344CB8AC3E}">
        <p14:creationId xmlns:p14="http://schemas.microsoft.com/office/powerpoint/2010/main" val="26068404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x-none" dirty="0"/>
          </a:p>
        </p:txBody>
      </p:sp>
      <p:sp>
        <p:nvSpPr>
          <p:cNvPr id="4" name="Slide Number Placeholder 3"/>
          <p:cNvSpPr>
            <a:spLocks noGrp="1"/>
          </p:cNvSpPr>
          <p:nvPr>
            <p:ph type="sldNum" sz="quarter" idx="5"/>
          </p:nvPr>
        </p:nvSpPr>
        <p:spPr/>
        <p:txBody>
          <a:bodyPr/>
          <a:lstStyle/>
          <a:p>
            <a:fld id="{54CC6A2C-6D46-474D-BCC5-C205DA9DA6A3}" type="slidenum">
              <a:rPr lang="x-none" smtClean="0"/>
              <a:t>2</a:t>
            </a:fld>
            <a:endParaRPr lang="x-none"/>
          </a:p>
        </p:txBody>
      </p:sp>
    </p:spTree>
    <p:extLst>
      <p:ext uri="{BB962C8B-B14F-4D97-AF65-F5344CB8AC3E}">
        <p14:creationId xmlns:p14="http://schemas.microsoft.com/office/powerpoint/2010/main" val="33446811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sz="1200" b="0" i="0" kern="1200" dirty="0" smtClean="0">
              <a:solidFill>
                <a:schemeClr val="tx1"/>
              </a:solidFill>
              <a:effectLst/>
              <a:latin typeface="+mn-lt"/>
              <a:ea typeface="+mn-ea"/>
              <a:cs typeface="+mn-cs"/>
            </a:endParaRPr>
          </a:p>
          <a:p>
            <a:pPr marL="171450" indent="-171450">
              <a:buFont typeface="Arial" panose="020B0604020202020204" pitchFamily="34" charset="0"/>
              <a:buChar char="•"/>
            </a:pPr>
            <a:r>
              <a:rPr lang="en-US" sz="1200" b="1" i="0" kern="1200" dirty="0" smtClean="0">
                <a:solidFill>
                  <a:schemeClr val="tx1"/>
                </a:solidFill>
                <a:effectLst/>
                <a:latin typeface="+mn-lt"/>
                <a:ea typeface="+mn-ea"/>
                <a:cs typeface="+mn-cs"/>
              </a:rPr>
              <a:t>Information gathering</a:t>
            </a:r>
            <a:r>
              <a:rPr lang="en-US" sz="1200" b="0" i="0" kern="1200" dirty="0" smtClean="0">
                <a:solidFill>
                  <a:schemeClr val="tx1"/>
                </a:solidFill>
                <a:effectLst/>
                <a:latin typeface="+mn-lt"/>
                <a:ea typeface="+mn-ea"/>
                <a:cs typeface="+mn-cs"/>
              </a:rPr>
              <a:t> is the most common method of </a:t>
            </a:r>
            <a:r>
              <a:rPr lang="en-US" sz="1200" b="1" i="0" kern="1200" dirty="0" smtClean="0">
                <a:solidFill>
                  <a:schemeClr val="tx1"/>
                </a:solidFill>
                <a:effectLst/>
                <a:latin typeface="+mn-lt"/>
                <a:ea typeface="+mn-ea"/>
                <a:cs typeface="+mn-cs"/>
              </a:rPr>
              <a:t>identifying risk</a:t>
            </a:r>
            <a:r>
              <a:rPr lang="en-US" sz="1200" b="0" i="0" kern="1200" dirty="0" smtClean="0">
                <a:solidFill>
                  <a:schemeClr val="tx1"/>
                </a:solidFill>
                <a:effectLst/>
                <a:latin typeface="+mn-lt"/>
                <a:ea typeface="+mn-ea"/>
                <a:cs typeface="+mn-cs"/>
              </a:rPr>
              <a:t> sources. It involves brainstorming sessions to obtain a comprehensive list of possible </a:t>
            </a:r>
            <a:r>
              <a:rPr lang="en-US" sz="1200" b="1" i="0" kern="1200" dirty="0" smtClean="0">
                <a:solidFill>
                  <a:schemeClr val="tx1"/>
                </a:solidFill>
                <a:effectLst/>
                <a:latin typeface="+mn-lt"/>
                <a:ea typeface="+mn-ea"/>
                <a:cs typeface="+mn-cs"/>
              </a:rPr>
              <a:t>risks</a:t>
            </a:r>
            <a:r>
              <a:rPr lang="en-US" sz="1200" b="0" i="0" kern="1200" dirty="0" smtClean="0">
                <a:solidFill>
                  <a:schemeClr val="tx1"/>
                </a:solidFill>
                <a:effectLst/>
                <a:latin typeface="+mn-lt"/>
                <a:ea typeface="+mn-ea"/>
                <a:cs typeface="+mn-cs"/>
              </a:rPr>
              <a:t>. It relies on the knowledge of experienced project participants, stakeholders and experts to </a:t>
            </a:r>
            <a:r>
              <a:rPr lang="en-US" sz="1200" b="1" i="0" kern="1200" dirty="0" smtClean="0">
                <a:solidFill>
                  <a:schemeClr val="tx1"/>
                </a:solidFill>
                <a:effectLst/>
                <a:latin typeface="+mn-lt"/>
                <a:ea typeface="+mn-ea"/>
                <a:cs typeface="+mn-cs"/>
              </a:rPr>
              <a:t>identify the risk</a:t>
            </a:r>
          </a:p>
          <a:p>
            <a:pPr marL="171450" indent="-171450">
              <a:buFont typeface="Arial" panose="020B0604020202020204" pitchFamily="34" charset="0"/>
              <a:buChar char="•"/>
            </a:pPr>
            <a:endParaRPr lang="en-US" sz="1200" b="1" i="0" kern="1200" dirty="0" smtClean="0">
              <a:solidFill>
                <a:schemeClr val="tx1"/>
              </a:solidFill>
              <a:effectLst/>
              <a:latin typeface="+mn-lt"/>
              <a:ea typeface="+mn-ea"/>
              <a:cs typeface="+mn-cs"/>
            </a:endParaRPr>
          </a:p>
          <a:p>
            <a:pPr marL="171450" indent="-171450">
              <a:buFont typeface="Arial" panose="020B0604020202020204" pitchFamily="34" charset="0"/>
              <a:buChar char="•"/>
            </a:pPr>
            <a:r>
              <a:rPr lang="en-US" sz="1200" b="1" i="0" kern="1200" dirty="0" smtClean="0">
                <a:solidFill>
                  <a:schemeClr val="tx1"/>
                </a:solidFill>
                <a:effectLst/>
                <a:latin typeface="+mn-lt"/>
                <a:ea typeface="+mn-ea"/>
                <a:cs typeface="+mn-cs"/>
              </a:rPr>
              <a:t>Checklist analysis</a:t>
            </a:r>
            <a:r>
              <a:rPr lang="en-US" sz="1200" b="0" i="0" kern="1200" dirty="0" smtClean="0">
                <a:solidFill>
                  <a:schemeClr val="tx1"/>
                </a:solidFill>
                <a:effectLst/>
                <a:latin typeface="+mn-lt"/>
                <a:ea typeface="+mn-ea"/>
                <a:cs typeface="+mn-cs"/>
              </a:rPr>
              <a:t> (CLA) is a technique that can be used to </a:t>
            </a:r>
            <a:r>
              <a:rPr lang="en-US" sz="1200" b="1" i="0" kern="1200" dirty="0" smtClean="0">
                <a:solidFill>
                  <a:schemeClr val="tx1"/>
                </a:solidFill>
                <a:effectLst/>
                <a:latin typeface="+mn-lt"/>
                <a:ea typeface="+mn-ea"/>
                <a:cs typeface="+mn-cs"/>
              </a:rPr>
              <a:t>identify</a:t>
            </a:r>
            <a:r>
              <a:rPr lang="en-US" sz="1200" b="0" i="0" kern="1200" dirty="0" smtClean="0">
                <a:solidFill>
                  <a:schemeClr val="tx1"/>
                </a:solidFill>
                <a:effectLst/>
                <a:latin typeface="+mn-lt"/>
                <a:ea typeface="+mn-ea"/>
                <a:cs typeface="+mn-cs"/>
              </a:rPr>
              <a:t> and manage </a:t>
            </a:r>
            <a:r>
              <a:rPr lang="en-US" sz="1200" b="1" i="0" kern="1200" dirty="0" smtClean="0">
                <a:solidFill>
                  <a:schemeClr val="tx1"/>
                </a:solidFill>
                <a:effectLst/>
                <a:latin typeface="+mn-lt"/>
                <a:ea typeface="+mn-ea"/>
                <a:cs typeface="+mn-cs"/>
              </a:rPr>
              <a:t>risk</a:t>
            </a:r>
            <a:r>
              <a:rPr lang="en-US" sz="1200" b="0" i="0" kern="1200" dirty="0" smtClean="0">
                <a:solidFill>
                  <a:schemeClr val="tx1"/>
                </a:solidFill>
                <a:effectLst/>
                <a:latin typeface="+mn-lt"/>
                <a:ea typeface="+mn-ea"/>
                <a:cs typeface="+mn-cs"/>
              </a:rPr>
              <a:t>. The </a:t>
            </a:r>
            <a:r>
              <a:rPr lang="en-US" sz="1200" b="1" i="0" kern="1200" dirty="0" smtClean="0">
                <a:solidFill>
                  <a:schemeClr val="tx1"/>
                </a:solidFill>
                <a:effectLst/>
                <a:latin typeface="+mn-lt"/>
                <a:ea typeface="+mn-ea"/>
                <a:cs typeface="+mn-cs"/>
              </a:rPr>
              <a:t>checklist</a:t>
            </a:r>
            <a:r>
              <a:rPr lang="en-US" sz="1200" b="0" i="0" kern="1200" dirty="0" smtClean="0">
                <a:solidFill>
                  <a:schemeClr val="tx1"/>
                </a:solidFill>
                <a:effectLst/>
                <a:latin typeface="+mn-lt"/>
                <a:ea typeface="+mn-ea"/>
                <a:cs typeface="+mn-cs"/>
              </a:rPr>
              <a:t> is developed by listing items, steps, or tasks and is then analyzed against criteria to determine if the procedure is completed correctly. The checklists should be developed using historical information or knowledge gained from similar projects in the past.</a:t>
            </a:r>
          </a:p>
          <a:p>
            <a:pPr marL="171450" indent="-171450">
              <a:buFont typeface="Arial" panose="020B0604020202020204" pitchFamily="34" charset="0"/>
              <a:buChar char="•"/>
            </a:pPr>
            <a:endParaRPr lang="en-US" sz="1200" b="0" i="0" kern="1200" dirty="0" smtClean="0">
              <a:solidFill>
                <a:schemeClr val="tx1"/>
              </a:solidFill>
              <a:effectLst/>
              <a:latin typeface="+mn-lt"/>
              <a:ea typeface="+mn-ea"/>
              <a:cs typeface="+mn-cs"/>
            </a:endParaRPr>
          </a:p>
          <a:p>
            <a:pPr marL="171450" indent="-171450">
              <a:buFont typeface="Arial" panose="020B0604020202020204" pitchFamily="34" charset="0"/>
              <a:buChar char="•"/>
            </a:pPr>
            <a:r>
              <a:rPr lang="en-US" sz="1200" b="0" i="0" kern="1200" dirty="0" smtClean="0">
                <a:solidFill>
                  <a:schemeClr val="tx1"/>
                </a:solidFill>
                <a:effectLst/>
                <a:latin typeface="+mn-lt"/>
                <a:ea typeface="+mn-ea"/>
                <a:cs typeface="+mn-cs"/>
              </a:rPr>
              <a:t>As per PMBOK , </a:t>
            </a:r>
            <a:r>
              <a:rPr lang="en-US" sz="1200" b="1" i="0" kern="1200" dirty="0" smtClean="0">
                <a:solidFill>
                  <a:schemeClr val="tx1"/>
                </a:solidFill>
                <a:effectLst/>
                <a:latin typeface="+mn-lt"/>
                <a:ea typeface="+mn-ea"/>
                <a:cs typeface="+mn-cs"/>
              </a:rPr>
              <a:t>Assumptions Analysis</a:t>
            </a:r>
            <a:r>
              <a:rPr lang="en-US" sz="1200" b="0" i="0" kern="1200" dirty="0" smtClean="0">
                <a:solidFill>
                  <a:schemeClr val="tx1"/>
                </a:solidFill>
                <a:effectLst/>
                <a:latin typeface="+mn-lt"/>
                <a:ea typeface="+mn-ea"/>
                <a:cs typeface="+mn-cs"/>
              </a:rPr>
              <a:t> is defined as “A technique that explores the accuracy of </a:t>
            </a:r>
            <a:r>
              <a:rPr lang="en-US" sz="1200" b="1" i="0" kern="1200" dirty="0" smtClean="0">
                <a:solidFill>
                  <a:schemeClr val="tx1"/>
                </a:solidFill>
                <a:effectLst/>
                <a:latin typeface="+mn-lt"/>
                <a:ea typeface="+mn-ea"/>
                <a:cs typeface="+mn-cs"/>
              </a:rPr>
              <a:t>assumptions</a:t>
            </a:r>
            <a:r>
              <a:rPr lang="en-US" sz="1200" b="0" i="0" kern="1200" dirty="0" smtClean="0">
                <a:solidFill>
                  <a:schemeClr val="tx1"/>
                </a:solidFill>
                <a:effectLst/>
                <a:latin typeface="+mn-lt"/>
                <a:ea typeface="+mn-ea"/>
                <a:cs typeface="+mn-cs"/>
              </a:rPr>
              <a:t> and identifies </a:t>
            </a:r>
            <a:r>
              <a:rPr lang="en-US" sz="1200" b="1" i="0" kern="1200" dirty="0" smtClean="0">
                <a:solidFill>
                  <a:schemeClr val="tx1"/>
                </a:solidFill>
                <a:effectLst/>
                <a:latin typeface="+mn-lt"/>
                <a:ea typeface="+mn-ea"/>
                <a:cs typeface="+mn-cs"/>
              </a:rPr>
              <a:t>risks</a:t>
            </a:r>
            <a:r>
              <a:rPr lang="en-US" sz="1200" b="0" i="0" kern="1200" dirty="0" smtClean="0">
                <a:solidFill>
                  <a:schemeClr val="tx1"/>
                </a:solidFill>
                <a:effectLst/>
                <a:latin typeface="+mn-lt"/>
                <a:ea typeface="+mn-ea"/>
                <a:cs typeface="+mn-cs"/>
              </a:rPr>
              <a:t> to the project from inaccuracy, inconsistency, or incompleteness of </a:t>
            </a:r>
            <a:r>
              <a:rPr lang="en-US" sz="1200" b="1" i="0" kern="1200" dirty="0" smtClean="0">
                <a:solidFill>
                  <a:schemeClr val="tx1"/>
                </a:solidFill>
                <a:effectLst/>
                <a:latin typeface="+mn-lt"/>
                <a:ea typeface="+mn-ea"/>
                <a:cs typeface="+mn-cs"/>
              </a:rPr>
              <a:t>assumptions</a:t>
            </a:r>
            <a:r>
              <a:rPr lang="en-US" sz="1200" b="0" i="0" kern="1200" dirty="0" smtClean="0">
                <a:solidFill>
                  <a:schemeClr val="tx1"/>
                </a:solidFill>
                <a:effectLst/>
                <a:latin typeface="+mn-lt"/>
                <a:ea typeface="+mn-ea"/>
                <a:cs typeface="+mn-cs"/>
              </a:rPr>
              <a:t>.” </a:t>
            </a:r>
            <a:r>
              <a:rPr lang="en-US" sz="1200" b="1" i="0" kern="1200" dirty="0" smtClean="0">
                <a:solidFill>
                  <a:schemeClr val="tx1"/>
                </a:solidFill>
                <a:effectLst/>
                <a:latin typeface="+mn-lt"/>
                <a:ea typeface="+mn-ea"/>
                <a:cs typeface="+mn-cs"/>
              </a:rPr>
              <a:t>Assumption analysis</a:t>
            </a:r>
            <a:r>
              <a:rPr lang="en-US" sz="1200" b="0" i="0" kern="1200" dirty="0" smtClean="0">
                <a:solidFill>
                  <a:schemeClr val="tx1"/>
                </a:solidFill>
                <a:effectLst/>
                <a:latin typeface="+mn-lt"/>
                <a:ea typeface="+mn-ea"/>
                <a:cs typeface="+mn-cs"/>
              </a:rPr>
              <a:t> is done during </a:t>
            </a:r>
            <a:r>
              <a:rPr lang="en-US" sz="1200" b="1" i="0" kern="1200" dirty="0" smtClean="0">
                <a:solidFill>
                  <a:schemeClr val="tx1"/>
                </a:solidFill>
                <a:effectLst/>
                <a:latin typeface="+mn-lt"/>
                <a:ea typeface="+mn-ea"/>
                <a:cs typeface="+mn-cs"/>
              </a:rPr>
              <a:t>Risk identification</a:t>
            </a:r>
            <a:r>
              <a:rPr lang="en-US" sz="1200" b="0" i="0" kern="1200" dirty="0" smtClean="0">
                <a:solidFill>
                  <a:schemeClr val="tx1"/>
                </a:solidFill>
                <a:effectLst/>
                <a:latin typeface="+mn-lt"/>
                <a:ea typeface="+mn-ea"/>
                <a:cs typeface="+mn-cs"/>
              </a:rPr>
              <a:t> process .</a:t>
            </a:r>
            <a:endParaRPr lang="en-US" sz="1200" b="1" i="0" kern="1200" dirty="0" smtClean="0">
              <a:solidFill>
                <a:schemeClr val="tx1"/>
              </a:solidFill>
              <a:effectLst/>
              <a:latin typeface="+mn-lt"/>
              <a:ea typeface="+mn-ea"/>
              <a:cs typeface="+mn-cs"/>
            </a:endParaRPr>
          </a:p>
          <a:p>
            <a:pPr marL="171450" indent="-171450">
              <a:buFont typeface="Arial" panose="020B0604020202020204" pitchFamily="34" charset="0"/>
              <a:buChar char="•"/>
            </a:pPr>
            <a:endParaRPr lang="en-US" dirty="0" smtClean="0"/>
          </a:p>
          <a:p>
            <a:pPr marL="171450" indent="-171450">
              <a:buFont typeface="Arial" panose="020B0604020202020204" pitchFamily="34" charset="0"/>
              <a:buChar char="•"/>
            </a:pPr>
            <a:r>
              <a:rPr lang="en-US" dirty="0" smtClean="0"/>
              <a:t>https://www.project-management-prepcast.com/pmbok-knowledge-areas-and-pmi-process-groups</a:t>
            </a:r>
            <a:endParaRPr lang="en-US" dirty="0"/>
          </a:p>
        </p:txBody>
      </p:sp>
      <p:sp>
        <p:nvSpPr>
          <p:cNvPr id="4" name="Slide Number Placeholder 3"/>
          <p:cNvSpPr>
            <a:spLocks noGrp="1"/>
          </p:cNvSpPr>
          <p:nvPr>
            <p:ph type="sldNum" sz="quarter" idx="10"/>
          </p:nvPr>
        </p:nvSpPr>
        <p:spPr/>
        <p:txBody>
          <a:bodyPr/>
          <a:lstStyle/>
          <a:p>
            <a:fld id="{54CC6A2C-6D46-474D-BCC5-C205DA9DA6A3}" type="slidenum">
              <a:rPr lang="x-none" smtClean="0"/>
              <a:t>10</a:t>
            </a:fld>
            <a:endParaRPr lang="x-none"/>
          </a:p>
        </p:txBody>
      </p:sp>
    </p:spTree>
    <p:extLst>
      <p:ext uri="{BB962C8B-B14F-4D97-AF65-F5344CB8AC3E}">
        <p14:creationId xmlns:p14="http://schemas.microsoft.com/office/powerpoint/2010/main" val="33304051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sz="1200" b="0" i="0" kern="1200" dirty="0" smtClean="0">
              <a:solidFill>
                <a:schemeClr val="tx1"/>
              </a:solidFill>
              <a:effectLst/>
              <a:latin typeface="+mn-lt"/>
              <a:ea typeface="+mn-ea"/>
              <a:cs typeface="+mn-cs"/>
            </a:endParaRPr>
          </a:p>
          <a:p>
            <a:pPr marL="171450" indent="-171450">
              <a:buFont typeface="Arial" panose="020B0604020202020204" pitchFamily="34" charset="0"/>
              <a:buChar char="•"/>
            </a:pPr>
            <a:r>
              <a:rPr lang="en-US" sz="1200" b="1" i="0" kern="1200" dirty="0" smtClean="0">
                <a:solidFill>
                  <a:schemeClr val="tx1"/>
                </a:solidFill>
                <a:effectLst/>
                <a:latin typeface="+mn-lt"/>
                <a:ea typeface="+mn-ea"/>
                <a:cs typeface="+mn-cs"/>
              </a:rPr>
              <a:t>Information gathering</a:t>
            </a:r>
            <a:r>
              <a:rPr lang="en-US" sz="1200" b="0" i="0" kern="1200" dirty="0" smtClean="0">
                <a:solidFill>
                  <a:schemeClr val="tx1"/>
                </a:solidFill>
                <a:effectLst/>
                <a:latin typeface="+mn-lt"/>
                <a:ea typeface="+mn-ea"/>
                <a:cs typeface="+mn-cs"/>
              </a:rPr>
              <a:t> is the most common method of </a:t>
            </a:r>
            <a:r>
              <a:rPr lang="en-US" sz="1200" b="1" i="0" kern="1200" dirty="0" smtClean="0">
                <a:solidFill>
                  <a:schemeClr val="tx1"/>
                </a:solidFill>
                <a:effectLst/>
                <a:latin typeface="+mn-lt"/>
                <a:ea typeface="+mn-ea"/>
                <a:cs typeface="+mn-cs"/>
              </a:rPr>
              <a:t>identifying risk</a:t>
            </a:r>
            <a:r>
              <a:rPr lang="en-US" sz="1200" b="0" i="0" kern="1200" dirty="0" smtClean="0">
                <a:solidFill>
                  <a:schemeClr val="tx1"/>
                </a:solidFill>
                <a:effectLst/>
                <a:latin typeface="+mn-lt"/>
                <a:ea typeface="+mn-ea"/>
                <a:cs typeface="+mn-cs"/>
              </a:rPr>
              <a:t> sources. It involves brainstorming sessions to obtain a comprehensive list of possible </a:t>
            </a:r>
            <a:r>
              <a:rPr lang="en-US" sz="1200" b="1" i="0" kern="1200" dirty="0" smtClean="0">
                <a:solidFill>
                  <a:schemeClr val="tx1"/>
                </a:solidFill>
                <a:effectLst/>
                <a:latin typeface="+mn-lt"/>
                <a:ea typeface="+mn-ea"/>
                <a:cs typeface="+mn-cs"/>
              </a:rPr>
              <a:t>risks</a:t>
            </a:r>
            <a:r>
              <a:rPr lang="en-US" sz="1200" b="0" i="0" kern="1200" dirty="0" smtClean="0">
                <a:solidFill>
                  <a:schemeClr val="tx1"/>
                </a:solidFill>
                <a:effectLst/>
                <a:latin typeface="+mn-lt"/>
                <a:ea typeface="+mn-ea"/>
                <a:cs typeface="+mn-cs"/>
              </a:rPr>
              <a:t>. It relies on the knowledge of experienced project participants, stakeholders and experts to </a:t>
            </a:r>
            <a:r>
              <a:rPr lang="en-US" sz="1200" b="1" i="0" kern="1200" dirty="0" smtClean="0">
                <a:solidFill>
                  <a:schemeClr val="tx1"/>
                </a:solidFill>
                <a:effectLst/>
                <a:latin typeface="+mn-lt"/>
                <a:ea typeface="+mn-ea"/>
                <a:cs typeface="+mn-cs"/>
              </a:rPr>
              <a:t>identify the risk</a:t>
            </a:r>
          </a:p>
          <a:p>
            <a:pPr marL="171450" indent="-171450">
              <a:buFont typeface="Arial" panose="020B0604020202020204" pitchFamily="34" charset="0"/>
              <a:buChar char="•"/>
            </a:pPr>
            <a:endParaRPr lang="en-US" sz="1200" b="1" i="0" kern="1200" dirty="0" smtClean="0">
              <a:solidFill>
                <a:schemeClr val="tx1"/>
              </a:solidFill>
              <a:effectLst/>
              <a:latin typeface="+mn-lt"/>
              <a:ea typeface="+mn-ea"/>
              <a:cs typeface="+mn-cs"/>
            </a:endParaRPr>
          </a:p>
          <a:p>
            <a:pPr marL="171450" indent="-171450">
              <a:buFont typeface="Arial" panose="020B0604020202020204" pitchFamily="34" charset="0"/>
              <a:buChar char="•"/>
            </a:pPr>
            <a:r>
              <a:rPr lang="en-US" sz="1200" b="1" i="0" kern="1200" dirty="0" smtClean="0">
                <a:solidFill>
                  <a:schemeClr val="tx1"/>
                </a:solidFill>
                <a:effectLst/>
                <a:latin typeface="+mn-lt"/>
                <a:ea typeface="+mn-ea"/>
                <a:cs typeface="+mn-cs"/>
              </a:rPr>
              <a:t>Checklist analysis</a:t>
            </a:r>
            <a:r>
              <a:rPr lang="en-US" sz="1200" b="0" i="0" kern="1200" dirty="0" smtClean="0">
                <a:solidFill>
                  <a:schemeClr val="tx1"/>
                </a:solidFill>
                <a:effectLst/>
                <a:latin typeface="+mn-lt"/>
                <a:ea typeface="+mn-ea"/>
                <a:cs typeface="+mn-cs"/>
              </a:rPr>
              <a:t> (CLA) is a technique that can be used to </a:t>
            </a:r>
            <a:r>
              <a:rPr lang="en-US" sz="1200" b="1" i="0" kern="1200" dirty="0" smtClean="0">
                <a:solidFill>
                  <a:schemeClr val="tx1"/>
                </a:solidFill>
                <a:effectLst/>
                <a:latin typeface="+mn-lt"/>
                <a:ea typeface="+mn-ea"/>
                <a:cs typeface="+mn-cs"/>
              </a:rPr>
              <a:t>identify</a:t>
            </a:r>
            <a:r>
              <a:rPr lang="en-US" sz="1200" b="0" i="0" kern="1200" dirty="0" smtClean="0">
                <a:solidFill>
                  <a:schemeClr val="tx1"/>
                </a:solidFill>
                <a:effectLst/>
                <a:latin typeface="+mn-lt"/>
                <a:ea typeface="+mn-ea"/>
                <a:cs typeface="+mn-cs"/>
              </a:rPr>
              <a:t> and manage </a:t>
            </a:r>
            <a:r>
              <a:rPr lang="en-US" sz="1200" b="1" i="0" kern="1200" dirty="0" smtClean="0">
                <a:solidFill>
                  <a:schemeClr val="tx1"/>
                </a:solidFill>
                <a:effectLst/>
                <a:latin typeface="+mn-lt"/>
                <a:ea typeface="+mn-ea"/>
                <a:cs typeface="+mn-cs"/>
              </a:rPr>
              <a:t>risk</a:t>
            </a:r>
            <a:r>
              <a:rPr lang="en-US" sz="1200" b="0" i="0" kern="1200" dirty="0" smtClean="0">
                <a:solidFill>
                  <a:schemeClr val="tx1"/>
                </a:solidFill>
                <a:effectLst/>
                <a:latin typeface="+mn-lt"/>
                <a:ea typeface="+mn-ea"/>
                <a:cs typeface="+mn-cs"/>
              </a:rPr>
              <a:t>. The </a:t>
            </a:r>
            <a:r>
              <a:rPr lang="en-US" sz="1200" b="1" i="0" kern="1200" dirty="0" smtClean="0">
                <a:solidFill>
                  <a:schemeClr val="tx1"/>
                </a:solidFill>
                <a:effectLst/>
                <a:latin typeface="+mn-lt"/>
                <a:ea typeface="+mn-ea"/>
                <a:cs typeface="+mn-cs"/>
              </a:rPr>
              <a:t>checklist</a:t>
            </a:r>
            <a:r>
              <a:rPr lang="en-US" sz="1200" b="0" i="0" kern="1200" dirty="0" smtClean="0">
                <a:solidFill>
                  <a:schemeClr val="tx1"/>
                </a:solidFill>
                <a:effectLst/>
                <a:latin typeface="+mn-lt"/>
                <a:ea typeface="+mn-ea"/>
                <a:cs typeface="+mn-cs"/>
              </a:rPr>
              <a:t> is developed by listing items, steps, or tasks and is then analyzed against criteria to determine if the procedure is completed correctly. The checklists should be developed using historical information or knowledge gained from similar projects in the past.</a:t>
            </a:r>
          </a:p>
          <a:p>
            <a:pPr marL="171450" indent="-171450">
              <a:buFont typeface="Arial" panose="020B0604020202020204" pitchFamily="34" charset="0"/>
              <a:buChar char="•"/>
            </a:pPr>
            <a:endParaRPr lang="en-US" sz="1200" b="0" i="0" kern="1200" dirty="0" smtClean="0">
              <a:solidFill>
                <a:schemeClr val="tx1"/>
              </a:solidFill>
              <a:effectLst/>
              <a:latin typeface="+mn-lt"/>
              <a:ea typeface="+mn-ea"/>
              <a:cs typeface="+mn-cs"/>
            </a:endParaRPr>
          </a:p>
          <a:p>
            <a:pPr marL="171450" indent="-171450">
              <a:buFont typeface="Arial" panose="020B0604020202020204" pitchFamily="34" charset="0"/>
              <a:buChar char="•"/>
            </a:pPr>
            <a:r>
              <a:rPr lang="en-US" sz="1200" b="0" i="0" kern="1200" dirty="0" smtClean="0">
                <a:solidFill>
                  <a:schemeClr val="tx1"/>
                </a:solidFill>
                <a:effectLst/>
                <a:latin typeface="+mn-lt"/>
                <a:ea typeface="+mn-ea"/>
                <a:cs typeface="+mn-cs"/>
              </a:rPr>
              <a:t>As per PMBOK , </a:t>
            </a:r>
            <a:r>
              <a:rPr lang="en-US" sz="1200" b="1" i="0" kern="1200" dirty="0" smtClean="0">
                <a:solidFill>
                  <a:schemeClr val="tx1"/>
                </a:solidFill>
                <a:effectLst/>
                <a:latin typeface="+mn-lt"/>
                <a:ea typeface="+mn-ea"/>
                <a:cs typeface="+mn-cs"/>
              </a:rPr>
              <a:t>Assumptions Analysis</a:t>
            </a:r>
            <a:r>
              <a:rPr lang="en-US" sz="1200" b="0" i="0" kern="1200" dirty="0" smtClean="0">
                <a:solidFill>
                  <a:schemeClr val="tx1"/>
                </a:solidFill>
                <a:effectLst/>
                <a:latin typeface="+mn-lt"/>
                <a:ea typeface="+mn-ea"/>
                <a:cs typeface="+mn-cs"/>
              </a:rPr>
              <a:t> is defined as “A technique that explores the accuracy of </a:t>
            </a:r>
            <a:r>
              <a:rPr lang="en-US" sz="1200" b="1" i="0" kern="1200" dirty="0" smtClean="0">
                <a:solidFill>
                  <a:schemeClr val="tx1"/>
                </a:solidFill>
                <a:effectLst/>
                <a:latin typeface="+mn-lt"/>
                <a:ea typeface="+mn-ea"/>
                <a:cs typeface="+mn-cs"/>
              </a:rPr>
              <a:t>assumptions</a:t>
            </a:r>
            <a:r>
              <a:rPr lang="en-US" sz="1200" b="0" i="0" kern="1200" dirty="0" smtClean="0">
                <a:solidFill>
                  <a:schemeClr val="tx1"/>
                </a:solidFill>
                <a:effectLst/>
                <a:latin typeface="+mn-lt"/>
                <a:ea typeface="+mn-ea"/>
                <a:cs typeface="+mn-cs"/>
              </a:rPr>
              <a:t> and identifies </a:t>
            </a:r>
            <a:r>
              <a:rPr lang="en-US" sz="1200" b="1" i="0" kern="1200" dirty="0" smtClean="0">
                <a:solidFill>
                  <a:schemeClr val="tx1"/>
                </a:solidFill>
                <a:effectLst/>
                <a:latin typeface="+mn-lt"/>
                <a:ea typeface="+mn-ea"/>
                <a:cs typeface="+mn-cs"/>
              </a:rPr>
              <a:t>risks</a:t>
            </a:r>
            <a:r>
              <a:rPr lang="en-US" sz="1200" b="0" i="0" kern="1200" dirty="0" smtClean="0">
                <a:solidFill>
                  <a:schemeClr val="tx1"/>
                </a:solidFill>
                <a:effectLst/>
                <a:latin typeface="+mn-lt"/>
                <a:ea typeface="+mn-ea"/>
                <a:cs typeface="+mn-cs"/>
              </a:rPr>
              <a:t> to the project from inaccuracy, inconsistency, or incompleteness of </a:t>
            </a:r>
            <a:r>
              <a:rPr lang="en-US" sz="1200" b="1" i="0" kern="1200" dirty="0" smtClean="0">
                <a:solidFill>
                  <a:schemeClr val="tx1"/>
                </a:solidFill>
                <a:effectLst/>
                <a:latin typeface="+mn-lt"/>
                <a:ea typeface="+mn-ea"/>
                <a:cs typeface="+mn-cs"/>
              </a:rPr>
              <a:t>assumptions</a:t>
            </a:r>
            <a:r>
              <a:rPr lang="en-US" sz="1200" b="0" i="0" kern="1200" dirty="0" smtClean="0">
                <a:solidFill>
                  <a:schemeClr val="tx1"/>
                </a:solidFill>
                <a:effectLst/>
                <a:latin typeface="+mn-lt"/>
                <a:ea typeface="+mn-ea"/>
                <a:cs typeface="+mn-cs"/>
              </a:rPr>
              <a:t>.” </a:t>
            </a:r>
            <a:r>
              <a:rPr lang="en-US" sz="1200" b="1" i="0" kern="1200" dirty="0" smtClean="0">
                <a:solidFill>
                  <a:schemeClr val="tx1"/>
                </a:solidFill>
                <a:effectLst/>
                <a:latin typeface="+mn-lt"/>
                <a:ea typeface="+mn-ea"/>
                <a:cs typeface="+mn-cs"/>
              </a:rPr>
              <a:t>Assumption analysis</a:t>
            </a:r>
            <a:r>
              <a:rPr lang="en-US" sz="1200" b="0" i="0" kern="1200" dirty="0" smtClean="0">
                <a:solidFill>
                  <a:schemeClr val="tx1"/>
                </a:solidFill>
                <a:effectLst/>
                <a:latin typeface="+mn-lt"/>
                <a:ea typeface="+mn-ea"/>
                <a:cs typeface="+mn-cs"/>
              </a:rPr>
              <a:t> is done during </a:t>
            </a:r>
            <a:r>
              <a:rPr lang="en-US" sz="1200" b="1" i="0" kern="1200" dirty="0" smtClean="0">
                <a:solidFill>
                  <a:schemeClr val="tx1"/>
                </a:solidFill>
                <a:effectLst/>
                <a:latin typeface="+mn-lt"/>
                <a:ea typeface="+mn-ea"/>
                <a:cs typeface="+mn-cs"/>
              </a:rPr>
              <a:t>Risk identification</a:t>
            </a:r>
            <a:r>
              <a:rPr lang="en-US" sz="1200" b="0" i="0" kern="1200" dirty="0" smtClean="0">
                <a:solidFill>
                  <a:schemeClr val="tx1"/>
                </a:solidFill>
                <a:effectLst/>
                <a:latin typeface="+mn-lt"/>
                <a:ea typeface="+mn-ea"/>
                <a:cs typeface="+mn-cs"/>
              </a:rPr>
              <a:t> process .</a:t>
            </a:r>
            <a:endParaRPr lang="en-US" sz="1200" b="1" i="0" kern="1200" dirty="0" smtClean="0">
              <a:solidFill>
                <a:schemeClr val="tx1"/>
              </a:solidFill>
              <a:effectLst/>
              <a:latin typeface="+mn-lt"/>
              <a:ea typeface="+mn-ea"/>
              <a:cs typeface="+mn-cs"/>
            </a:endParaRP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54CC6A2C-6D46-474D-BCC5-C205DA9DA6A3}" type="slidenum">
              <a:rPr lang="x-none" smtClean="0"/>
              <a:t>11</a:t>
            </a:fld>
            <a:endParaRPr lang="x-none"/>
          </a:p>
        </p:txBody>
      </p:sp>
    </p:spTree>
    <p:extLst>
      <p:ext uri="{BB962C8B-B14F-4D97-AF65-F5344CB8AC3E}">
        <p14:creationId xmlns:p14="http://schemas.microsoft.com/office/powerpoint/2010/main" val="24935025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54CC6A2C-6D46-474D-BCC5-C205DA9DA6A3}" type="slidenum">
              <a:rPr lang="x-none" smtClean="0"/>
              <a:t>12</a:t>
            </a:fld>
            <a:endParaRPr lang="x-none"/>
          </a:p>
        </p:txBody>
      </p:sp>
    </p:spTree>
    <p:extLst>
      <p:ext uri="{BB962C8B-B14F-4D97-AF65-F5344CB8AC3E}">
        <p14:creationId xmlns:p14="http://schemas.microsoft.com/office/powerpoint/2010/main" val="17670547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54CC6A2C-6D46-474D-BCC5-C205DA9DA6A3}" type="slidenum">
              <a:rPr lang="x-none" smtClean="0"/>
              <a:t>13</a:t>
            </a:fld>
            <a:endParaRPr lang="x-none"/>
          </a:p>
        </p:txBody>
      </p:sp>
    </p:spTree>
    <p:extLst>
      <p:ext uri="{BB962C8B-B14F-4D97-AF65-F5344CB8AC3E}">
        <p14:creationId xmlns:p14="http://schemas.microsoft.com/office/powerpoint/2010/main" val="13277571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54CC6A2C-6D46-474D-BCC5-C205DA9DA6A3}" type="slidenum">
              <a:rPr lang="x-none" smtClean="0"/>
              <a:t>14</a:t>
            </a:fld>
            <a:endParaRPr lang="x-none"/>
          </a:p>
        </p:txBody>
      </p:sp>
    </p:spTree>
    <p:extLst>
      <p:ext uri="{BB962C8B-B14F-4D97-AF65-F5344CB8AC3E}">
        <p14:creationId xmlns:p14="http://schemas.microsoft.com/office/powerpoint/2010/main" val="5741048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sz="1200" b="1"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4CC6A2C-6D46-474D-BCC5-C205DA9DA6A3}" type="slidenum">
              <a:rPr lang="x-none" smtClean="0"/>
              <a:t>15</a:t>
            </a:fld>
            <a:endParaRPr lang="x-none"/>
          </a:p>
        </p:txBody>
      </p:sp>
    </p:spTree>
    <p:extLst>
      <p:ext uri="{BB962C8B-B14F-4D97-AF65-F5344CB8AC3E}">
        <p14:creationId xmlns:p14="http://schemas.microsoft.com/office/powerpoint/2010/main" val="3975979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sz="12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4CC6A2C-6D46-474D-BCC5-C205DA9DA6A3}" type="slidenum">
              <a:rPr lang="x-none" smtClean="0"/>
              <a:t>16</a:t>
            </a:fld>
            <a:endParaRPr lang="x-none"/>
          </a:p>
        </p:txBody>
      </p:sp>
    </p:spTree>
    <p:extLst>
      <p:ext uri="{BB962C8B-B14F-4D97-AF65-F5344CB8AC3E}">
        <p14:creationId xmlns:p14="http://schemas.microsoft.com/office/powerpoint/2010/main" val="21065506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sz="1200" b="1"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4CC6A2C-6D46-474D-BCC5-C205DA9DA6A3}" type="slidenum">
              <a:rPr lang="x-none" smtClean="0"/>
              <a:t>17</a:t>
            </a:fld>
            <a:endParaRPr lang="x-none"/>
          </a:p>
        </p:txBody>
      </p:sp>
    </p:spTree>
    <p:extLst>
      <p:ext uri="{BB962C8B-B14F-4D97-AF65-F5344CB8AC3E}">
        <p14:creationId xmlns:p14="http://schemas.microsoft.com/office/powerpoint/2010/main" val="4664665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sz="1200" b="1"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4CC6A2C-6D46-474D-BCC5-C205DA9DA6A3}" type="slidenum">
              <a:rPr lang="x-none" smtClean="0"/>
              <a:t>18</a:t>
            </a:fld>
            <a:endParaRPr lang="x-none"/>
          </a:p>
        </p:txBody>
      </p:sp>
    </p:spTree>
    <p:extLst>
      <p:ext uri="{BB962C8B-B14F-4D97-AF65-F5344CB8AC3E}">
        <p14:creationId xmlns:p14="http://schemas.microsoft.com/office/powerpoint/2010/main" val="5431850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sz="12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4CC6A2C-6D46-474D-BCC5-C205DA9DA6A3}" type="slidenum">
              <a:rPr lang="x-none" smtClean="0"/>
              <a:t>19</a:t>
            </a:fld>
            <a:endParaRPr lang="x-none"/>
          </a:p>
        </p:txBody>
      </p:sp>
    </p:spTree>
    <p:extLst>
      <p:ext uri="{BB962C8B-B14F-4D97-AF65-F5344CB8AC3E}">
        <p14:creationId xmlns:p14="http://schemas.microsoft.com/office/powerpoint/2010/main" val="2813620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sz="1200" b="1"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4CC6A2C-6D46-474D-BCC5-C205DA9DA6A3}" type="slidenum">
              <a:rPr lang="x-none" smtClean="0"/>
              <a:t>20</a:t>
            </a:fld>
            <a:endParaRPr lang="x-none"/>
          </a:p>
        </p:txBody>
      </p:sp>
    </p:spTree>
    <p:extLst>
      <p:ext uri="{BB962C8B-B14F-4D97-AF65-F5344CB8AC3E}">
        <p14:creationId xmlns:p14="http://schemas.microsoft.com/office/powerpoint/2010/main" val="22204510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sz="1200" b="1"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4CC6A2C-6D46-474D-BCC5-C205DA9DA6A3}" type="slidenum">
              <a:rPr lang="x-none" smtClean="0"/>
              <a:t>21</a:t>
            </a:fld>
            <a:endParaRPr lang="x-none"/>
          </a:p>
        </p:txBody>
      </p:sp>
    </p:spTree>
    <p:extLst>
      <p:ext uri="{BB962C8B-B14F-4D97-AF65-F5344CB8AC3E}">
        <p14:creationId xmlns:p14="http://schemas.microsoft.com/office/powerpoint/2010/main" val="1615462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sz="1200" b="1"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4CC6A2C-6D46-474D-BCC5-C205DA9DA6A3}" type="slidenum">
              <a:rPr lang="x-none" smtClean="0"/>
              <a:t>22</a:t>
            </a:fld>
            <a:endParaRPr lang="x-none"/>
          </a:p>
        </p:txBody>
      </p:sp>
    </p:spTree>
    <p:extLst>
      <p:ext uri="{BB962C8B-B14F-4D97-AF65-F5344CB8AC3E}">
        <p14:creationId xmlns:p14="http://schemas.microsoft.com/office/powerpoint/2010/main" val="25085449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sz="1200" b="0" i="0" kern="1200" dirty="0" smtClean="0">
              <a:solidFill>
                <a:schemeClr val="tx1"/>
              </a:solidFill>
              <a:effectLst/>
              <a:latin typeface="+mn-lt"/>
              <a:ea typeface="+mn-ea"/>
              <a:cs typeface="+mn-cs"/>
            </a:endParaRPr>
          </a:p>
          <a:p>
            <a:pPr marL="171450" indent="-171450">
              <a:buFont typeface="Arial" panose="020B0604020202020204" pitchFamily="34" charset="0"/>
              <a:buChar char="•"/>
            </a:pPr>
            <a:r>
              <a:rPr lang="en-US" sz="1200" b="0" i="0" kern="1200" dirty="0" smtClean="0">
                <a:solidFill>
                  <a:schemeClr val="tx1"/>
                </a:solidFill>
                <a:effectLst/>
                <a:latin typeface="+mn-lt"/>
                <a:ea typeface="+mn-ea"/>
                <a:cs typeface="+mn-cs"/>
              </a:rPr>
              <a:t>A </a:t>
            </a:r>
            <a:r>
              <a:rPr lang="en-US" sz="1200" b="1" i="0" kern="1200" dirty="0" smtClean="0">
                <a:solidFill>
                  <a:schemeClr val="tx1"/>
                </a:solidFill>
                <a:effectLst/>
                <a:latin typeface="+mn-lt"/>
                <a:ea typeface="+mn-ea"/>
                <a:cs typeface="+mn-cs"/>
              </a:rPr>
              <a:t>Decision Tree Analysis</a:t>
            </a:r>
            <a:r>
              <a:rPr lang="en-US" sz="1200" b="0" i="0" kern="1200" dirty="0" smtClean="0">
                <a:solidFill>
                  <a:schemeClr val="tx1"/>
                </a:solidFill>
                <a:effectLst/>
                <a:latin typeface="+mn-lt"/>
                <a:ea typeface="+mn-ea"/>
                <a:cs typeface="+mn-cs"/>
              </a:rPr>
              <a:t> is a graphic representation of various alternative solutions that are available to solve a problem. The manner of illustrating often proves to be decisive when making a choice.</a:t>
            </a:r>
          </a:p>
          <a:p>
            <a:pPr marL="171450" indent="-171450">
              <a:buFont typeface="Arial" panose="020B0604020202020204" pitchFamily="34" charset="0"/>
              <a:buChar char="•"/>
            </a:pPr>
            <a:endParaRPr lang="en-US" sz="1200" b="0" i="0" kern="1200" dirty="0" smtClean="0">
              <a:solidFill>
                <a:schemeClr val="tx1"/>
              </a:solidFill>
              <a:effectLst/>
              <a:latin typeface="+mn-lt"/>
              <a:ea typeface="+mn-ea"/>
              <a:cs typeface="+mn-cs"/>
            </a:endParaRPr>
          </a:p>
          <a:p>
            <a:pPr marL="171450" indent="-171450">
              <a:buFont typeface="Arial" panose="020B0604020202020204" pitchFamily="34" charset="0"/>
              <a:buChar char="•"/>
            </a:pPr>
            <a:r>
              <a:rPr lang="en-US" sz="1200" b="1" i="0" kern="1200" dirty="0" smtClean="0">
                <a:solidFill>
                  <a:schemeClr val="tx1"/>
                </a:solidFill>
                <a:effectLst/>
                <a:latin typeface="+mn-lt"/>
                <a:ea typeface="+mn-ea"/>
                <a:cs typeface="+mn-cs"/>
              </a:rPr>
              <a:t>Sensitivity analysis </a:t>
            </a:r>
            <a:r>
              <a:rPr lang="en-US" sz="1200" b="0" i="0" kern="1200" dirty="0" smtClean="0">
                <a:solidFill>
                  <a:schemeClr val="tx1"/>
                </a:solidFill>
                <a:effectLst/>
                <a:latin typeface="+mn-lt"/>
                <a:ea typeface="+mn-ea"/>
                <a:cs typeface="+mn-cs"/>
              </a:rPr>
              <a:t>is the study of how the uncertainty in the output of a mathematical model or system can be divided and allocated to different sources of uncertainty in its inputs. </a:t>
            </a:r>
          </a:p>
          <a:p>
            <a:pPr marL="171450" indent="-171450">
              <a:buFont typeface="Arial" panose="020B0604020202020204" pitchFamily="34" charset="0"/>
              <a:buChar char="•"/>
            </a:pPr>
            <a:endParaRPr lang="en-US" sz="1200" b="0" i="0" kern="1200" dirty="0" smtClean="0">
              <a:solidFill>
                <a:schemeClr val="tx1"/>
              </a:solidFill>
              <a:effectLst/>
              <a:latin typeface="+mn-lt"/>
              <a:ea typeface="+mn-ea"/>
              <a:cs typeface="+mn-cs"/>
            </a:endParaRPr>
          </a:p>
          <a:p>
            <a:pPr marL="171450" indent="-171450">
              <a:buFont typeface="Arial" panose="020B0604020202020204" pitchFamily="34" charset="0"/>
              <a:buChar char="•"/>
            </a:pPr>
            <a:r>
              <a:rPr lang="en-US" sz="1200" b="1" i="0" kern="1200" dirty="0" smtClean="0">
                <a:solidFill>
                  <a:schemeClr val="tx1"/>
                </a:solidFill>
                <a:effectLst/>
                <a:latin typeface="+mn-lt"/>
                <a:ea typeface="+mn-ea"/>
                <a:cs typeface="+mn-cs"/>
              </a:rPr>
              <a:t>Expert Judgment</a:t>
            </a:r>
            <a:r>
              <a:rPr lang="en-US" sz="1200" b="0" i="0" kern="1200" dirty="0" smtClean="0">
                <a:solidFill>
                  <a:schemeClr val="tx1"/>
                </a:solidFill>
                <a:effectLst/>
                <a:latin typeface="+mn-lt"/>
                <a:ea typeface="+mn-ea"/>
                <a:cs typeface="+mn-cs"/>
              </a:rPr>
              <a:t> is a term that refers a specifically to a technique in which </a:t>
            </a:r>
            <a:r>
              <a:rPr lang="en-US" sz="1200" b="1" i="0" kern="1200" dirty="0" smtClean="0">
                <a:solidFill>
                  <a:schemeClr val="tx1"/>
                </a:solidFill>
                <a:effectLst/>
                <a:latin typeface="+mn-lt"/>
                <a:ea typeface="+mn-ea"/>
                <a:cs typeface="+mn-cs"/>
              </a:rPr>
              <a:t>judgment</a:t>
            </a:r>
            <a:r>
              <a:rPr lang="en-US" sz="1200" b="0" i="0" kern="1200" dirty="0" smtClean="0">
                <a:solidFill>
                  <a:schemeClr val="tx1"/>
                </a:solidFill>
                <a:effectLst/>
                <a:latin typeface="+mn-lt"/>
                <a:ea typeface="+mn-ea"/>
                <a:cs typeface="+mn-cs"/>
              </a:rPr>
              <a:t> is made based upon a specific set of criteria and/or </a:t>
            </a:r>
            <a:r>
              <a:rPr lang="en-US" sz="1200" b="1" i="0" kern="1200" dirty="0" smtClean="0">
                <a:solidFill>
                  <a:schemeClr val="tx1"/>
                </a:solidFill>
                <a:effectLst/>
                <a:latin typeface="+mn-lt"/>
                <a:ea typeface="+mn-ea"/>
                <a:cs typeface="+mn-cs"/>
              </a:rPr>
              <a:t>expertise</a:t>
            </a:r>
            <a:r>
              <a:rPr lang="en-US" sz="1200" b="0" i="0" kern="1200" dirty="0" smtClean="0">
                <a:solidFill>
                  <a:schemeClr val="tx1"/>
                </a:solidFill>
                <a:effectLst/>
                <a:latin typeface="+mn-lt"/>
                <a:ea typeface="+mn-ea"/>
                <a:cs typeface="+mn-cs"/>
              </a:rPr>
              <a:t> that has been acquired in a specific knowledge area, or product area, a particular discipline, an industry, etc.</a:t>
            </a:r>
            <a:endParaRPr lang="en-US" sz="1200" b="1"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4CC6A2C-6D46-474D-BCC5-C205DA9DA6A3}" type="slidenum">
              <a:rPr lang="x-none" smtClean="0"/>
              <a:t>23</a:t>
            </a:fld>
            <a:endParaRPr lang="x-none"/>
          </a:p>
        </p:txBody>
      </p:sp>
    </p:spTree>
    <p:extLst>
      <p:ext uri="{BB962C8B-B14F-4D97-AF65-F5344CB8AC3E}">
        <p14:creationId xmlns:p14="http://schemas.microsoft.com/office/powerpoint/2010/main" val="42709494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1"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4CC6A2C-6D46-474D-BCC5-C205DA9DA6A3}" type="slidenum">
              <a:rPr lang="x-none" smtClean="0"/>
              <a:t>25</a:t>
            </a:fld>
            <a:endParaRPr lang="x-none"/>
          </a:p>
        </p:txBody>
      </p:sp>
    </p:spTree>
    <p:extLst>
      <p:ext uri="{BB962C8B-B14F-4D97-AF65-F5344CB8AC3E}">
        <p14:creationId xmlns:p14="http://schemas.microsoft.com/office/powerpoint/2010/main" val="42477607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0" i="0" kern="1200" dirty="0" smtClean="0">
                <a:solidFill>
                  <a:schemeClr val="tx1"/>
                </a:solidFill>
                <a:effectLst/>
                <a:latin typeface="+mn-lt"/>
                <a:ea typeface="+mn-ea"/>
                <a:cs typeface="+mn-cs"/>
              </a:rPr>
              <a:t>A </a:t>
            </a:r>
            <a:r>
              <a:rPr lang="en-US" sz="1200" b="1" i="0" kern="1200" dirty="0" smtClean="0">
                <a:solidFill>
                  <a:schemeClr val="tx1"/>
                </a:solidFill>
                <a:effectLst/>
                <a:latin typeface="+mn-lt"/>
                <a:ea typeface="+mn-ea"/>
                <a:cs typeface="+mn-cs"/>
              </a:rPr>
              <a:t>contingency plan</a:t>
            </a:r>
            <a:r>
              <a:rPr lang="en-US" sz="1200" b="0" i="0" kern="1200" dirty="0" smtClean="0">
                <a:solidFill>
                  <a:schemeClr val="tx1"/>
                </a:solidFill>
                <a:effectLst/>
                <a:latin typeface="+mn-lt"/>
                <a:ea typeface="+mn-ea"/>
                <a:cs typeface="+mn-cs"/>
              </a:rPr>
              <a:t> is a </a:t>
            </a:r>
            <a:r>
              <a:rPr lang="en-US" sz="1200" b="1" i="0" kern="1200" dirty="0" smtClean="0">
                <a:solidFill>
                  <a:schemeClr val="tx1"/>
                </a:solidFill>
                <a:effectLst/>
                <a:latin typeface="+mn-lt"/>
                <a:ea typeface="+mn-ea"/>
                <a:cs typeface="+mn-cs"/>
              </a:rPr>
              <a:t>plan</a:t>
            </a:r>
            <a:r>
              <a:rPr lang="en-US" sz="1200" b="0" i="0" kern="1200" dirty="0" smtClean="0">
                <a:solidFill>
                  <a:schemeClr val="tx1"/>
                </a:solidFill>
                <a:effectLst/>
                <a:latin typeface="+mn-lt"/>
                <a:ea typeface="+mn-ea"/>
                <a:cs typeface="+mn-cs"/>
              </a:rPr>
              <a:t> devised for an outcome other than in the usual (expected) </a:t>
            </a:r>
            <a:r>
              <a:rPr lang="en-US" sz="1200" b="1" i="0" kern="1200" dirty="0" smtClean="0">
                <a:solidFill>
                  <a:schemeClr val="tx1"/>
                </a:solidFill>
                <a:effectLst/>
                <a:latin typeface="+mn-lt"/>
                <a:ea typeface="+mn-ea"/>
                <a:cs typeface="+mn-cs"/>
              </a:rPr>
              <a:t>plan</a:t>
            </a:r>
            <a:r>
              <a:rPr lang="en-US" sz="1200" b="0" i="0" kern="1200" dirty="0" smtClean="0">
                <a:solidFill>
                  <a:schemeClr val="tx1"/>
                </a:solidFill>
                <a:effectLst/>
                <a:latin typeface="+mn-lt"/>
                <a:ea typeface="+mn-ea"/>
                <a:cs typeface="+mn-cs"/>
              </a:rPr>
              <a:t>. It is often used for risk management for an exceptional risk that, though unlikely, would have catastrophic consequences. </a:t>
            </a:r>
            <a:r>
              <a:rPr lang="en-US" sz="1200" b="1" i="0" kern="1200" dirty="0" smtClean="0">
                <a:solidFill>
                  <a:schemeClr val="tx1"/>
                </a:solidFill>
                <a:effectLst/>
                <a:latin typeface="+mn-lt"/>
                <a:ea typeface="+mn-ea"/>
                <a:cs typeface="+mn-cs"/>
              </a:rPr>
              <a:t>Contingency plans</a:t>
            </a:r>
            <a:r>
              <a:rPr lang="en-US" sz="1200" b="0" i="0" kern="1200" dirty="0" smtClean="0">
                <a:solidFill>
                  <a:schemeClr val="tx1"/>
                </a:solidFill>
                <a:effectLst/>
                <a:latin typeface="+mn-lt"/>
                <a:ea typeface="+mn-ea"/>
                <a:cs typeface="+mn-cs"/>
              </a:rPr>
              <a:t> are often devised by governments or businesses.</a:t>
            </a:r>
          </a:p>
          <a:p>
            <a:pPr marL="171450" indent="-171450">
              <a:buFont typeface="Arial" panose="020B0604020202020204" pitchFamily="34" charset="0"/>
              <a:buChar char="•"/>
            </a:pPr>
            <a:endParaRPr lang="en-US" sz="1200" b="0" i="0" kern="1200" dirty="0" smtClean="0">
              <a:solidFill>
                <a:schemeClr val="tx1"/>
              </a:solidFill>
              <a:effectLst/>
              <a:latin typeface="+mn-lt"/>
              <a:ea typeface="+mn-ea"/>
              <a:cs typeface="+mn-cs"/>
            </a:endParaRPr>
          </a:p>
          <a:p>
            <a:pPr marL="171450" indent="-171450">
              <a:buFont typeface="Arial" panose="020B0604020202020204" pitchFamily="34" charset="0"/>
              <a:buChar char="•"/>
            </a:pPr>
            <a:r>
              <a:rPr lang="en-US" sz="1200" b="0" i="0" kern="1200" dirty="0" smtClean="0">
                <a:solidFill>
                  <a:schemeClr val="tx1"/>
                </a:solidFill>
                <a:effectLst/>
                <a:latin typeface="+mn-lt"/>
                <a:ea typeface="+mn-ea"/>
                <a:cs typeface="+mn-cs"/>
              </a:rPr>
              <a:t>The </a:t>
            </a:r>
            <a:r>
              <a:rPr lang="en-US" sz="1200" b="1" i="0" kern="1200" dirty="0" smtClean="0">
                <a:solidFill>
                  <a:schemeClr val="tx1"/>
                </a:solidFill>
                <a:effectLst/>
                <a:latin typeface="+mn-lt"/>
                <a:ea typeface="+mn-ea"/>
                <a:cs typeface="+mn-cs"/>
              </a:rPr>
              <a:t>fallback plan</a:t>
            </a:r>
            <a:r>
              <a:rPr lang="en-US" sz="1200" b="0" i="0" kern="1200" dirty="0" smtClean="0">
                <a:solidFill>
                  <a:schemeClr val="tx1"/>
                </a:solidFill>
                <a:effectLst/>
                <a:latin typeface="+mn-lt"/>
                <a:ea typeface="+mn-ea"/>
                <a:cs typeface="+mn-cs"/>
              </a:rPr>
              <a:t> is a part of the project management </a:t>
            </a:r>
            <a:r>
              <a:rPr lang="en-US" sz="1200" b="1" i="0" kern="1200" dirty="0" smtClean="0">
                <a:solidFill>
                  <a:schemeClr val="tx1"/>
                </a:solidFill>
                <a:effectLst/>
                <a:latin typeface="+mn-lt"/>
                <a:ea typeface="+mn-ea"/>
                <a:cs typeface="+mn-cs"/>
              </a:rPr>
              <a:t>plan</a:t>
            </a:r>
            <a:r>
              <a:rPr lang="en-US" sz="1200" b="0" i="0" kern="1200" dirty="0" smtClean="0">
                <a:solidFill>
                  <a:schemeClr val="tx1"/>
                </a:solidFill>
                <a:effectLst/>
                <a:latin typeface="+mn-lt"/>
                <a:ea typeface="+mn-ea"/>
                <a:cs typeface="+mn-cs"/>
              </a:rPr>
              <a:t> and defines under which circumstances action has to be taken. A </a:t>
            </a:r>
            <a:r>
              <a:rPr lang="en-US" sz="1200" b="1" i="0" kern="1200" dirty="0" smtClean="0">
                <a:solidFill>
                  <a:schemeClr val="tx1"/>
                </a:solidFill>
                <a:effectLst/>
                <a:latin typeface="+mn-lt"/>
                <a:ea typeface="+mn-ea"/>
                <a:cs typeface="+mn-cs"/>
              </a:rPr>
              <a:t>fallback plan</a:t>
            </a:r>
            <a:r>
              <a:rPr lang="en-US" sz="1200" b="0" i="0" kern="1200" dirty="0" smtClean="0">
                <a:solidFill>
                  <a:schemeClr val="tx1"/>
                </a:solidFill>
                <a:effectLst/>
                <a:latin typeface="+mn-lt"/>
                <a:ea typeface="+mn-ea"/>
                <a:cs typeface="+mn-cs"/>
              </a:rPr>
              <a:t> is implemented when the contingency </a:t>
            </a:r>
            <a:r>
              <a:rPr lang="en-US" sz="1200" b="1" i="0" kern="1200" dirty="0" smtClean="0">
                <a:solidFill>
                  <a:schemeClr val="tx1"/>
                </a:solidFill>
                <a:effectLst/>
                <a:latin typeface="+mn-lt"/>
                <a:ea typeface="+mn-ea"/>
                <a:cs typeface="+mn-cs"/>
              </a:rPr>
              <a:t>plan</a:t>
            </a:r>
            <a:r>
              <a:rPr lang="en-US" sz="1200" b="0" i="0" kern="1200" dirty="0" smtClean="0">
                <a:solidFill>
                  <a:schemeClr val="tx1"/>
                </a:solidFill>
                <a:effectLst/>
                <a:latin typeface="+mn-lt"/>
                <a:ea typeface="+mn-ea"/>
                <a:cs typeface="+mn-cs"/>
              </a:rPr>
              <a:t> fails or is not fully effective. It is a backup for the contingency </a:t>
            </a:r>
            <a:r>
              <a:rPr lang="en-US" sz="1200" b="1" i="0" kern="1200" dirty="0" smtClean="0">
                <a:solidFill>
                  <a:schemeClr val="tx1"/>
                </a:solidFill>
                <a:effectLst/>
                <a:latin typeface="+mn-lt"/>
                <a:ea typeface="+mn-ea"/>
                <a:cs typeface="+mn-cs"/>
              </a:rPr>
              <a:t>plan</a:t>
            </a:r>
            <a:r>
              <a:rPr lang="en-US" sz="1200" b="0" i="0" kern="1200" dirty="0" smtClean="0">
                <a:solidFill>
                  <a:schemeClr val="tx1"/>
                </a:solidFill>
                <a:effectLst/>
                <a:latin typeface="+mn-lt"/>
                <a:ea typeface="+mn-ea"/>
                <a:cs typeface="+mn-cs"/>
              </a:rPr>
              <a:t>.</a:t>
            </a:r>
            <a:endParaRPr lang="en-US" sz="1200" b="1"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4CC6A2C-6D46-474D-BCC5-C205DA9DA6A3}" type="slidenum">
              <a:rPr lang="x-none" smtClean="0"/>
              <a:t>26</a:t>
            </a:fld>
            <a:endParaRPr lang="x-none"/>
          </a:p>
        </p:txBody>
      </p:sp>
    </p:spTree>
    <p:extLst>
      <p:ext uri="{BB962C8B-B14F-4D97-AF65-F5344CB8AC3E}">
        <p14:creationId xmlns:p14="http://schemas.microsoft.com/office/powerpoint/2010/main" val="2164162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Risk mitigation </a:t>
            </a:r>
            <a:r>
              <a:rPr lang="en-US" sz="1200" b="0" i="0" kern="1200" dirty="0" smtClean="0">
                <a:solidFill>
                  <a:schemeClr val="tx1"/>
                </a:solidFill>
                <a:effectLst/>
                <a:latin typeface="+mn-lt"/>
                <a:ea typeface="+mn-ea"/>
                <a:cs typeface="+mn-cs"/>
              </a:rPr>
              <a:t>is a strategy to prepare for and lessen the effects of threats faced by a business. Comparable to risk reduction, risk mitigation takes steps to reduce the negative effects of threats and disasters on business continuity. Threats that might put a business at risk include cyberattacks, weather events and other causes of physical or virtual damage. Risk mitigation is one element of </a:t>
            </a:r>
            <a:r>
              <a:rPr lang="en-US" sz="1200" b="0" i="0" u="sng" kern="1200" dirty="0" smtClean="0">
                <a:solidFill>
                  <a:schemeClr val="tx1"/>
                </a:solidFill>
                <a:effectLst/>
                <a:latin typeface="+mn-lt"/>
                <a:ea typeface="+mn-ea"/>
                <a:cs typeface="+mn-cs"/>
              </a:rPr>
              <a:t>risk management</a:t>
            </a:r>
            <a:r>
              <a:rPr lang="en-US" sz="1200" b="0" i="0" kern="1200" dirty="0" smtClean="0">
                <a:solidFill>
                  <a:schemeClr val="tx1"/>
                </a:solidFill>
                <a:effectLst/>
                <a:latin typeface="+mn-lt"/>
                <a:ea typeface="+mn-ea"/>
                <a:cs typeface="+mn-cs"/>
              </a:rPr>
              <a:t> and its implementation will differ by organization.</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Risk mitigation is the process of planning for disasters and having a way to lessen negative impacts.</a:t>
            </a:r>
            <a:endParaRPr lang="en-US" sz="1200" b="1"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4CC6A2C-6D46-474D-BCC5-C205DA9DA6A3}" type="slidenum">
              <a:rPr lang="x-none" smtClean="0"/>
              <a:t>27</a:t>
            </a:fld>
            <a:endParaRPr lang="x-none"/>
          </a:p>
        </p:txBody>
      </p:sp>
    </p:spTree>
    <p:extLst>
      <p:ext uri="{BB962C8B-B14F-4D97-AF65-F5344CB8AC3E}">
        <p14:creationId xmlns:p14="http://schemas.microsoft.com/office/powerpoint/2010/main" val="23047606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i="0" kern="1200" dirty="0" smtClean="0">
                <a:solidFill>
                  <a:schemeClr val="tx1"/>
                </a:solidFill>
                <a:effectLst/>
                <a:latin typeface="+mn-lt"/>
                <a:ea typeface="+mn-ea"/>
                <a:cs typeface="+mn-cs"/>
              </a:rPr>
              <a:t>Risk reassessment</a:t>
            </a:r>
            <a:r>
              <a:rPr lang="en-US" sz="1200" b="0" i="0" kern="1200" dirty="0" smtClean="0">
                <a:solidFill>
                  <a:schemeClr val="tx1"/>
                </a:solidFill>
                <a:effectLst/>
                <a:latin typeface="+mn-lt"/>
                <a:ea typeface="+mn-ea"/>
                <a:cs typeface="+mn-cs"/>
              </a:rPr>
              <a:t> in project management involves identifying new </a:t>
            </a:r>
            <a:r>
              <a:rPr lang="en-US" sz="1200" b="1" i="0" kern="1200" dirty="0" smtClean="0">
                <a:solidFill>
                  <a:schemeClr val="tx1"/>
                </a:solidFill>
                <a:effectLst/>
                <a:latin typeface="+mn-lt"/>
                <a:ea typeface="+mn-ea"/>
                <a:cs typeface="+mn-cs"/>
              </a:rPr>
              <a:t>risks</a:t>
            </a:r>
            <a:r>
              <a:rPr lang="en-US" sz="1200" b="0" i="0" kern="1200" dirty="0" smtClean="0">
                <a:solidFill>
                  <a:schemeClr val="tx1"/>
                </a:solidFill>
                <a:effectLst/>
                <a:latin typeface="+mn-lt"/>
                <a:ea typeface="+mn-ea"/>
                <a:cs typeface="+mn-cs"/>
              </a:rPr>
              <a:t> and </a:t>
            </a:r>
            <a:r>
              <a:rPr lang="en-US" sz="1200" b="1" i="0" kern="1200" dirty="0" smtClean="0">
                <a:solidFill>
                  <a:schemeClr val="tx1"/>
                </a:solidFill>
                <a:effectLst/>
                <a:latin typeface="+mn-lt"/>
                <a:ea typeface="+mn-ea"/>
                <a:cs typeface="+mn-cs"/>
              </a:rPr>
              <a:t>reassessing</a:t>
            </a:r>
            <a:r>
              <a:rPr lang="en-US" sz="1200" b="0" i="0" kern="1200" dirty="0" smtClean="0">
                <a:solidFill>
                  <a:schemeClr val="tx1"/>
                </a:solidFill>
                <a:effectLst/>
                <a:latin typeface="+mn-lt"/>
                <a:ea typeface="+mn-ea"/>
                <a:cs typeface="+mn-cs"/>
              </a:rPr>
              <a:t> current ones. It is also involved in closing </a:t>
            </a:r>
            <a:r>
              <a:rPr lang="en-US" sz="1200" b="1" i="0" kern="1200" dirty="0" smtClean="0">
                <a:solidFill>
                  <a:schemeClr val="tx1"/>
                </a:solidFill>
                <a:effectLst/>
                <a:latin typeface="+mn-lt"/>
                <a:ea typeface="+mn-ea"/>
                <a:cs typeface="+mn-cs"/>
              </a:rPr>
              <a:t>risks</a:t>
            </a:r>
            <a:r>
              <a:rPr lang="en-US" sz="1200" b="0" i="0" kern="1200" dirty="0" smtClean="0">
                <a:solidFill>
                  <a:schemeClr val="tx1"/>
                </a:solidFill>
                <a:effectLst/>
                <a:latin typeface="+mn-lt"/>
                <a:ea typeface="+mn-ea"/>
                <a:cs typeface="+mn-cs"/>
              </a:rPr>
              <a:t> that are outdated and no longer threatening to the project. This particular project management tool is used in controlling the </a:t>
            </a:r>
            <a:r>
              <a:rPr lang="en-US" sz="1200" b="1" i="0" kern="1200" dirty="0" smtClean="0">
                <a:solidFill>
                  <a:schemeClr val="tx1"/>
                </a:solidFill>
                <a:effectLst/>
                <a:latin typeface="+mn-lt"/>
                <a:ea typeface="+mn-ea"/>
                <a:cs typeface="+mn-cs"/>
              </a:rPr>
              <a:t>risks</a:t>
            </a:r>
            <a:r>
              <a:rPr lang="en-US" sz="1200" b="0" i="0" kern="1200" dirty="0" smtClean="0">
                <a:solidFill>
                  <a:schemeClr val="tx1"/>
                </a:solidFill>
                <a:effectLst/>
                <a:latin typeface="+mn-lt"/>
                <a:ea typeface="+mn-ea"/>
                <a:cs typeface="+mn-cs"/>
              </a:rPr>
              <a:t>.</a:t>
            </a:r>
            <a:endParaRPr lang="en-US" sz="1200" b="1" i="0" kern="1200" dirty="0" smtClean="0">
              <a:solidFill>
                <a:schemeClr val="tx1"/>
              </a:solidFill>
              <a:effectLst/>
              <a:latin typeface="+mn-lt"/>
              <a:ea typeface="+mn-ea"/>
              <a:cs typeface="+mn-cs"/>
            </a:endParaRPr>
          </a:p>
          <a:p>
            <a:pPr marL="171450" indent="-171450">
              <a:buFont typeface="Arial" panose="020B0604020202020204" pitchFamily="34" charset="0"/>
              <a:buChar char="•"/>
            </a:pPr>
            <a:endParaRPr lang="en-US" sz="1200" b="1" i="0" kern="1200" dirty="0" smtClean="0">
              <a:solidFill>
                <a:schemeClr val="tx1"/>
              </a:solidFill>
              <a:effectLst/>
              <a:latin typeface="+mn-lt"/>
              <a:ea typeface="+mn-ea"/>
              <a:cs typeface="+mn-cs"/>
            </a:endParaRPr>
          </a:p>
          <a:p>
            <a:pPr marL="171450" indent="-171450">
              <a:buFont typeface="Arial" panose="020B0604020202020204" pitchFamily="34" charset="0"/>
              <a:buChar char="•"/>
            </a:pPr>
            <a:r>
              <a:rPr lang="en-US" sz="1200" b="1" i="0" kern="1200" dirty="0" smtClean="0">
                <a:solidFill>
                  <a:schemeClr val="tx1"/>
                </a:solidFill>
                <a:effectLst/>
                <a:latin typeface="+mn-lt"/>
                <a:ea typeface="+mn-ea"/>
                <a:cs typeface="+mn-cs"/>
              </a:rPr>
              <a:t>Risk audit</a:t>
            </a:r>
            <a:r>
              <a:rPr lang="en-US" sz="1200" b="0" i="0" kern="1200" dirty="0" smtClean="0">
                <a:solidFill>
                  <a:schemeClr val="tx1"/>
                </a:solidFill>
                <a:effectLst/>
                <a:latin typeface="+mn-lt"/>
                <a:ea typeface="+mn-ea"/>
                <a:cs typeface="+mn-cs"/>
              </a:rPr>
              <a:t> is the examination and documentation of the effectiveness of </a:t>
            </a:r>
            <a:r>
              <a:rPr lang="en-US" sz="1200" b="1" i="0" kern="1200" dirty="0" smtClean="0">
                <a:solidFill>
                  <a:schemeClr val="tx1"/>
                </a:solidFill>
                <a:effectLst/>
                <a:latin typeface="+mn-lt"/>
                <a:ea typeface="+mn-ea"/>
                <a:cs typeface="+mn-cs"/>
              </a:rPr>
              <a:t>risk</a:t>
            </a:r>
            <a:r>
              <a:rPr lang="en-US" sz="1200" b="0" i="0" kern="1200" dirty="0" smtClean="0">
                <a:solidFill>
                  <a:schemeClr val="tx1"/>
                </a:solidFill>
                <a:effectLst/>
                <a:latin typeface="+mn-lt"/>
                <a:ea typeface="+mn-ea"/>
                <a:cs typeface="+mn-cs"/>
              </a:rPr>
              <a:t> responses in dealing with identified </a:t>
            </a:r>
            <a:r>
              <a:rPr lang="en-US" sz="1200" b="1" i="0" kern="1200" dirty="0" smtClean="0">
                <a:solidFill>
                  <a:schemeClr val="tx1"/>
                </a:solidFill>
                <a:effectLst/>
                <a:latin typeface="+mn-lt"/>
                <a:ea typeface="+mn-ea"/>
                <a:cs typeface="+mn-cs"/>
              </a:rPr>
              <a:t>risk</a:t>
            </a:r>
            <a:r>
              <a:rPr lang="en-US" sz="1200" b="0" i="0" kern="1200" dirty="0" smtClean="0">
                <a:solidFill>
                  <a:schemeClr val="tx1"/>
                </a:solidFill>
                <a:effectLst/>
                <a:latin typeface="+mn-lt"/>
                <a:ea typeface="+mn-ea"/>
                <a:cs typeface="+mn-cs"/>
              </a:rPr>
              <a:t> and their root causes, as well as the effectiveness of the </a:t>
            </a:r>
            <a:r>
              <a:rPr lang="en-US" sz="1200" b="1" i="0" kern="1200" dirty="0" smtClean="0">
                <a:solidFill>
                  <a:schemeClr val="tx1"/>
                </a:solidFill>
                <a:effectLst/>
                <a:latin typeface="+mn-lt"/>
                <a:ea typeface="+mn-ea"/>
                <a:cs typeface="+mn-cs"/>
              </a:rPr>
              <a:t>risk</a:t>
            </a:r>
            <a:r>
              <a:rPr lang="en-US" sz="1200" b="0" i="0" kern="1200" dirty="0" smtClean="0">
                <a:solidFill>
                  <a:schemeClr val="tx1"/>
                </a:solidFill>
                <a:effectLst/>
                <a:latin typeface="+mn-lt"/>
                <a:ea typeface="+mn-ea"/>
                <a:cs typeface="+mn-cs"/>
              </a:rPr>
              <a:t> management process. Conducting a </a:t>
            </a:r>
            <a:r>
              <a:rPr lang="en-US" sz="1200" b="1" i="0" kern="1200" dirty="0" smtClean="0">
                <a:solidFill>
                  <a:schemeClr val="tx1"/>
                </a:solidFill>
                <a:effectLst/>
                <a:latin typeface="+mn-lt"/>
                <a:ea typeface="+mn-ea"/>
                <a:cs typeface="+mn-cs"/>
              </a:rPr>
              <a:t>risk audit</a:t>
            </a:r>
            <a:r>
              <a:rPr lang="en-US" sz="1200" b="0" i="0" kern="1200" dirty="0" smtClean="0">
                <a:solidFill>
                  <a:schemeClr val="tx1"/>
                </a:solidFill>
                <a:effectLst/>
                <a:latin typeface="+mn-lt"/>
                <a:ea typeface="+mn-ea"/>
                <a:cs typeface="+mn-cs"/>
              </a:rPr>
              <a:t> is an essential component of developing an event management plan.</a:t>
            </a:r>
          </a:p>
          <a:p>
            <a:pPr marL="171450" indent="-171450">
              <a:buFont typeface="Arial" panose="020B0604020202020204" pitchFamily="34" charset="0"/>
              <a:buChar char="•"/>
            </a:pPr>
            <a:endParaRPr lang="en-US" sz="1200" b="0" i="0" kern="1200" dirty="0" smtClean="0">
              <a:solidFill>
                <a:schemeClr val="tx1"/>
              </a:solidFill>
              <a:effectLst/>
              <a:latin typeface="+mn-lt"/>
              <a:ea typeface="+mn-ea"/>
              <a:cs typeface="+mn-cs"/>
            </a:endParaRPr>
          </a:p>
          <a:p>
            <a:pPr marL="171450" indent="-171450">
              <a:buFont typeface="Arial" panose="020B0604020202020204" pitchFamily="34" charset="0"/>
              <a:buChar char="•"/>
            </a:pPr>
            <a:r>
              <a:rPr lang="en-US" sz="1200" b="1" i="0" kern="1200" dirty="0" smtClean="0">
                <a:solidFill>
                  <a:schemeClr val="tx1"/>
                </a:solidFill>
                <a:effectLst/>
                <a:latin typeface="+mn-lt"/>
                <a:ea typeface="+mn-ea"/>
                <a:cs typeface="+mn-cs"/>
              </a:rPr>
              <a:t>Trend analysis</a:t>
            </a:r>
            <a:r>
              <a:rPr lang="en-US" sz="1200" b="0" i="0" kern="1200" dirty="0" smtClean="0">
                <a:solidFill>
                  <a:schemeClr val="tx1"/>
                </a:solidFill>
                <a:effectLst/>
                <a:latin typeface="+mn-lt"/>
                <a:ea typeface="+mn-ea"/>
                <a:cs typeface="+mn-cs"/>
              </a:rPr>
              <a:t> is a technique used in technical </a:t>
            </a:r>
            <a:r>
              <a:rPr lang="en-US" sz="1200" b="1" i="0" kern="1200" dirty="0" smtClean="0">
                <a:solidFill>
                  <a:schemeClr val="tx1"/>
                </a:solidFill>
                <a:effectLst/>
                <a:latin typeface="+mn-lt"/>
                <a:ea typeface="+mn-ea"/>
                <a:cs typeface="+mn-cs"/>
              </a:rPr>
              <a:t>analysis</a:t>
            </a:r>
            <a:r>
              <a:rPr lang="en-US" sz="1200" b="0" i="0" kern="1200" dirty="0" smtClean="0">
                <a:solidFill>
                  <a:schemeClr val="tx1"/>
                </a:solidFill>
                <a:effectLst/>
                <a:latin typeface="+mn-lt"/>
                <a:ea typeface="+mn-ea"/>
                <a:cs typeface="+mn-cs"/>
              </a:rPr>
              <a:t> that attempts to predict the future stock price movements based on recently observed </a:t>
            </a:r>
            <a:r>
              <a:rPr lang="en-US" sz="1200" b="1" i="0" kern="1200" dirty="0" smtClean="0">
                <a:solidFill>
                  <a:schemeClr val="tx1"/>
                </a:solidFill>
                <a:effectLst/>
                <a:latin typeface="+mn-lt"/>
                <a:ea typeface="+mn-ea"/>
                <a:cs typeface="+mn-cs"/>
              </a:rPr>
              <a:t>trend</a:t>
            </a:r>
            <a:r>
              <a:rPr lang="en-US" sz="1200" b="0" i="0" kern="1200" dirty="0" smtClean="0">
                <a:solidFill>
                  <a:schemeClr val="tx1"/>
                </a:solidFill>
                <a:effectLst/>
                <a:latin typeface="+mn-lt"/>
                <a:ea typeface="+mn-ea"/>
                <a:cs typeface="+mn-cs"/>
              </a:rPr>
              <a:t> data. </a:t>
            </a:r>
            <a:r>
              <a:rPr lang="en-US" sz="1200" b="1" i="0" kern="1200" dirty="0" smtClean="0">
                <a:solidFill>
                  <a:schemeClr val="tx1"/>
                </a:solidFill>
                <a:effectLst/>
                <a:latin typeface="+mn-lt"/>
                <a:ea typeface="+mn-ea"/>
                <a:cs typeface="+mn-cs"/>
              </a:rPr>
              <a:t>Trend analysis</a:t>
            </a:r>
            <a:r>
              <a:rPr lang="en-US" sz="1200" b="0" i="0" kern="1200" dirty="0" smtClean="0">
                <a:solidFill>
                  <a:schemeClr val="tx1"/>
                </a:solidFill>
                <a:effectLst/>
                <a:latin typeface="+mn-lt"/>
                <a:ea typeface="+mn-ea"/>
                <a:cs typeface="+mn-cs"/>
              </a:rPr>
              <a:t> is based on the idea that what has happened in the past gives traders an idea of what will happen in the future.</a:t>
            </a:r>
            <a:endParaRPr lang="en-US" sz="1200" b="1"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4CC6A2C-6D46-474D-BCC5-C205DA9DA6A3}" type="slidenum">
              <a:rPr lang="x-none" smtClean="0"/>
              <a:t>28</a:t>
            </a:fld>
            <a:endParaRPr lang="x-none"/>
          </a:p>
        </p:txBody>
      </p:sp>
    </p:spTree>
    <p:extLst>
      <p:ext uri="{BB962C8B-B14F-4D97-AF65-F5344CB8AC3E}">
        <p14:creationId xmlns:p14="http://schemas.microsoft.com/office/powerpoint/2010/main" val="14121208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7ED264D-F1CD-4A0E-86DE-829D531D8CC1}" type="datetimeFigureOut">
              <a:rPr lang="en-US" smtClean="0"/>
              <a:t>12/22/2020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1452378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ED264D-F1CD-4A0E-86DE-829D531D8CC1}" type="datetimeFigureOut">
              <a:rPr lang="en-US" smtClean="0"/>
              <a:t>12/22/2020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21951294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ED264D-F1CD-4A0E-86DE-829D531D8CC1}" type="datetimeFigureOut">
              <a:rPr lang="en-US" smtClean="0"/>
              <a:t>12/22/2020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17303134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7ED264D-F1CD-4A0E-86DE-829D531D8CC1}" type="datetimeFigureOut">
              <a:rPr lang="en-US" smtClean="0"/>
              <a:t>12/22/2020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6849834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7ED264D-F1CD-4A0E-86DE-829D531D8CC1}" type="datetimeFigureOut">
              <a:rPr lang="en-US" smtClean="0"/>
              <a:t>12/22/2020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9456370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7ED264D-F1CD-4A0E-86DE-829D531D8CC1}" type="datetimeFigureOut">
              <a:rPr lang="en-US" smtClean="0"/>
              <a:t>12/22/2020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1685607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ED264D-F1CD-4A0E-86DE-829D531D8CC1}" type="datetimeFigureOut">
              <a:rPr lang="en-US" smtClean="0"/>
              <a:t>12/22/2020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3444612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7ED264D-F1CD-4A0E-86DE-829D531D8CC1}" type="datetimeFigureOut">
              <a:rPr lang="en-US" smtClean="0"/>
              <a:t>12/22/2020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6906984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7ED264D-F1CD-4A0E-86DE-829D531D8CC1}" type="datetimeFigureOut">
              <a:rPr lang="en-US" smtClean="0"/>
              <a:t>12/22/2020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920315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ED264D-F1CD-4A0E-86DE-829D531D8CC1}" type="datetimeFigureOut">
              <a:rPr lang="en-US" smtClean="0"/>
              <a:t>12/22/2020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6115584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ED264D-F1CD-4A0E-86DE-829D531D8CC1}" type="datetimeFigureOut">
              <a:rPr lang="en-US" smtClean="0"/>
              <a:t>12/22/2020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6300288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ED264D-F1CD-4A0E-86DE-829D531D8CC1}" type="datetimeFigureOut">
              <a:rPr lang="en-US" smtClean="0"/>
              <a:t>12/22/2020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F331B4-1EE6-4448-AE73-C8BAED0E2A35}" type="slidenum">
              <a:rPr lang="en-US" smtClean="0"/>
              <a:t>‹#›</a:t>
            </a:fld>
            <a:endParaRPr lang="en-US"/>
          </a:p>
        </p:txBody>
      </p:sp>
    </p:spTree>
    <p:extLst>
      <p:ext uri="{BB962C8B-B14F-4D97-AF65-F5344CB8AC3E}">
        <p14:creationId xmlns:p14="http://schemas.microsoft.com/office/powerpoint/2010/main" val="18084766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18.xml"/><Relationship Id="rId7" Type="http://schemas.microsoft.com/office/2007/relationships/diagramDrawing" Target="../diagrams/drawing18.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18.xml"/><Relationship Id="rId5" Type="http://schemas.openxmlformats.org/officeDocument/2006/relationships/diagramQuickStyle" Target="../diagrams/quickStyle18.xml"/><Relationship Id="rId4" Type="http://schemas.openxmlformats.org/officeDocument/2006/relationships/diagramLayout" Target="../diagrams/layout18.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19.xml"/><Relationship Id="rId7" Type="http://schemas.microsoft.com/office/2007/relationships/diagramDrawing" Target="../diagrams/drawing19.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19.xml"/><Relationship Id="rId5" Type="http://schemas.openxmlformats.org/officeDocument/2006/relationships/diagramQuickStyle" Target="../diagrams/quickStyle19.xml"/><Relationship Id="rId4" Type="http://schemas.openxmlformats.org/officeDocument/2006/relationships/diagramLayout" Target="../diagrams/layout19.xml"/></Relationships>
</file>

<file path=ppt/slides/_rels/slide2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43696" y="748872"/>
            <a:ext cx="9144000" cy="2387600"/>
          </a:xfrm>
        </p:spPr>
        <p:txBody>
          <a:bodyPr/>
          <a:lstStyle/>
          <a:p>
            <a:r>
              <a:rPr lang="en-US" dirty="0"/>
              <a:t>Professional Practices</a:t>
            </a:r>
          </a:p>
        </p:txBody>
      </p:sp>
      <p:sp>
        <p:nvSpPr>
          <p:cNvPr id="3" name="Subtitle 2"/>
          <p:cNvSpPr>
            <a:spLocks noGrp="1"/>
          </p:cNvSpPr>
          <p:nvPr>
            <p:ph type="subTitle" idx="1"/>
          </p:nvPr>
        </p:nvSpPr>
        <p:spPr>
          <a:xfrm>
            <a:off x="1343696" y="3228547"/>
            <a:ext cx="9144000" cy="1655762"/>
          </a:xfrm>
        </p:spPr>
        <p:txBody>
          <a:bodyPr>
            <a:normAutofit/>
          </a:bodyPr>
          <a:lstStyle/>
          <a:p>
            <a:r>
              <a:rPr lang="en-US" sz="5400" dirty="0" smtClean="0"/>
              <a:t>Risk </a:t>
            </a:r>
            <a:r>
              <a:rPr lang="en-US" sz="5400" dirty="0"/>
              <a:t>Management</a:t>
            </a:r>
          </a:p>
          <a:p>
            <a:endParaRPr lang="en-US" dirty="0"/>
          </a:p>
        </p:txBody>
      </p:sp>
      <p:sp>
        <p:nvSpPr>
          <p:cNvPr id="4" name="Rectangle 3"/>
          <p:cNvSpPr/>
          <p:nvPr/>
        </p:nvSpPr>
        <p:spPr>
          <a:xfrm>
            <a:off x="4327301" y="5206281"/>
            <a:ext cx="7426817" cy="1323439"/>
          </a:xfrm>
          <a:prstGeom prst="rect">
            <a:avLst/>
          </a:prstGeom>
        </p:spPr>
        <p:txBody>
          <a:bodyPr wrap="square">
            <a:spAutoFit/>
          </a:bodyPr>
          <a:lstStyle/>
          <a:p>
            <a:pPr algn="just"/>
            <a:r>
              <a:rPr lang="en-US" sz="1600" dirty="0"/>
              <a:t>Some risks that are thought to be unknown, are not unknown. With some foresight and critical thought, some risks that at first glance may seem unforeseen, can in fact be foreseen. Armed with the right set of tools, procedures, knowledge and insight, light can be shed on variables that lead to risk, allowing us to manage them.</a:t>
            </a:r>
            <a:r>
              <a:rPr lang="en-US" sz="1600" i="1" dirty="0"/>
              <a:t> 			</a:t>
            </a:r>
            <a:r>
              <a:rPr lang="en-US" sz="1600" i="1" dirty="0" smtClean="0"/>
              <a:t>				</a:t>
            </a:r>
            <a:r>
              <a:rPr lang="en-US" sz="1600" b="1" i="1" dirty="0" smtClean="0"/>
              <a:t>(</a:t>
            </a:r>
            <a:r>
              <a:rPr lang="en-US" sz="1600" b="1" i="1" dirty="0"/>
              <a:t>Daniel Wagner</a:t>
            </a:r>
            <a:r>
              <a:rPr lang="en-US" sz="1600" b="1" i="1" dirty="0" smtClean="0"/>
              <a:t>)</a:t>
            </a:r>
            <a:endParaRPr lang="en-US" sz="1600" b="1" i="1" dirty="0"/>
          </a:p>
        </p:txBody>
      </p:sp>
    </p:spTree>
    <p:extLst>
      <p:ext uri="{BB962C8B-B14F-4D97-AF65-F5344CB8AC3E}">
        <p14:creationId xmlns:p14="http://schemas.microsoft.com/office/powerpoint/2010/main" val="37348702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bwMode="auto">
          <a:xfrm>
            <a:off x="294312" y="277206"/>
            <a:ext cx="10515600" cy="6995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a:r>
              <a:rPr lang="en-US" dirty="0"/>
              <a:t>Week </a:t>
            </a:r>
            <a:r>
              <a:rPr lang="en-US" dirty="0" smtClean="0"/>
              <a:t>13 Topic: Risk Management</a:t>
            </a:r>
            <a:endParaRPr lang="en-US" dirty="0"/>
          </a:p>
        </p:txBody>
      </p:sp>
      <p:sp>
        <p:nvSpPr>
          <p:cNvPr id="3" name="Content Placeholder 2"/>
          <p:cNvSpPr>
            <a:spLocks noGrp="1"/>
          </p:cNvSpPr>
          <p:nvPr>
            <p:ph idx="1"/>
          </p:nvPr>
        </p:nvSpPr>
        <p:spPr>
          <a:xfrm>
            <a:off x="1052423" y="1104181"/>
            <a:ext cx="10213675" cy="5365629"/>
          </a:xfrm>
        </p:spPr>
        <p:txBody>
          <a:bodyPr>
            <a:normAutofit fontScale="92500" lnSpcReduction="10000"/>
          </a:bodyPr>
          <a:lstStyle/>
          <a:p>
            <a:pPr>
              <a:defRPr/>
            </a:pPr>
            <a:r>
              <a:rPr lang="en-US" sz="3200" dirty="0" smtClean="0"/>
              <a:t>Introduction: </a:t>
            </a:r>
          </a:p>
          <a:p>
            <a:pPr lvl="1">
              <a:defRPr/>
            </a:pPr>
            <a:r>
              <a:rPr lang="en-US" dirty="0" smtClean="0"/>
              <a:t>What is Risk?</a:t>
            </a:r>
          </a:p>
          <a:p>
            <a:pPr lvl="1">
              <a:defRPr/>
            </a:pPr>
            <a:r>
              <a:rPr lang="en-US" dirty="0" smtClean="0"/>
              <a:t>What is Risk Management?</a:t>
            </a:r>
          </a:p>
          <a:p>
            <a:pPr lvl="1">
              <a:defRPr/>
            </a:pPr>
            <a:r>
              <a:rPr lang="en-US" dirty="0" smtClean="0"/>
              <a:t>What is Enterprise Risk Management?</a:t>
            </a:r>
          </a:p>
          <a:p>
            <a:pPr lvl="1">
              <a:defRPr/>
            </a:pPr>
            <a:r>
              <a:rPr lang="en-US" dirty="0" smtClean="0"/>
              <a:t>Why Risk Management is so important?</a:t>
            </a:r>
          </a:p>
          <a:p>
            <a:pPr>
              <a:defRPr/>
            </a:pPr>
            <a:r>
              <a:rPr lang="en-US" sz="3200" dirty="0" smtClean="0"/>
              <a:t>What is Risk Management Process</a:t>
            </a:r>
          </a:p>
          <a:p>
            <a:pPr lvl="1">
              <a:defRPr/>
            </a:pPr>
            <a:r>
              <a:rPr lang="en-US" sz="2800" dirty="0" smtClean="0"/>
              <a:t>Identify the Risk</a:t>
            </a:r>
          </a:p>
          <a:p>
            <a:pPr lvl="1">
              <a:defRPr/>
            </a:pPr>
            <a:r>
              <a:rPr lang="en-US" sz="2800" dirty="0" smtClean="0"/>
              <a:t>Analyze the Risk</a:t>
            </a:r>
          </a:p>
          <a:p>
            <a:pPr lvl="2">
              <a:defRPr/>
            </a:pPr>
            <a:r>
              <a:rPr lang="en-US" sz="2400" dirty="0"/>
              <a:t>Qualitative Risk </a:t>
            </a:r>
            <a:r>
              <a:rPr lang="en-US" sz="2400" dirty="0" smtClean="0"/>
              <a:t>Analysis</a:t>
            </a:r>
          </a:p>
          <a:p>
            <a:pPr lvl="2">
              <a:defRPr/>
            </a:pPr>
            <a:r>
              <a:rPr lang="en-US" sz="2400" dirty="0"/>
              <a:t>Quantitative Risk </a:t>
            </a:r>
            <a:r>
              <a:rPr lang="en-US" sz="2400" dirty="0" smtClean="0"/>
              <a:t>Analysis</a:t>
            </a:r>
          </a:p>
          <a:p>
            <a:pPr lvl="1">
              <a:defRPr/>
            </a:pPr>
            <a:r>
              <a:rPr lang="en-US" sz="2800" dirty="0" smtClean="0"/>
              <a:t>Evaluate the Risk</a:t>
            </a:r>
          </a:p>
          <a:p>
            <a:pPr lvl="1">
              <a:defRPr/>
            </a:pPr>
            <a:r>
              <a:rPr lang="en-US" sz="2800" dirty="0" smtClean="0"/>
              <a:t>Treat the Risk</a:t>
            </a:r>
          </a:p>
          <a:p>
            <a:pPr lvl="1">
              <a:defRPr/>
            </a:pPr>
            <a:r>
              <a:rPr lang="en-US" sz="2800" dirty="0"/>
              <a:t>Monitor and Control </a:t>
            </a:r>
            <a:r>
              <a:rPr lang="en-US" sz="2800" dirty="0" smtClean="0"/>
              <a:t>Risk</a:t>
            </a:r>
          </a:p>
          <a:p>
            <a:pPr>
              <a:defRPr/>
            </a:pPr>
            <a:r>
              <a:rPr lang="en-US" sz="3200" dirty="0"/>
              <a:t>Benefits of Risk Management</a:t>
            </a:r>
          </a:p>
          <a:p>
            <a:pPr>
              <a:defRPr/>
            </a:pPr>
            <a:endParaRPr lang="en-US" dirty="0"/>
          </a:p>
        </p:txBody>
      </p:sp>
    </p:spTree>
    <p:extLst>
      <p:ext uri="{BB962C8B-B14F-4D97-AF65-F5344CB8AC3E}">
        <p14:creationId xmlns:p14="http://schemas.microsoft.com/office/powerpoint/2010/main" val="13820058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2390"/>
            <a:ext cx="10515600" cy="1325563"/>
          </a:xfrm>
        </p:spPr>
        <p:txBody>
          <a:bodyPr/>
          <a:lstStyle/>
          <a:p>
            <a:pPr algn="ctr"/>
            <a:r>
              <a:rPr lang="en-US" dirty="0" smtClean="0"/>
              <a:t>Introduction</a:t>
            </a:r>
            <a:endParaRPr lang="en-US" dirty="0"/>
          </a:p>
        </p:txBody>
      </p:sp>
      <p:sp>
        <p:nvSpPr>
          <p:cNvPr id="3" name="Content Placeholder 2"/>
          <p:cNvSpPr>
            <a:spLocks noGrp="1"/>
          </p:cNvSpPr>
          <p:nvPr>
            <p:ph idx="1"/>
          </p:nvPr>
        </p:nvSpPr>
        <p:spPr/>
        <p:txBody>
          <a:bodyPr>
            <a:normAutofit fontScale="85000" lnSpcReduction="20000"/>
          </a:bodyPr>
          <a:lstStyle/>
          <a:p>
            <a:pPr marL="0" indent="0" algn="just">
              <a:lnSpc>
                <a:spcPct val="150000"/>
              </a:lnSpc>
              <a:buNone/>
            </a:pPr>
            <a:r>
              <a:rPr lang="en-US" b="1" dirty="0">
                <a:solidFill>
                  <a:srgbClr val="0070C0"/>
                </a:solidFill>
              </a:rPr>
              <a:t>What is Risk?</a:t>
            </a:r>
          </a:p>
          <a:p>
            <a:pPr algn="just">
              <a:buFont typeface="Wingdings" panose="05000000000000000000" pitchFamily="2" charset="2"/>
              <a:buChar char="q"/>
            </a:pPr>
            <a:r>
              <a:rPr lang="en-US" dirty="0" smtClean="0"/>
              <a:t>Risk </a:t>
            </a:r>
            <a:r>
              <a:rPr lang="en-US" dirty="0"/>
              <a:t>is an </a:t>
            </a:r>
            <a:r>
              <a:rPr lang="en-US" dirty="0">
                <a:solidFill>
                  <a:srgbClr val="C00000"/>
                </a:solidFill>
              </a:rPr>
              <a:t>uncertain event </a:t>
            </a:r>
            <a:r>
              <a:rPr lang="en-US" dirty="0"/>
              <a:t>that may have a positive or negative impact on the project</a:t>
            </a:r>
            <a:r>
              <a:rPr lang="en-US" dirty="0" smtClean="0"/>
              <a:t>.</a:t>
            </a:r>
          </a:p>
          <a:p>
            <a:pPr algn="just">
              <a:buFont typeface="Wingdings" panose="05000000000000000000" pitchFamily="2" charset="2"/>
              <a:buChar char="q"/>
            </a:pPr>
            <a:r>
              <a:rPr lang="en-US" dirty="0" smtClean="0"/>
              <a:t>However, negative impact always gets more attention because of the consequences related to it.</a:t>
            </a:r>
          </a:p>
          <a:p>
            <a:pPr marL="0" indent="0" algn="just">
              <a:buNone/>
            </a:pPr>
            <a:endParaRPr lang="en-US" dirty="0" smtClean="0"/>
          </a:p>
          <a:p>
            <a:pPr marL="0" indent="0" algn="just">
              <a:buNone/>
            </a:pPr>
            <a:r>
              <a:rPr lang="en-US" b="1" dirty="0" smtClean="0">
                <a:solidFill>
                  <a:srgbClr val="0070C0"/>
                </a:solidFill>
              </a:rPr>
              <a:t>What is Risk Management?</a:t>
            </a:r>
          </a:p>
          <a:p>
            <a:pPr algn="just">
              <a:buFont typeface="Wingdings" panose="05000000000000000000" pitchFamily="2" charset="2"/>
              <a:buChar char="q"/>
            </a:pPr>
            <a:r>
              <a:rPr lang="en-US" dirty="0" smtClean="0"/>
              <a:t>Risk </a:t>
            </a:r>
            <a:r>
              <a:rPr lang="en-US" dirty="0"/>
              <a:t>management is an important business practice that helps businesses identify, evaluate, track, and mitigate the risks present in the business environment. </a:t>
            </a:r>
            <a:endParaRPr lang="en-US" dirty="0" smtClean="0"/>
          </a:p>
          <a:p>
            <a:pPr algn="just">
              <a:buFont typeface="Wingdings" panose="05000000000000000000" pitchFamily="2" charset="2"/>
              <a:buChar char="q"/>
            </a:pPr>
            <a:r>
              <a:rPr lang="en-US" dirty="0" smtClean="0"/>
              <a:t>Risk </a:t>
            </a:r>
            <a:r>
              <a:rPr lang="en-US" dirty="0"/>
              <a:t>management is practiced by the business of all sizes; small businesses do it informally, while enterprises codify it.</a:t>
            </a:r>
            <a:endParaRPr lang="en-US" dirty="0">
              <a:solidFill>
                <a:srgbClr val="00B0F0"/>
              </a:solidFill>
            </a:endParaRPr>
          </a:p>
        </p:txBody>
      </p:sp>
    </p:spTree>
    <p:extLst>
      <p:ext uri="{BB962C8B-B14F-4D97-AF65-F5344CB8AC3E}">
        <p14:creationId xmlns:p14="http://schemas.microsoft.com/office/powerpoint/2010/main" val="13251752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7641"/>
            <a:ext cx="10515600" cy="1325563"/>
          </a:xfrm>
        </p:spPr>
        <p:txBody>
          <a:bodyPr/>
          <a:lstStyle/>
          <a:p>
            <a:pPr algn="ctr"/>
            <a:r>
              <a:rPr lang="en-US" dirty="0"/>
              <a:t>Introduction</a:t>
            </a:r>
            <a:r>
              <a:rPr lang="en-US" b="1" dirty="0" smtClean="0"/>
              <a:t/>
            </a:r>
            <a:br>
              <a:rPr lang="en-US" b="1" dirty="0" smtClean="0"/>
            </a:br>
            <a:endParaRPr lang="en-US" b="1" dirty="0"/>
          </a:p>
        </p:txBody>
      </p:sp>
      <p:sp>
        <p:nvSpPr>
          <p:cNvPr id="3" name="Content Placeholder 2"/>
          <p:cNvSpPr>
            <a:spLocks noGrp="1"/>
          </p:cNvSpPr>
          <p:nvPr>
            <p:ph idx="1"/>
          </p:nvPr>
        </p:nvSpPr>
        <p:spPr/>
        <p:txBody>
          <a:bodyPr>
            <a:normAutofit/>
          </a:bodyPr>
          <a:lstStyle/>
          <a:p>
            <a:pPr marL="0" indent="0">
              <a:buNone/>
            </a:pPr>
            <a:r>
              <a:rPr lang="en-US" sz="2600" b="1" dirty="0">
                <a:solidFill>
                  <a:srgbClr val="0070C0"/>
                </a:solidFill>
              </a:rPr>
              <a:t>What is Enterprise Risk Management?</a:t>
            </a:r>
          </a:p>
          <a:p>
            <a:pPr>
              <a:buFont typeface="Wingdings" panose="05000000000000000000" pitchFamily="2" charset="2"/>
              <a:buChar char="q"/>
            </a:pPr>
            <a:r>
              <a:rPr lang="en-US" dirty="0" smtClean="0"/>
              <a:t>Enterprise </a:t>
            </a:r>
            <a:r>
              <a:rPr lang="en-US" dirty="0"/>
              <a:t>risk </a:t>
            </a:r>
            <a:r>
              <a:rPr lang="en-US" dirty="0" smtClean="0"/>
              <a:t>management (ERM) </a:t>
            </a:r>
            <a:r>
              <a:rPr lang="en-US" dirty="0"/>
              <a:t>is a domain of governance that deals with the operational, environmental, financial, regulatory, market, and other risks that affect the outlook and planning of large enterprises. </a:t>
            </a:r>
            <a:endParaRPr lang="en-US" dirty="0" smtClean="0"/>
          </a:p>
          <a:p>
            <a:pPr>
              <a:buFont typeface="Wingdings" panose="05000000000000000000" pitchFamily="2" charset="2"/>
              <a:buChar char="q"/>
            </a:pPr>
            <a:r>
              <a:rPr lang="en-US" dirty="0" smtClean="0"/>
              <a:t>Businesses </a:t>
            </a:r>
            <a:r>
              <a:rPr lang="en-US" dirty="0"/>
              <a:t>prefer to use </a:t>
            </a:r>
            <a:r>
              <a:rPr lang="en-US" dirty="0">
                <a:solidFill>
                  <a:srgbClr val="C00000"/>
                </a:solidFill>
              </a:rPr>
              <a:t>ERM software solutions </a:t>
            </a:r>
            <a:r>
              <a:rPr lang="en-US" dirty="0"/>
              <a:t>to streamline risk </a:t>
            </a:r>
            <a:r>
              <a:rPr lang="en-US" dirty="0" smtClean="0"/>
              <a:t>management </a:t>
            </a:r>
            <a:r>
              <a:rPr lang="en-US" dirty="0"/>
              <a:t>like </a:t>
            </a:r>
            <a:r>
              <a:rPr lang="en-US" dirty="0" err="1" smtClean="0"/>
              <a:t>LogicManager</a:t>
            </a:r>
            <a:r>
              <a:rPr lang="en-US" dirty="0"/>
              <a:t>, </a:t>
            </a:r>
            <a:r>
              <a:rPr lang="en-US" dirty="0" err="1"/>
              <a:t>Protecht.ERM</a:t>
            </a:r>
            <a:r>
              <a:rPr lang="en-US" dirty="0"/>
              <a:t>, Enterprise Risk Management </a:t>
            </a:r>
            <a:r>
              <a:rPr lang="en-US" dirty="0" smtClean="0"/>
              <a:t>App</a:t>
            </a:r>
            <a:r>
              <a:rPr lang="en-US" dirty="0"/>
              <a:t> </a:t>
            </a:r>
            <a:r>
              <a:rPr lang="en-US" dirty="0" smtClean="0"/>
              <a:t>etc.</a:t>
            </a:r>
            <a:endParaRPr lang="en-US" dirty="0"/>
          </a:p>
        </p:txBody>
      </p:sp>
    </p:spTree>
    <p:extLst>
      <p:ext uri="{BB962C8B-B14F-4D97-AF65-F5344CB8AC3E}">
        <p14:creationId xmlns:p14="http://schemas.microsoft.com/office/powerpoint/2010/main" val="25102170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8647"/>
            <a:ext cx="10515600" cy="1325563"/>
          </a:xfrm>
        </p:spPr>
        <p:txBody>
          <a:bodyPr/>
          <a:lstStyle/>
          <a:p>
            <a:pPr algn="ctr"/>
            <a:r>
              <a:rPr lang="en-US" dirty="0" smtClean="0"/>
              <a:t>Introduction</a:t>
            </a:r>
            <a:endParaRPr lang="en-US" dirty="0"/>
          </a:p>
        </p:txBody>
      </p:sp>
      <p:sp>
        <p:nvSpPr>
          <p:cNvPr id="3" name="Content Placeholder 2"/>
          <p:cNvSpPr>
            <a:spLocks noGrp="1"/>
          </p:cNvSpPr>
          <p:nvPr>
            <p:ph idx="1"/>
          </p:nvPr>
        </p:nvSpPr>
        <p:spPr>
          <a:xfrm>
            <a:off x="838200" y="1484210"/>
            <a:ext cx="10515600" cy="4933843"/>
          </a:xfrm>
        </p:spPr>
        <p:txBody>
          <a:bodyPr>
            <a:normAutofit/>
          </a:bodyPr>
          <a:lstStyle/>
          <a:p>
            <a:pPr marL="0" indent="0">
              <a:lnSpc>
                <a:spcPct val="150000"/>
              </a:lnSpc>
              <a:buNone/>
            </a:pPr>
            <a:r>
              <a:rPr lang="en-US" b="1" dirty="0">
                <a:solidFill>
                  <a:srgbClr val="0070C0"/>
                </a:solidFill>
              </a:rPr>
              <a:t>Why </a:t>
            </a:r>
            <a:r>
              <a:rPr lang="en-US" b="1" dirty="0" smtClean="0">
                <a:solidFill>
                  <a:srgbClr val="0070C0"/>
                </a:solidFill>
              </a:rPr>
              <a:t>does Risk </a:t>
            </a:r>
            <a:r>
              <a:rPr lang="en-US" b="1" dirty="0">
                <a:solidFill>
                  <a:srgbClr val="0070C0"/>
                </a:solidFill>
              </a:rPr>
              <a:t>Management </a:t>
            </a:r>
            <a:r>
              <a:rPr lang="en-US" b="1" dirty="0" smtClean="0">
                <a:solidFill>
                  <a:srgbClr val="0070C0"/>
                </a:solidFill>
              </a:rPr>
              <a:t>has such importance?</a:t>
            </a:r>
            <a:endParaRPr lang="en-US" b="1" dirty="0">
              <a:solidFill>
                <a:srgbClr val="0070C0"/>
              </a:solidFill>
            </a:endParaRPr>
          </a:p>
          <a:p>
            <a:pPr algn="just">
              <a:buFont typeface="Wingdings" panose="05000000000000000000" pitchFamily="2" charset="2"/>
              <a:buChar char="q"/>
            </a:pPr>
            <a:r>
              <a:rPr lang="en-US" dirty="0" smtClean="0"/>
              <a:t>Risks can affect a project from many aspects, for instance:</a:t>
            </a:r>
          </a:p>
          <a:p>
            <a:pPr lvl="1" algn="just">
              <a:buFont typeface="Courier New" panose="02070309020205020404" pitchFamily="49" charset="0"/>
              <a:buChar char="o"/>
            </a:pPr>
            <a:r>
              <a:rPr lang="en-US" dirty="0" smtClean="0"/>
              <a:t> the budget of a project, </a:t>
            </a:r>
          </a:p>
          <a:p>
            <a:pPr lvl="1" algn="just">
              <a:buFont typeface="Courier New" panose="02070309020205020404" pitchFamily="49" charset="0"/>
              <a:buChar char="o"/>
            </a:pPr>
            <a:r>
              <a:rPr lang="en-US" dirty="0" smtClean="0"/>
              <a:t>planned schedule to meet its deadline, </a:t>
            </a:r>
          </a:p>
          <a:p>
            <a:pPr lvl="1" algn="just">
              <a:buFont typeface="Courier New" panose="02070309020205020404" pitchFamily="49" charset="0"/>
              <a:buChar char="o"/>
            </a:pPr>
            <a:r>
              <a:rPr lang="en-US" dirty="0" smtClean="0"/>
              <a:t>scope and agreed level </a:t>
            </a:r>
            <a:r>
              <a:rPr lang="en-US" dirty="0"/>
              <a:t>of </a:t>
            </a:r>
            <a:r>
              <a:rPr lang="en-US" dirty="0" smtClean="0"/>
              <a:t>quality of final product.</a:t>
            </a:r>
          </a:p>
          <a:p>
            <a:pPr algn="just">
              <a:buFont typeface="Wingdings" panose="05000000000000000000" pitchFamily="2" charset="2"/>
              <a:buChar char="q"/>
            </a:pPr>
            <a:r>
              <a:rPr lang="en-US" dirty="0"/>
              <a:t>Risk management is important because it tells businesses about the threats in their operating environment and allows them to preemptively mitigate risks. </a:t>
            </a:r>
            <a:endParaRPr lang="en-US" dirty="0" smtClean="0"/>
          </a:p>
          <a:p>
            <a:pPr algn="just">
              <a:buFont typeface="Wingdings" panose="05000000000000000000" pitchFamily="2" charset="2"/>
              <a:buChar char="q"/>
            </a:pPr>
            <a:r>
              <a:rPr lang="en-US" dirty="0" smtClean="0"/>
              <a:t>In </a:t>
            </a:r>
            <a:r>
              <a:rPr lang="en-US" dirty="0"/>
              <a:t>the absence of risk management, businesses would face heavy losses because they would be blindsided by risks. </a:t>
            </a:r>
            <a:endParaRPr lang="en-US" dirty="0" smtClean="0"/>
          </a:p>
        </p:txBody>
      </p:sp>
    </p:spTree>
    <p:extLst>
      <p:ext uri="{BB962C8B-B14F-4D97-AF65-F5344CB8AC3E}">
        <p14:creationId xmlns:p14="http://schemas.microsoft.com/office/powerpoint/2010/main" val="39355950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8647"/>
            <a:ext cx="10515600" cy="1325563"/>
          </a:xfrm>
        </p:spPr>
        <p:txBody>
          <a:bodyPr/>
          <a:lstStyle/>
          <a:p>
            <a:pPr algn="ctr"/>
            <a:r>
              <a:rPr lang="en-US" dirty="0" smtClean="0"/>
              <a:t>Introduction</a:t>
            </a:r>
            <a:endParaRPr lang="en-US" dirty="0"/>
          </a:p>
        </p:txBody>
      </p:sp>
      <p:sp>
        <p:nvSpPr>
          <p:cNvPr id="3" name="Content Placeholder 2"/>
          <p:cNvSpPr>
            <a:spLocks noGrp="1"/>
          </p:cNvSpPr>
          <p:nvPr>
            <p:ph idx="1"/>
          </p:nvPr>
        </p:nvSpPr>
        <p:spPr>
          <a:xfrm>
            <a:off x="838200" y="1484210"/>
            <a:ext cx="10515600" cy="4933843"/>
          </a:xfrm>
        </p:spPr>
        <p:txBody>
          <a:bodyPr>
            <a:normAutofit/>
          </a:bodyPr>
          <a:lstStyle/>
          <a:p>
            <a:pPr marL="0" indent="0">
              <a:lnSpc>
                <a:spcPct val="150000"/>
              </a:lnSpc>
              <a:buNone/>
            </a:pPr>
            <a:r>
              <a:rPr lang="en-US" b="1" dirty="0">
                <a:solidFill>
                  <a:srgbClr val="0070C0"/>
                </a:solidFill>
              </a:rPr>
              <a:t>Why </a:t>
            </a:r>
            <a:r>
              <a:rPr lang="en-US" b="1" dirty="0" smtClean="0">
                <a:solidFill>
                  <a:srgbClr val="0070C0"/>
                </a:solidFill>
              </a:rPr>
              <a:t>does Risk </a:t>
            </a:r>
            <a:r>
              <a:rPr lang="en-US" b="1" dirty="0">
                <a:solidFill>
                  <a:srgbClr val="0070C0"/>
                </a:solidFill>
              </a:rPr>
              <a:t>Management </a:t>
            </a:r>
            <a:r>
              <a:rPr lang="en-US" b="1" dirty="0" smtClean="0">
                <a:solidFill>
                  <a:srgbClr val="0070C0"/>
                </a:solidFill>
              </a:rPr>
              <a:t>has such importance?</a:t>
            </a:r>
            <a:endParaRPr lang="en-US" b="1" dirty="0">
              <a:solidFill>
                <a:srgbClr val="0070C0"/>
              </a:solidFill>
            </a:endParaRPr>
          </a:p>
          <a:p>
            <a:pPr>
              <a:buFont typeface="Wingdings" panose="05000000000000000000" pitchFamily="2" charset="2"/>
              <a:buChar char="q"/>
            </a:pPr>
            <a:r>
              <a:rPr lang="en-US" dirty="0" smtClean="0"/>
              <a:t>As there are two kinds of risks, that is, positive events and negative events. </a:t>
            </a:r>
          </a:p>
          <a:p>
            <a:pPr>
              <a:buFont typeface="Wingdings" panose="05000000000000000000" pitchFamily="2" charset="2"/>
              <a:buChar char="q"/>
            </a:pPr>
            <a:r>
              <a:rPr lang="en-US" dirty="0" smtClean="0"/>
              <a:t>Normally businesses are required to focus on both ways while performing Risk management i.e.</a:t>
            </a:r>
          </a:p>
          <a:p>
            <a:pPr marL="1028700" lvl="1" indent="-571500">
              <a:buFont typeface="+mj-lt"/>
              <a:buAutoNum type="romanLcPeriod"/>
            </a:pPr>
            <a:r>
              <a:rPr lang="en-US" dirty="0" smtClean="0"/>
              <a:t>Increase probability of occurrence of positive events.</a:t>
            </a:r>
          </a:p>
          <a:p>
            <a:pPr marL="1028700" lvl="1" indent="-571500">
              <a:buFont typeface="+mj-lt"/>
              <a:buAutoNum type="romanLcPeriod"/>
            </a:pPr>
            <a:r>
              <a:rPr lang="en-US" dirty="0" smtClean="0"/>
              <a:t>Decrease probability of occurrence </a:t>
            </a:r>
            <a:r>
              <a:rPr lang="en-US" dirty="0"/>
              <a:t>of negative </a:t>
            </a:r>
            <a:r>
              <a:rPr lang="en-US" dirty="0" smtClean="0"/>
              <a:t>events.</a:t>
            </a:r>
            <a:endParaRPr lang="en-US" dirty="0"/>
          </a:p>
        </p:txBody>
      </p:sp>
    </p:spTree>
    <p:extLst>
      <p:ext uri="{BB962C8B-B14F-4D97-AF65-F5344CB8AC3E}">
        <p14:creationId xmlns:p14="http://schemas.microsoft.com/office/powerpoint/2010/main" val="29261832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bwMode="auto">
          <a:xfrm>
            <a:off x="838200" y="365126"/>
            <a:ext cx="10515600" cy="89611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a:r>
              <a:rPr lang="en-US" dirty="0"/>
              <a:t>Introduction</a:t>
            </a:r>
            <a:endParaRPr lang="en-US" dirty="0" smtClean="0">
              <a:solidFill>
                <a:srgbClr val="FF0000"/>
              </a:solidFill>
            </a:endParaRPr>
          </a:p>
        </p:txBody>
      </p:sp>
      <p:pic>
        <p:nvPicPr>
          <p:cNvPr id="409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3750" y="2011964"/>
            <a:ext cx="8064500" cy="3816350"/>
          </a:xfrm>
          <a:prstGeom prst="rect">
            <a:avLst/>
          </a:prstGeom>
          <a:noFill/>
          <a:ln w="9525">
            <a:solidFill>
              <a:srgbClr val="4F81BD"/>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852285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7641"/>
            <a:ext cx="10515600" cy="1325563"/>
          </a:xfrm>
        </p:spPr>
        <p:txBody>
          <a:bodyPr/>
          <a:lstStyle/>
          <a:p>
            <a:pPr algn="ctr"/>
            <a:r>
              <a:rPr lang="en-US" b="1" dirty="0"/>
              <a:t>Risk Management Process</a:t>
            </a:r>
          </a:p>
        </p:txBody>
      </p:sp>
      <p:sp>
        <p:nvSpPr>
          <p:cNvPr id="3" name="Content Placeholder 2"/>
          <p:cNvSpPr>
            <a:spLocks noGrp="1"/>
          </p:cNvSpPr>
          <p:nvPr>
            <p:ph idx="1"/>
          </p:nvPr>
        </p:nvSpPr>
        <p:spPr>
          <a:xfrm>
            <a:off x="838200" y="1825625"/>
            <a:ext cx="6049297" cy="4351338"/>
          </a:xfrm>
        </p:spPr>
        <p:txBody>
          <a:bodyPr>
            <a:normAutofit/>
          </a:bodyPr>
          <a:lstStyle/>
          <a:p>
            <a:pPr marL="514350" indent="-514350">
              <a:buFont typeface="+mj-lt"/>
              <a:buAutoNum type="arabicPeriod"/>
            </a:pPr>
            <a:r>
              <a:rPr lang="en-US" dirty="0"/>
              <a:t>Identify the </a:t>
            </a:r>
            <a:r>
              <a:rPr lang="en-US" dirty="0" smtClean="0"/>
              <a:t>Risk</a:t>
            </a:r>
          </a:p>
          <a:p>
            <a:pPr marL="514350" indent="-514350">
              <a:buFont typeface="+mj-lt"/>
              <a:buAutoNum type="arabicPeriod"/>
            </a:pPr>
            <a:r>
              <a:rPr lang="en-US" dirty="0"/>
              <a:t>Analyze the Risk</a:t>
            </a:r>
          </a:p>
          <a:p>
            <a:pPr marL="514350" indent="-514350">
              <a:buFont typeface="+mj-lt"/>
              <a:buAutoNum type="arabicPeriod"/>
            </a:pPr>
            <a:r>
              <a:rPr lang="en-US" dirty="0"/>
              <a:t>Evaluate </a:t>
            </a:r>
            <a:r>
              <a:rPr lang="en-US" dirty="0" smtClean="0"/>
              <a:t>and Rank the </a:t>
            </a:r>
            <a:r>
              <a:rPr lang="en-US" dirty="0"/>
              <a:t>Risk</a:t>
            </a:r>
          </a:p>
          <a:p>
            <a:pPr marL="514350" indent="-514350">
              <a:buFont typeface="+mj-lt"/>
              <a:buAutoNum type="arabicPeriod"/>
            </a:pPr>
            <a:r>
              <a:rPr lang="en-US" dirty="0"/>
              <a:t>Treat the Risk</a:t>
            </a:r>
          </a:p>
          <a:p>
            <a:pPr marL="514350" indent="-514350">
              <a:buFont typeface="+mj-lt"/>
              <a:buAutoNum type="arabicPeriod"/>
            </a:pPr>
            <a:r>
              <a:rPr lang="en-US" dirty="0"/>
              <a:t>Monitor and Review the </a:t>
            </a:r>
            <a:r>
              <a:rPr lang="en-US" dirty="0" smtClean="0"/>
              <a:t>Risk</a:t>
            </a:r>
            <a:endParaRPr lang="en-US" dirty="0"/>
          </a:p>
        </p:txBody>
      </p:sp>
      <p:graphicFrame>
        <p:nvGraphicFramePr>
          <p:cNvPr id="5" name="Diagram 4"/>
          <p:cNvGraphicFramePr/>
          <p:nvPr>
            <p:extLst>
              <p:ext uri="{D42A27DB-BD31-4B8C-83A1-F6EECF244321}">
                <p14:modId xmlns:p14="http://schemas.microsoft.com/office/powerpoint/2010/main" val="602637527"/>
              </p:ext>
            </p:extLst>
          </p:nvPr>
        </p:nvGraphicFramePr>
        <p:xfrm>
          <a:off x="6887497" y="1356133"/>
          <a:ext cx="4466304" cy="52806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023748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90000"/>
          </a:bodyPr>
          <a:lstStyle/>
          <a:p>
            <a:r>
              <a:rPr lang="en-US" smtClean="0">
                <a:solidFill>
                  <a:srgbClr val="FF0000"/>
                </a:solidFill>
              </a:rPr>
              <a:t>Risk Identification</a:t>
            </a:r>
            <a:r>
              <a:rPr lang="en-US" smtClean="0"/>
              <a:t/>
            </a:r>
            <a:br>
              <a:rPr lang="en-US" smtClean="0"/>
            </a:br>
            <a:r>
              <a:rPr lang="en-US" b="1" smtClean="0"/>
              <a:t/>
            </a:r>
            <a:br>
              <a:rPr lang="en-US" b="1" smtClean="0"/>
            </a:br>
            <a:endParaRPr lang="en-US" smtClean="0"/>
          </a:p>
        </p:txBody>
      </p:sp>
      <p:sp>
        <p:nvSpPr>
          <p:cNvPr id="3" name="Content Placeholder 2"/>
          <p:cNvSpPr>
            <a:spLocks noGrp="1"/>
          </p:cNvSpPr>
          <p:nvPr>
            <p:ph idx="1"/>
          </p:nvPr>
        </p:nvSpPr>
        <p:spPr>
          <a:xfrm>
            <a:off x="1981200" y="1052514"/>
            <a:ext cx="8229600" cy="4421187"/>
          </a:xfrm>
        </p:spPr>
        <p:txBody>
          <a:bodyPr/>
          <a:lstStyle/>
          <a:p>
            <a:pPr>
              <a:defRPr/>
            </a:pPr>
            <a:r>
              <a:rPr lang="en-US" dirty="0" smtClean="0">
                <a:latin typeface="Times New Roman" pitchFamily="18" charset="0"/>
                <a:cs typeface="Times New Roman" pitchFamily="18" charset="0"/>
              </a:rPr>
              <a:t>Assets</a:t>
            </a:r>
          </a:p>
          <a:p>
            <a:pPr>
              <a:defRPr/>
            </a:pPr>
            <a:r>
              <a:rPr lang="en-US" dirty="0" smtClean="0">
                <a:latin typeface="Times New Roman" pitchFamily="18" charset="0"/>
                <a:cs typeface="Times New Roman" pitchFamily="18" charset="0"/>
              </a:rPr>
              <a:t>Threats</a:t>
            </a:r>
          </a:p>
          <a:p>
            <a:pPr lvl="1">
              <a:defRPr/>
            </a:pPr>
            <a:r>
              <a:rPr lang="en-US" dirty="0" smtClean="0">
                <a:latin typeface="Times New Roman" pitchFamily="18" charset="0"/>
                <a:cs typeface="Times New Roman" pitchFamily="18" charset="0"/>
              </a:rPr>
              <a:t>Threat-sources: man-made, natural</a:t>
            </a:r>
          </a:p>
          <a:p>
            <a:pPr>
              <a:defRPr/>
            </a:pPr>
            <a:r>
              <a:rPr lang="en-US" dirty="0" smtClean="0">
                <a:latin typeface="Times New Roman" pitchFamily="18" charset="0"/>
                <a:cs typeface="Times New Roman" pitchFamily="18" charset="0"/>
              </a:rPr>
              <a:t>Vulnerabilities</a:t>
            </a:r>
          </a:p>
          <a:p>
            <a:pPr lvl="1">
              <a:defRPr/>
            </a:pPr>
            <a:r>
              <a:rPr lang="en-US" dirty="0" smtClean="0">
                <a:latin typeface="Times New Roman" pitchFamily="18" charset="0"/>
                <a:cs typeface="Times New Roman" pitchFamily="18" charset="0"/>
              </a:rPr>
              <a:t>Weakness</a:t>
            </a:r>
          </a:p>
          <a:p>
            <a:pPr>
              <a:defRPr/>
            </a:pPr>
            <a:r>
              <a:rPr lang="en-US" dirty="0" smtClean="0">
                <a:latin typeface="Times New Roman" pitchFamily="18" charset="0"/>
                <a:cs typeface="Times New Roman" pitchFamily="18" charset="0"/>
              </a:rPr>
              <a:t>Controls</a:t>
            </a:r>
          </a:p>
          <a:p>
            <a:pPr lvl="1">
              <a:defRPr/>
            </a:pPr>
            <a:r>
              <a:rPr lang="en-US" dirty="0" smtClean="0">
                <a:latin typeface="Times New Roman" pitchFamily="18" charset="0"/>
                <a:cs typeface="Times New Roman" pitchFamily="18" charset="0"/>
              </a:rPr>
              <a:t>Safeguard </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89052612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7641"/>
            <a:ext cx="10515600" cy="1325563"/>
          </a:xfrm>
        </p:spPr>
        <p:txBody>
          <a:bodyPr/>
          <a:lstStyle/>
          <a:p>
            <a:pPr algn="ctr"/>
            <a:r>
              <a:rPr lang="en-US" b="1" dirty="0"/>
              <a:t>Risk Management Process</a:t>
            </a:r>
          </a:p>
        </p:txBody>
      </p:sp>
      <p:sp>
        <p:nvSpPr>
          <p:cNvPr id="3" name="Content Placeholder 2"/>
          <p:cNvSpPr>
            <a:spLocks noGrp="1"/>
          </p:cNvSpPr>
          <p:nvPr>
            <p:ph idx="1"/>
          </p:nvPr>
        </p:nvSpPr>
        <p:spPr>
          <a:xfrm>
            <a:off x="838200" y="1825625"/>
            <a:ext cx="8495581" cy="4351338"/>
          </a:xfrm>
        </p:spPr>
        <p:txBody>
          <a:bodyPr>
            <a:normAutofit/>
          </a:bodyPr>
          <a:lstStyle/>
          <a:p>
            <a:pPr marL="0" indent="0">
              <a:buNone/>
            </a:pPr>
            <a:r>
              <a:rPr lang="en-US" b="1" dirty="0" smtClean="0">
                <a:solidFill>
                  <a:srgbClr val="FFC000"/>
                </a:solidFill>
              </a:rPr>
              <a:t>1) Identify </a:t>
            </a:r>
            <a:r>
              <a:rPr lang="en-US" b="1" dirty="0">
                <a:solidFill>
                  <a:srgbClr val="FFC000"/>
                </a:solidFill>
              </a:rPr>
              <a:t>the </a:t>
            </a:r>
            <a:r>
              <a:rPr lang="en-US" b="1" dirty="0" smtClean="0">
                <a:solidFill>
                  <a:srgbClr val="FFC000"/>
                </a:solidFill>
              </a:rPr>
              <a:t>Risk:</a:t>
            </a:r>
          </a:p>
          <a:p>
            <a:pPr>
              <a:buFont typeface="Wingdings" panose="05000000000000000000" pitchFamily="2" charset="2"/>
              <a:buChar char="Ø"/>
            </a:pPr>
            <a:r>
              <a:rPr lang="en-US" dirty="0" smtClean="0"/>
              <a:t>An important question while performing the Risk Management is, “what risk(s) </a:t>
            </a:r>
            <a:r>
              <a:rPr lang="en-US" dirty="0"/>
              <a:t>has more probability of affecting the </a:t>
            </a:r>
            <a:r>
              <a:rPr lang="en-US" dirty="0" smtClean="0"/>
              <a:t>project”?</a:t>
            </a:r>
            <a:endParaRPr lang="en-US" dirty="0"/>
          </a:p>
          <a:p>
            <a:pPr>
              <a:buFont typeface="Wingdings" panose="05000000000000000000" pitchFamily="2" charset="2"/>
              <a:buChar char="Ø"/>
            </a:pPr>
            <a:r>
              <a:rPr lang="en-US" dirty="0" smtClean="0"/>
              <a:t>Various methods are used for the sake of identifying the risks.</a:t>
            </a:r>
          </a:p>
        </p:txBody>
      </p:sp>
      <p:graphicFrame>
        <p:nvGraphicFramePr>
          <p:cNvPr id="5" name="Diagram 4"/>
          <p:cNvGraphicFramePr/>
          <p:nvPr>
            <p:extLst>
              <p:ext uri="{D42A27DB-BD31-4B8C-83A1-F6EECF244321}">
                <p14:modId xmlns:p14="http://schemas.microsoft.com/office/powerpoint/2010/main" val="3320445729"/>
              </p:ext>
            </p:extLst>
          </p:nvPr>
        </p:nvGraphicFramePr>
        <p:xfrm>
          <a:off x="9333781" y="3536830"/>
          <a:ext cx="2654201" cy="31294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125549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7641"/>
            <a:ext cx="10515600" cy="1325563"/>
          </a:xfrm>
        </p:spPr>
        <p:txBody>
          <a:bodyPr/>
          <a:lstStyle/>
          <a:p>
            <a:pPr algn="ctr"/>
            <a:r>
              <a:rPr lang="en-US" b="1" dirty="0"/>
              <a:t>Risk Management Process</a:t>
            </a:r>
          </a:p>
        </p:txBody>
      </p:sp>
      <p:sp>
        <p:nvSpPr>
          <p:cNvPr id="3" name="Content Placeholder 2"/>
          <p:cNvSpPr>
            <a:spLocks noGrp="1"/>
          </p:cNvSpPr>
          <p:nvPr>
            <p:ph idx="1"/>
          </p:nvPr>
        </p:nvSpPr>
        <p:spPr>
          <a:xfrm>
            <a:off x="838200" y="1825625"/>
            <a:ext cx="8495581" cy="4351338"/>
          </a:xfrm>
        </p:spPr>
        <p:txBody>
          <a:bodyPr>
            <a:normAutofit/>
          </a:bodyPr>
          <a:lstStyle/>
          <a:p>
            <a:pPr marL="0" indent="0">
              <a:buNone/>
            </a:pPr>
            <a:r>
              <a:rPr lang="en-US" b="1" dirty="0" smtClean="0">
                <a:solidFill>
                  <a:srgbClr val="FFC000"/>
                </a:solidFill>
              </a:rPr>
              <a:t>1) Identify </a:t>
            </a:r>
            <a:r>
              <a:rPr lang="en-US" b="1" dirty="0">
                <a:solidFill>
                  <a:srgbClr val="FFC000"/>
                </a:solidFill>
              </a:rPr>
              <a:t>the </a:t>
            </a:r>
            <a:r>
              <a:rPr lang="en-US" b="1" dirty="0" smtClean="0">
                <a:solidFill>
                  <a:srgbClr val="FFC000"/>
                </a:solidFill>
              </a:rPr>
              <a:t>Risk:</a:t>
            </a:r>
          </a:p>
          <a:p>
            <a:pPr marL="0" indent="0" algn="ctr">
              <a:buNone/>
            </a:pPr>
            <a:r>
              <a:rPr lang="en-US" b="1" dirty="0" smtClean="0"/>
              <a:t>SWOT Analysis</a:t>
            </a:r>
          </a:p>
          <a:p>
            <a:pPr algn="just">
              <a:buFont typeface="Wingdings" panose="05000000000000000000" pitchFamily="2" charset="2"/>
              <a:buChar char="q"/>
            </a:pPr>
            <a:r>
              <a:rPr lang="en-US" dirty="0" smtClean="0"/>
              <a:t>A </a:t>
            </a:r>
            <a:r>
              <a:rPr lang="en-US" dirty="0"/>
              <a:t>SWOT analysis is a compilation of your company's </a:t>
            </a:r>
            <a:r>
              <a:rPr lang="en-US" b="1" dirty="0"/>
              <a:t>strengths</a:t>
            </a:r>
            <a:r>
              <a:rPr lang="en-US" dirty="0"/>
              <a:t>, </a:t>
            </a:r>
            <a:r>
              <a:rPr lang="en-US" b="1" dirty="0"/>
              <a:t>weaknesses</a:t>
            </a:r>
            <a:r>
              <a:rPr lang="en-US" dirty="0"/>
              <a:t>, </a:t>
            </a:r>
            <a:r>
              <a:rPr lang="en-US" b="1" dirty="0"/>
              <a:t>opportunities</a:t>
            </a:r>
            <a:r>
              <a:rPr lang="en-US" dirty="0"/>
              <a:t> and </a:t>
            </a:r>
            <a:r>
              <a:rPr lang="en-US" b="1" dirty="0">
                <a:solidFill>
                  <a:srgbClr val="C00000"/>
                </a:solidFill>
              </a:rPr>
              <a:t>threats</a:t>
            </a:r>
            <a:r>
              <a:rPr lang="en-US" dirty="0"/>
              <a:t>. </a:t>
            </a:r>
            <a:endParaRPr lang="en-US" dirty="0" smtClean="0"/>
          </a:p>
          <a:p>
            <a:pPr algn="just">
              <a:buFont typeface="Wingdings" panose="05000000000000000000" pitchFamily="2" charset="2"/>
              <a:buChar char="q"/>
            </a:pPr>
            <a:r>
              <a:rPr lang="en-US" dirty="0" smtClean="0"/>
              <a:t>The </a:t>
            </a:r>
            <a:r>
              <a:rPr lang="en-US" dirty="0"/>
              <a:t>primary objective of a SWOT analysis is to help organizations develop a full awareness of all the factors involved in making a business decision.</a:t>
            </a:r>
          </a:p>
          <a:p>
            <a:pPr marL="514350" indent="-514350">
              <a:buFont typeface="+mj-lt"/>
              <a:buAutoNum type="arabicPeriod"/>
            </a:pPr>
            <a:endParaRPr lang="en-US" dirty="0"/>
          </a:p>
        </p:txBody>
      </p:sp>
      <p:graphicFrame>
        <p:nvGraphicFramePr>
          <p:cNvPr id="5" name="Diagram 4"/>
          <p:cNvGraphicFramePr/>
          <p:nvPr>
            <p:extLst>
              <p:ext uri="{D42A27DB-BD31-4B8C-83A1-F6EECF244321}">
                <p14:modId xmlns:p14="http://schemas.microsoft.com/office/powerpoint/2010/main" val="3320445729"/>
              </p:ext>
            </p:extLst>
          </p:nvPr>
        </p:nvGraphicFramePr>
        <p:xfrm>
          <a:off x="9333781" y="3536830"/>
          <a:ext cx="2654201" cy="31294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883636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7641"/>
            <a:ext cx="10515600" cy="1325563"/>
          </a:xfrm>
        </p:spPr>
        <p:txBody>
          <a:bodyPr/>
          <a:lstStyle/>
          <a:p>
            <a:pPr algn="ctr"/>
            <a:r>
              <a:rPr lang="en-US" b="1" dirty="0"/>
              <a:t>Risk Management Process</a:t>
            </a:r>
          </a:p>
        </p:txBody>
      </p:sp>
      <p:sp>
        <p:nvSpPr>
          <p:cNvPr id="3" name="Content Placeholder 2"/>
          <p:cNvSpPr>
            <a:spLocks noGrp="1"/>
          </p:cNvSpPr>
          <p:nvPr>
            <p:ph idx="1"/>
          </p:nvPr>
        </p:nvSpPr>
        <p:spPr>
          <a:xfrm>
            <a:off x="838200" y="1825625"/>
            <a:ext cx="8771627" cy="4351338"/>
          </a:xfrm>
        </p:spPr>
        <p:txBody>
          <a:bodyPr>
            <a:normAutofit/>
          </a:bodyPr>
          <a:lstStyle/>
          <a:p>
            <a:pPr marL="0" indent="0">
              <a:buNone/>
            </a:pPr>
            <a:r>
              <a:rPr lang="en-US" b="1" dirty="0" smtClean="0">
                <a:solidFill>
                  <a:srgbClr val="FFC000"/>
                </a:solidFill>
              </a:rPr>
              <a:t>1) Identify </a:t>
            </a:r>
            <a:r>
              <a:rPr lang="en-US" b="1" dirty="0">
                <a:solidFill>
                  <a:srgbClr val="FFC000"/>
                </a:solidFill>
              </a:rPr>
              <a:t>the </a:t>
            </a:r>
            <a:r>
              <a:rPr lang="en-US" b="1" dirty="0" smtClean="0">
                <a:solidFill>
                  <a:srgbClr val="FFC000"/>
                </a:solidFill>
              </a:rPr>
              <a:t>Risk:</a:t>
            </a:r>
          </a:p>
          <a:p>
            <a:pPr marL="0" indent="0" algn="ctr">
              <a:buNone/>
            </a:pPr>
            <a:r>
              <a:rPr lang="en-US" b="1" dirty="0" smtClean="0"/>
              <a:t>Information </a:t>
            </a:r>
            <a:r>
              <a:rPr lang="en-US" b="1" dirty="0"/>
              <a:t>gathering</a:t>
            </a:r>
            <a:r>
              <a:rPr lang="en-US" dirty="0"/>
              <a:t> </a:t>
            </a:r>
            <a:endParaRPr lang="en-US" dirty="0" smtClean="0"/>
          </a:p>
          <a:p>
            <a:pPr algn="just">
              <a:buFont typeface="Wingdings" panose="05000000000000000000" pitchFamily="2" charset="2"/>
              <a:buChar char="q"/>
            </a:pPr>
            <a:r>
              <a:rPr lang="en-US" dirty="0" smtClean="0"/>
              <a:t>It is </a:t>
            </a:r>
            <a:r>
              <a:rPr lang="en-US" dirty="0"/>
              <a:t>the most common method of identifying risk sources. </a:t>
            </a:r>
            <a:endParaRPr lang="en-US" dirty="0" smtClean="0"/>
          </a:p>
          <a:p>
            <a:pPr algn="just">
              <a:buFont typeface="Wingdings" panose="05000000000000000000" pitchFamily="2" charset="2"/>
              <a:buChar char="q"/>
            </a:pPr>
            <a:r>
              <a:rPr lang="en-US" dirty="0" smtClean="0"/>
              <a:t>It </a:t>
            </a:r>
            <a:r>
              <a:rPr lang="en-US" dirty="0"/>
              <a:t>involves brainstorming sessions to obtain a comprehensive list of possible risks. </a:t>
            </a:r>
            <a:endParaRPr lang="en-US" dirty="0" smtClean="0"/>
          </a:p>
          <a:p>
            <a:pPr algn="just">
              <a:buFont typeface="Wingdings" panose="05000000000000000000" pitchFamily="2" charset="2"/>
              <a:buChar char="q"/>
            </a:pPr>
            <a:r>
              <a:rPr lang="en-US" dirty="0" smtClean="0"/>
              <a:t>It </a:t>
            </a:r>
            <a:r>
              <a:rPr lang="en-US" dirty="0"/>
              <a:t>relies on the knowledge of experienced project participants, stakeholders and experts to identify the risk</a:t>
            </a:r>
          </a:p>
        </p:txBody>
      </p:sp>
      <p:graphicFrame>
        <p:nvGraphicFramePr>
          <p:cNvPr id="5" name="Diagram 4"/>
          <p:cNvGraphicFramePr/>
          <p:nvPr>
            <p:extLst>
              <p:ext uri="{D42A27DB-BD31-4B8C-83A1-F6EECF244321}">
                <p14:modId xmlns:p14="http://schemas.microsoft.com/office/powerpoint/2010/main" val="888401192"/>
              </p:ext>
            </p:extLst>
          </p:nvPr>
        </p:nvGraphicFramePr>
        <p:xfrm>
          <a:off x="9609827" y="4019909"/>
          <a:ext cx="2311879" cy="25016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304676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7641"/>
            <a:ext cx="10515600" cy="1325563"/>
          </a:xfrm>
        </p:spPr>
        <p:txBody>
          <a:bodyPr/>
          <a:lstStyle/>
          <a:p>
            <a:pPr algn="ctr"/>
            <a:r>
              <a:rPr lang="en-US" b="1" dirty="0"/>
              <a:t>Risk Management Process</a:t>
            </a:r>
          </a:p>
        </p:txBody>
      </p:sp>
      <p:sp>
        <p:nvSpPr>
          <p:cNvPr id="3" name="Content Placeholder 2"/>
          <p:cNvSpPr>
            <a:spLocks noGrp="1"/>
          </p:cNvSpPr>
          <p:nvPr>
            <p:ph idx="1"/>
          </p:nvPr>
        </p:nvSpPr>
        <p:spPr>
          <a:xfrm>
            <a:off x="838200" y="1825625"/>
            <a:ext cx="8702615" cy="4351338"/>
          </a:xfrm>
        </p:spPr>
        <p:txBody>
          <a:bodyPr>
            <a:normAutofit fontScale="92500" lnSpcReduction="10000"/>
          </a:bodyPr>
          <a:lstStyle/>
          <a:p>
            <a:pPr marL="0" indent="0">
              <a:buNone/>
            </a:pPr>
            <a:r>
              <a:rPr lang="en-US" b="1" dirty="0" smtClean="0">
                <a:solidFill>
                  <a:srgbClr val="FFC000"/>
                </a:solidFill>
              </a:rPr>
              <a:t>1) Identify </a:t>
            </a:r>
            <a:r>
              <a:rPr lang="en-US" b="1" dirty="0">
                <a:solidFill>
                  <a:srgbClr val="FFC000"/>
                </a:solidFill>
              </a:rPr>
              <a:t>the </a:t>
            </a:r>
            <a:r>
              <a:rPr lang="en-US" b="1" dirty="0" smtClean="0">
                <a:solidFill>
                  <a:srgbClr val="FFC000"/>
                </a:solidFill>
              </a:rPr>
              <a:t>Risk:</a:t>
            </a:r>
          </a:p>
          <a:p>
            <a:pPr marL="171450" indent="-171450"/>
            <a:endParaRPr lang="en-US" b="1" dirty="0"/>
          </a:p>
          <a:p>
            <a:pPr marL="0" indent="0" algn="ctr">
              <a:buNone/>
            </a:pPr>
            <a:r>
              <a:rPr lang="en-US" b="1" dirty="0"/>
              <a:t>Checklist A</a:t>
            </a:r>
            <a:r>
              <a:rPr lang="en-US" b="1" dirty="0" smtClean="0"/>
              <a:t>nalysis</a:t>
            </a:r>
            <a:r>
              <a:rPr lang="en-US" dirty="0"/>
              <a:t> </a:t>
            </a:r>
            <a:r>
              <a:rPr lang="en-US" dirty="0" smtClean="0"/>
              <a:t>(CLA) </a:t>
            </a:r>
          </a:p>
          <a:p>
            <a:pPr algn="just">
              <a:buFont typeface="Wingdings" panose="05000000000000000000" pitchFamily="2" charset="2"/>
              <a:buChar char="q"/>
            </a:pPr>
            <a:r>
              <a:rPr lang="en-US" dirty="0" smtClean="0"/>
              <a:t>CLA is a technique that can be used to identify and manage risks. </a:t>
            </a:r>
          </a:p>
          <a:p>
            <a:pPr algn="just">
              <a:buFont typeface="Wingdings" panose="05000000000000000000" pitchFamily="2" charset="2"/>
              <a:buChar char="q"/>
            </a:pPr>
            <a:r>
              <a:rPr lang="en-US" dirty="0" smtClean="0"/>
              <a:t>The checklist is developed by listing items, steps, or tasks and is then analyzed against criteria to determine if the procedure is completed correctly. </a:t>
            </a:r>
          </a:p>
          <a:p>
            <a:pPr algn="just">
              <a:buFont typeface="Wingdings" panose="05000000000000000000" pitchFamily="2" charset="2"/>
              <a:buChar char="q"/>
            </a:pPr>
            <a:r>
              <a:rPr lang="en-US" dirty="0" smtClean="0"/>
              <a:t>The checklists should be developed using historical information or knowledge gained from similar projects in the past.</a:t>
            </a:r>
            <a:endParaRPr lang="en-US" dirty="0"/>
          </a:p>
        </p:txBody>
      </p:sp>
      <p:graphicFrame>
        <p:nvGraphicFramePr>
          <p:cNvPr id="5" name="Diagram 4"/>
          <p:cNvGraphicFramePr/>
          <p:nvPr>
            <p:extLst>
              <p:ext uri="{D42A27DB-BD31-4B8C-83A1-F6EECF244321}">
                <p14:modId xmlns:p14="http://schemas.microsoft.com/office/powerpoint/2010/main" val="2116631202"/>
              </p:ext>
            </p:extLst>
          </p:nvPr>
        </p:nvGraphicFramePr>
        <p:xfrm>
          <a:off x="9540815" y="3347168"/>
          <a:ext cx="2447167" cy="31122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723996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7641"/>
            <a:ext cx="10515600" cy="1325563"/>
          </a:xfrm>
        </p:spPr>
        <p:txBody>
          <a:bodyPr/>
          <a:lstStyle/>
          <a:p>
            <a:pPr algn="ctr"/>
            <a:r>
              <a:rPr lang="en-US" b="1" dirty="0"/>
              <a:t>Risk Management Process</a:t>
            </a:r>
          </a:p>
        </p:txBody>
      </p:sp>
      <p:sp>
        <p:nvSpPr>
          <p:cNvPr id="3" name="Content Placeholder 2"/>
          <p:cNvSpPr>
            <a:spLocks noGrp="1"/>
          </p:cNvSpPr>
          <p:nvPr>
            <p:ph idx="1"/>
          </p:nvPr>
        </p:nvSpPr>
        <p:spPr>
          <a:xfrm>
            <a:off x="838200" y="1825625"/>
            <a:ext cx="9254706" cy="4351338"/>
          </a:xfrm>
        </p:spPr>
        <p:txBody>
          <a:bodyPr>
            <a:normAutofit/>
          </a:bodyPr>
          <a:lstStyle/>
          <a:p>
            <a:pPr marL="0" indent="0">
              <a:buNone/>
            </a:pPr>
            <a:r>
              <a:rPr lang="en-US" b="1" dirty="0" smtClean="0">
                <a:solidFill>
                  <a:srgbClr val="FFC000"/>
                </a:solidFill>
              </a:rPr>
              <a:t>1) Identify </a:t>
            </a:r>
            <a:r>
              <a:rPr lang="en-US" b="1" dirty="0">
                <a:solidFill>
                  <a:srgbClr val="FFC000"/>
                </a:solidFill>
              </a:rPr>
              <a:t>the </a:t>
            </a:r>
            <a:r>
              <a:rPr lang="en-US" b="1" dirty="0" smtClean="0">
                <a:solidFill>
                  <a:srgbClr val="FFC000"/>
                </a:solidFill>
              </a:rPr>
              <a:t>Risk:</a:t>
            </a:r>
          </a:p>
          <a:p>
            <a:pPr marL="171450" indent="-171450"/>
            <a:endParaRPr lang="en-US" b="1" dirty="0"/>
          </a:p>
          <a:p>
            <a:pPr marL="0" indent="0" algn="ctr">
              <a:buNone/>
            </a:pPr>
            <a:r>
              <a:rPr lang="en-US" b="1" dirty="0"/>
              <a:t>Assumptions Analysis </a:t>
            </a:r>
            <a:endParaRPr lang="en-US" b="1" dirty="0" smtClean="0"/>
          </a:p>
          <a:p>
            <a:pPr algn="just">
              <a:buFont typeface="Wingdings" panose="05000000000000000000" pitchFamily="2" charset="2"/>
              <a:buChar char="q"/>
            </a:pPr>
            <a:r>
              <a:rPr lang="en-US" dirty="0" smtClean="0"/>
              <a:t> The Assumptions </a:t>
            </a:r>
            <a:r>
              <a:rPr lang="en-US" dirty="0"/>
              <a:t>Analysis is defined as “A technique that explores the accuracy of assumptions and identifies risks to the project from inaccuracy, inconsistency, or incompleteness of assumptions.” </a:t>
            </a:r>
          </a:p>
        </p:txBody>
      </p:sp>
      <p:graphicFrame>
        <p:nvGraphicFramePr>
          <p:cNvPr id="5" name="Diagram 4"/>
          <p:cNvGraphicFramePr/>
          <p:nvPr>
            <p:extLst>
              <p:ext uri="{D42A27DB-BD31-4B8C-83A1-F6EECF244321}">
                <p14:modId xmlns:p14="http://schemas.microsoft.com/office/powerpoint/2010/main" val="391073646"/>
              </p:ext>
            </p:extLst>
          </p:nvPr>
        </p:nvGraphicFramePr>
        <p:xfrm>
          <a:off x="9954883" y="3347168"/>
          <a:ext cx="2033099" cy="28297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170781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7641"/>
            <a:ext cx="10515600" cy="1325563"/>
          </a:xfrm>
        </p:spPr>
        <p:txBody>
          <a:bodyPr/>
          <a:lstStyle/>
          <a:p>
            <a:pPr algn="ctr"/>
            <a:r>
              <a:rPr lang="en-US" b="1" dirty="0"/>
              <a:t>Risk Management Process</a:t>
            </a:r>
          </a:p>
        </p:txBody>
      </p:sp>
      <p:sp>
        <p:nvSpPr>
          <p:cNvPr id="3" name="Content Placeholder 2"/>
          <p:cNvSpPr>
            <a:spLocks noGrp="1"/>
          </p:cNvSpPr>
          <p:nvPr>
            <p:ph idx="1"/>
          </p:nvPr>
        </p:nvSpPr>
        <p:spPr>
          <a:xfrm>
            <a:off x="838200" y="1825625"/>
            <a:ext cx="9737785" cy="4351338"/>
          </a:xfrm>
        </p:spPr>
        <p:txBody>
          <a:bodyPr>
            <a:normAutofit/>
          </a:bodyPr>
          <a:lstStyle/>
          <a:p>
            <a:pPr marL="0" indent="0">
              <a:buNone/>
            </a:pPr>
            <a:r>
              <a:rPr lang="en-US" b="1" dirty="0" smtClean="0">
                <a:solidFill>
                  <a:srgbClr val="92D050"/>
                </a:solidFill>
              </a:rPr>
              <a:t>2) Analyze the Risk:</a:t>
            </a:r>
          </a:p>
          <a:p>
            <a:pPr marL="514350" indent="-514350">
              <a:buFont typeface="+mj-lt"/>
              <a:buAutoNum type="alphaLcPeriod"/>
            </a:pPr>
            <a:r>
              <a:rPr lang="en-US" b="1" dirty="0">
                <a:solidFill>
                  <a:srgbClr val="00B0F0"/>
                </a:solidFill>
              </a:rPr>
              <a:t>Qualitative Risk </a:t>
            </a:r>
            <a:r>
              <a:rPr lang="en-US" b="1" dirty="0" smtClean="0">
                <a:solidFill>
                  <a:srgbClr val="00B0F0"/>
                </a:solidFill>
              </a:rPr>
              <a:t>Analysis</a:t>
            </a:r>
          </a:p>
          <a:p>
            <a:pPr lvl="1" algn="just">
              <a:buFont typeface="Wingdings" panose="05000000000000000000" pitchFamily="2" charset="2"/>
              <a:buChar char="q"/>
            </a:pPr>
            <a:r>
              <a:rPr lang="en-US" b="1" dirty="0" smtClean="0"/>
              <a:t> Qualitative </a:t>
            </a:r>
            <a:r>
              <a:rPr lang="en-US" b="1" dirty="0"/>
              <a:t>risk analysis </a:t>
            </a:r>
            <a:r>
              <a:rPr lang="en-US" dirty="0"/>
              <a:t>is a technique used to quantify risk associated with a particular hazard. Risk assessment is used for uncertain events that could have many outcomes and for which there could be significant consequences</a:t>
            </a:r>
            <a:r>
              <a:rPr lang="en-US" dirty="0" smtClean="0"/>
              <a:t>.</a:t>
            </a:r>
          </a:p>
          <a:p>
            <a:pPr lvl="1" algn="just">
              <a:buFont typeface="Wingdings" panose="05000000000000000000" pitchFamily="2" charset="2"/>
              <a:buChar char="q"/>
            </a:pPr>
            <a:r>
              <a:rPr lang="en-US" dirty="0"/>
              <a:t> </a:t>
            </a:r>
            <a:r>
              <a:rPr lang="en-US" dirty="0" smtClean="0"/>
              <a:t>Qualitative analysis can be performed using following methods:</a:t>
            </a:r>
          </a:p>
          <a:p>
            <a:pPr lvl="2">
              <a:buFont typeface="Wingdings" panose="05000000000000000000" pitchFamily="2" charset="2"/>
              <a:buChar char="Ø"/>
            </a:pPr>
            <a:r>
              <a:rPr lang="en-US" dirty="0" smtClean="0"/>
              <a:t>Assess </a:t>
            </a:r>
            <a:r>
              <a:rPr lang="en-US" dirty="0"/>
              <a:t>impact and likelihood of the identified risk.</a:t>
            </a:r>
          </a:p>
          <a:p>
            <a:pPr lvl="2">
              <a:buFont typeface="Wingdings" panose="05000000000000000000" pitchFamily="2" charset="2"/>
              <a:buChar char="Ø"/>
            </a:pPr>
            <a:r>
              <a:rPr lang="en-US" dirty="0"/>
              <a:t>Probability and Impact Matrix.</a:t>
            </a:r>
          </a:p>
          <a:p>
            <a:pPr lvl="2">
              <a:buFont typeface="Wingdings" panose="05000000000000000000" pitchFamily="2" charset="2"/>
              <a:buChar char="Ø"/>
            </a:pPr>
            <a:r>
              <a:rPr lang="en-US" dirty="0"/>
              <a:t>Risk categorization.</a:t>
            </a:r>
          </a:p>
          <a:p>
            <a:pPr lvl="2">
              <a:buFont typeface="Wingdings" panose="05000000000000000000" pitchFamily="2" charset="2"/>
              <a:buChar char="Ø"/>
            </a:pPr>
            <a:r>
              <a:rPr lang="en-US" dirty="0"/>
              <a:t>Risk urgency assessment.</a:t>
            </a:r>
          </a:p>
        </p:txBody>
      </p:sp>
      <p:graphicFrame>
        <p:nvGraphicFramePr>
          <p:cNvPr id="5" name="Diagram 4"/>
          <p:cNvGraphicFramePr/>
          <p:nvPr>
            <p:extLst>
              <p:ext uri="{D42A27DB-BD31-4B8C-83A1-F6EECF244321}">
                <p14:modId xmlns:p14="http://schemas.microsoft.com/office/powerpoint/2010/main" val="4027119025"/>
              </p:ext>
            </p:extLst>
          </p:nvPr>
        </p:nvGraphicFramePr>
        <p:xfrm>
          <a:off x="9609826" y="4140679"/>
          <a:ext cx="2378156" cy="203628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723543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7641"/>
            <a:ext cx="10515600" cy="1325563"/>
          </a:xfrm>
        </p:spPr>
        <p:txBody>
          <a:bodyPr/>
          <a:lstStyle/>
          <a:p>
            <a:pPr algn="ctr"/>
            <a:r>
              <a:rPr lang="en-US" b="1" dirty="0"/>
              <a:t>Risk Management Process</a:t>
            </a:r>
          </a:p>
        </p:txBody>
      </p:sp>
      <p:sp>
        <p:nvSpPr>
          <p:cNvPr id="3" name="Content Placeholder 2"/>
          <p:cNvSpPr>
            <a:spLocks noGrp="1"/>
          </p:cNvSpPr>
          <p:nvPr>
            <p:ph idx="1"/>
          </p:nvPr>
        </p:nvSpPr>
        <p:spPr>
          <a:xfrm>
            <a:off x="838201" y="1825625"/>
            <a:ext cx="9013166" cy="4351338"/>
          </a:xfrm>
        </p:spPr>
        <p:txBody>
          <a:bodyPr>
            <a:normAutofit/>
          </a:bodyPr>
          <a:lstStyle/>
          <a:p>
            <a:pPr marL="0" indent="0">
              <a:buNone/>
            </a:pPr>
            <a:r>
              <a:rPr lang="en-US" b="1" dirty="0" smtClean="0">
                <a:solidFill>
                  <a:srgbClr val="92D050"/>
                </a:solidFill>
              </a:rPr>
              <a:t>2) Analyze the Risk:</a:t>
            </a:r>
          </a:p>
          <a:p>
            <a:pPr marL="514350" indent="-514350">
              <a:buFont typeface="+mj-lt"/>
              <a:buAutoNum type="alphaLcPeriod"/>
            </a:pPr>
            <a:r>
              <a:rPr lang="en-US" b="1" dirty="0">
                <a:solidFill>
                  <a:srgbClr val="00B0F0"/>
                </a:solidFill>
              </a:rPr>
              <a:t>Qualitative Risk </a:t>
            </a:r>
            <a:r>
              <a:rPr lang="en-US" b="1" dirty="0" smtClean="0">
                <a:solidFill>
                  <a:srgbClr val="00B0F0"/>
                </a:solidFill>
              </a:rPr>
              <a:t>Analysis</a:t>
            </a:r>
          </a:p>
          <a:p>
            <a:pPr marL="457200" lvl="1" indent="0" algn="ctr">
              <a:lnSpc>
                <a:spcPct val="150000"/>
              </a:lnSpc>
              <a:buNone/>
            </a:pPr>
            <a:r>
              <a:rPr lang="en-US" b="1" dirty="0" smtClean="0"/>
              <a:t>Assess </a:t>
            </a:r>
            <a:r>
              <a:rPr lang="en-US" b="1" dirty="0"/>
              <a:t>impact and likelihood of the identified </a:t>
            </a:r>
            <a:r>
              <a:rPr lang="en-US" b="1" dirty="0" smtClean="0"/>
              <a:t>risk</a:t>
            </a:r>
            <a:endParaRPr lang="en-US" b="1" dirty="0"/>
          </a:p>
          <a:p>
            <a:pPr lvl="1" algn="just">
              <a:buFont typeface="Wingdings" panose="05000000000000000000" pitchFamily="2" charset="2"/>
              <a:buChar char="q"/>
            </a:pPr>
            <a:r>
              <a:rPr lang="en-US" dirty="0" smtClean="0"/>
              <a:t> The</a:t>
            </a:r>
            <a:r>
              <a:rPr lang="en-US" dirty="0"/>
              <a:t> probability assessment involves estimating the likelihood of a risk occurring. </a:t>
            </a:r>
            <a:endParaRPr lang="en-US" dirty="0" smtClean="0"/>
          </a:p>
          <a:p>
            <a:pPr lvl="1" algn="just">
              <a:buFont typeface="Wingdings" panose="05000000000000000000" pitchFamily="2" charset="2"/>
              <a:buChar char="q"/>
            </a:pPr>
            <a:r>
              <a:rPr lang="en-US" dirty="0" smtClean="0"/>
              <a:t>The</a:t>
            </a:r>
            <a:r>
              <a:rPr lang="en-US" dirty="0"/>
              <a:t> impact assessment estimates the effects of a risk event on a project objective. </a:t>
            </a:r>
            <a:endParaRPr lang="en-US" dirty="0" smtClean="0"/>
          </a:p>
          <a:p>
            <a:pPr lvl="1" algn="just">
              <a:buFont typeface="Wingdings" panose="05000000000000000000" pitchFamily="2" charset="2"/>
              <a:buChar char="q"/>
            </a:pPr>
            <a:r>
              <a:rPr lang="en-US" dirty="0" smtClean="0"/>
              <a:t>These</a:t>
            </a:r>
            <a:r>
              <a:rPr lang="en-US" dirty="0"/>
              <a:t> impacts can be both positive and negative; i.e., opportunities and threats.</a:t>
            </a:r>
          </a:p>
        </p:txBody>
      </p:sp>
      <p:graphicFrame>
        <p:nvGraphicFramePr>
          <p:cNvPr id="5" name="Diagram 4"/>
          <p:cNvGraphicFramePr/>
          <p:nvPr>
            <p:extLst>
              <p:ext uri="{D42A27DB-BD31-4B8C-83A1-F6EECF244321}">
                <p14:modId xmlns:p14="http://schemas.microsoft.com/office/powerpoint/2010/main" val="4027119025"/>
              </p:ext>
            </p:extLst>
          </p:nvPr>
        </p:nvGraphicFramePr>
        <p:xfrm>
          <a:off x="9609826" y="4140679"/>
          <a:ext cx="2378156" cy="203628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553627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7641"/>
            <a:ext cx="10515600" cy="1325563"/>
          </a:xfrm>
        </p:spPr>
        <p:txBody>
          <a:bodyPr/>
          <a:lstStyle/>
          <a:p>
            <a:pPr algn="ctr"/>
            <a:r>
              <a:rPr lang="en-US" b="1" dirty="0"/>
              <a:t>Risk Management Process</a:t>
            </a:r>
          </a:p>
        </p:txBody>
      </p:sp>
      <p:sp>
        <p:nvSpPr>
          <p:cNvPr id="3" name="Content Placeholder 2"/>
          <p:cNvSpPr>
            <a:spLocks noGrp="1"/>
          </p:cNvSpPr>
          <p:nvPr>
            <p:ph idx="1"/>
          </p:nvPr>
        </p:nvSpPr>
        <p:spPr>
          <a:xfrm>
            <a:off x="838201" y="1825625"/>
            <a:ext cx="9185694" cy="4351338"/>
          </a:xfrm>
        </p:spPr>
        <p:txBody>
          <a:bodyPr>
            <a:normAutofit/>
          </a:bodyPr>
          <a:lstStyle/>
          <a:p>
            <a:pPr marL="0" indent="0">
              <a:buNone/>
            </a:pPr>
            <a:r>
              <a:rPr lang="en-US" b="1" dirty="0" smtClean="0">
                <a:solidFill>
                  <a:srgbClr val="92D050"/>
                </a:solidFill>
              </a:rPr>
              <a:t>2) Analyze the Risk:</a:t>
            </a:r>
          </a:p>
          <a:p>
            <a:pPr marL="514350" indent="-514350">
              <a:buFont typeface="+mj-lt"/>
              <a:buAutoNum type="alphaLcPeriod"/>
            </a:pPr>
            <a:r>
              <a:rPr lang="en-US" b="1" dirty="0">
                <a:solidFill>
                  <a:srgbClr val="00B0F0"/>
                </a:solidFill>
              </a:rPr>
              <a:t>Qualitative Risk </a:t>
            </a:r>
            <a:r>
              <a:rPr lang="en-US" b="1" dirty="0" smtClean="0">
                <a:solidFill>
                  <a:srgbClr val="00B0F0"/>
                </a:solidFill>
              </a:rPr>
              <a:t>Analysis</a:t>
            </a:r>
          </a:p>
          <a:p>
            <a:pPr marL="171450" indent="-171450"/>
            <a:endParaRPr lang="en-US" sz="2400" dirty="0"/>
          </a:p>
          <a:p>
            <a:pPr marL="0" indent="0" algn="ctr">
              <a:buNone/>
            </a:pPr>
            <a:r>
              <a:rPr lang="en-US" sz="2400" b="1" dirty="0"/>
              <a:t>Probability and Impact </a:t>
            </a:r>
            <a:r>
              <a:rPr lang="en-US" sz="2400" b="1" dirty="0" smtClean="0"/>
              <a:t>Matrix</a:t>
            </a:r>
          </a:p>
          <a:p>
            <a:pPr algn="just">
              <a:buFont typeface="Wingdings" panose="05000000000000000000" pitchFamily="2" charset="2"/>
              <a:buChar char="q"/>
            </a:pPr>
            <a:r>
              <a:rPr lang="en-US" sz="2400" dirty="0" smtClean="0"/>
              <a:t>It</a:t>
            </a:r>
            <a:r>
              <a:rPr lang="en-US" sz="2400" dirty="0"/>
              <a:t> uses the combination of probability and impact scores of individual risks and ranks/ prioritizes them for easy handling of the risks. </a:t>
            </a:r>
            <a:endParaRPr lang="en-US" sz="2400" dirty="0" smtClean="0"/>
          </a:p>
          <a:p>
            <a:pPr algn="just">
              <a:buFont typeface="Wingdings" panose="05000000000000000000" pitchFamily="2" charset="2"/>
              <a:buChar char="q"/>
            </a:pPr>
            <a:r>
              <a:rPr lang="en-US" sz="2400" dirty="0" smtClean="0"/>
              <a:t>In </a:t>
            </a:r>
            <a:r>
              <a:rPr lang="en-US" sz="2400" dirty="0"/>
              <a:t>other words, the probability and impact matrix helps to determine which risks need detailed risk response plans.</a:t>
            </a:r>
          </a:p>
        </p:txBody>
      </p:sp>
      <p:graphicFrame>
        <p:nvGraphicFramePr>
          <p:cNvPr id="5" name="Diagram 4"/>
          <p:cNvGraphicFramePr/>
          <p:nvPr>
            <p:extLst>
              <p:ext uri="{D42A27DB-BD31-4B8C-83A1-F6EECF244321}">
                <p14:modId xmlns:p14="http://schemas.microsoft.com/office/powerpoint/2010/main" val="4027119025"/>
              </p:ext>
            </p:extLst>
          </p:nvPr>
        </p:nvGraphicFramePr>
        <p:xfrm>
          <a:off x="9609826" y="4140679"/>
          <a:ext cx="2378156" cy="203628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802078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7641"/>
            <a:ext cx="10515600" cy="1325563"/>
          </a:xfrm>
        </p:spPr>
        <p:txBody>
          <a:bodyPr/>
          <a:lstStyle/>
          <a:p>
            <a:pPr algn="ctr"/>
            <a:r>
              <a:rPr lang="en-US" b="1" dirty="0"/>
              <a:t>Risk Management Process</a:t>
            </a:r>
          </a:p>
        </p:txBody>
      </p:sp>
      <p:sp>
        <p:nvSpPr>
          <p:cNvPr id="3" name="Content Placeholder 2"/>
          <p:cNvSpPr>
            <a:spLocks noGrp="1"/>
          </p:cNvSpPr>
          <p:nvPr>
            <p:ph idx="1"/>
          </p:nvPr>
        </p:nvSpPr>
        <p:spPr>
          <a:xfrm>
            <a:off x="838200" y="1825625"/>
            <a:ext cx="9737785" cy="4351338"/>
          </a:xfrm>
        </p:spPr>
        <p:txBody>
          <a:bodyPr>
            <a:normAutofit/>
          </a:bodyPr>
          <a:lstStyle/>
          <a:p>
            <a:pPr marL="0" indent="0">
              <a:buNone/>
            </a:pPr>
            <a:r>
              <a:rPr lang="en-US" b="1" dirty="0" smtClean="0">
                <a:solidFill>
                  <a:srgbClr val="92D050"/>
                </a:solidFill>
              </a:rPr>
              <a:t>2) Analyze the Risk:</a:t>
            </a:r>
          </a:p>
          <a:p>
            <a:pPr marL="514350" indent="-514350">
              <a:buFont typeface="+mj-lt"/>
              <a:buAutoNum type="alphaLcPeriod"/>
            </a:pPr>
            <a:r>
              <a:rPr lang="en-US" b="1" dirty="0">
                <a:solidFill>
                  <a:srgbClr val="00B0F0"/>
                </a:solidFill>
              </a:rPr>
              <a:t>Qualitative Risk </a:t>
            </a:r>
            <a:r>
              <a:rPr lang="en-US" b="1" dirty="0" smtClean="0">
                <a:solidFill>
                  <a:srgbClr val="00B0F0"/>
                </a:solidFill>
              </a:rPr>
              <a:t>Analysis</a:t>
            </a:r>
            <a:endParaRPr lang="en-US" sz="2400" dirty="0"/>
          </a:p>
          <a:p>
            <a:pPr marL="0" indent="0" algn="ctr">
              <a:buNone/>
            </a:pPr>
            <a:r>
              <a:rPr lang="en-US" sz="2400" b="1" dirty="0"/>
              <a:t>Risk </a:t>
            </a:r>
            <a:r>
              <a:rPr lang="en-US" sz="2400" b="1" dirty="0" smtClean="0"/>
              <a:t>categorization</a:t>
            </a:r>
            <a:endParaRPr lang="en-US" sz="2400" dirty="0" smtClean="0"/>
          </a:p>
          <a:p>
            <a:pPr algn="just">
              <a:buFont typeface="Wingdings" panose="05000000000000000000" pitchFamily="2" charset="2"/>
              <a:buChar char="q"/>
            </a:pPr>
            <a:r>
              <a:rPr lang="en-US" sz="2400" dirty="0"/>
              <a:t>Risk </a:t>
            </a:r>
            <a:r>
              <a:rPr lang="en-US" sz="2400" dirty="0" smtClean="0"/>
              <a:t>categorization, in </a:t>
            </a:r>
            <a:r>
              <a:rPr lang="en-US" sz="2400" dirty="0"/>
              <a:t>project management, is the organization of risks based on their sources, areas of the affected project and other useful categories in order to determine the areas of the project that are the most exposed to the effects of risks or uncertainties.</a:t>
            </a:r>
          </a:p>
        </p:txBody>
      </p:sp>
      <p:graphicFrame>
        <p:nvGraphicFramePr>
          <p:cNvPr id="5" name="Diagram 4"/>
          <p:cNvGraphicFramePr/>
          <p:nvPr>
            <p:extLst>
              <p:ext uri="{D42A27DB-BD31-4B8C-83A1-F6EECF244321}">
                <p14:modId xmlns:p14="http://schemas.microsoft.com/office/powerpoint/2010/main" val="2114661238"/>
              </p:ext>
            </p:extLst>
          </p:nvPr>
        </p:nvGraphicFramePr>
        <p:xfrm>
          <a:off x="9644332" y="4106174"/>
          <a:ext cx="2343650" cy="207078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016022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7641"/>
            <a:ext cx="10515600" cy="1325563"/>
          </a:xfrm>
        </p:spPr>
        <p:txBody>
          <a:bodyPr/>
          <a:lstStyle/>
          <a:p>
            <a:pPr algn="ctr"/>
            <a:r>
              <a:rPr lang="en-US" b="1" dirty="0"/>
              <a:t>Risk Management Process</a:t>
            </a:r>
          </a:p>
        </p:txBody>
      </p:sp>
      <p:sp>
        <p:nvSpPr>
          <p:cNvPr id="3" name="Content Placeholder 2"/>
          <p:cNvSpPr>
            <a:spLocks noGrp="1"/>
          </p:cNvSpPr>
          <p:nvPr>
            <p:ph idx="1"/>
          </p:nvPr>
        </p:nvSpPr>
        <p:spPr>
          <a:xfrm>
            <a:off x="838200" y="1825625"/>
            <a:ext cx="9737785" cy="4351338"/>
          </a:xfrm>
        </p:spPr>
        <p:txBody>
          <a:bodyPr>
            <a:normAutofit/>
          </a:bodyPr>
          <a:lstStyle/>
          <a:p>
            <a:pPr marL="0" indent="0">
              <a:buNone/>
            </a:pPr>
            <a:r>
              <a:rPr lang="en-US" b="1" dirty="0" smtClean="0">
                <a:solidFill>
                  <a:srgbClr val="92D050"/>
                </a:solidFill>
              </a:rPr>
              <a:t>2) Analyze the Risk:</a:t>
            </a:r>
          </a:p>
          <a:p>
            <a:pPr marL="514350" indent="-514350">
              <a:buFont typeface="+mj-lt"/>
              <a:buAutoNum type="alphaLcPeriod"/>
            </a:pPr>
            <a:r>
              <a:rPr lang="en-US" b="1" dirty="0">
                <a:solidFill>
                  <a:srgbClr val="00B0F0"/>
                </a:solidFill>
              </a:rPr>
              <a:t>Qualitative Risk </a:t>
            </a:r>
            <a:r>
              <a:rPr lang="en-US" b="1" dirty="0" smtClean="0">
                <a:solidFill>
                  <a:srgbClr val="00B0F0"/>
                </a:solidFill>
              </a:rPr>
              <a:t>Analysis</a:t>
            </a:r>
          </a:p>
          <a:p>
            <a:pPr marL="0" indent="0" algn="ctr">
              <a:buNone/>
            </a:pPr>
            <a:r>
              <a:rPr lang="en-US" sz="2400" dirty="0"/>
              <a:t> </a:t>
            </a:r>
            <a:r>
              <a:rPr lang="en-US" sz="2400" b="1" dirty="0" smtClean="0"/>
              <a:t>Risk </a:t>
            </a:r>
            <a:r>
              <a:rPr lang="en-US" sz="2400" b="1" dirty="0"/>
              <a:t>urgency assessment</a:t>
            </a:r>
            <a:endParaRPr lang="en-US" sz="2400" dirty="0"/>
          </a:p>
          <a:p>
            <a:pPr algn="just">
              <a:buFont typeface="Wingdings" panose="05000000000000000000" pitchFamily="2" charset="2"/>
              <a:buChar char="q"/>
            </a:pPr>
            <a:r>
              <a:rPr lang="en-US" sz="2400" dirty="0"/>
              <a:t>The risk urgency assessment is a project management process that reviews and determines the timing of actions that need to happen sooner than the other risk items. </a:t>
            </a:r>
            <a:endParaRPr lang="en-US" sz="2400" dirty="0" smtClean="0"/>
          </a:p>
          <a:p>
            <a:pPr algn="just">
              <a:buFont typeface="Wingdings" panose="05000000000000000000" pitchFamily="2" charset="2"/>
              <a:buChar char="q"/>
            </a:pPr>
            <a:r>
              <a:rPr lang="en-US" sz="2400" dirty="0" smtClean="0"/>
              <a:t>The </a:t>
            </a:r>
            <a:r>
              <a:rPr lang="en-US" sz="2400" dirty="0"/>
              <a:t>purpose of this particular type of risk assessment is that it identifies the near term risks.</a:t>
            </a:r>
          </a:p>
        </p:txBody>
      </p:sp>
      <p:graphicFrame>
        <p:nvGraphicFramePr>
          <p:cNvPr id="5" name="Diagram 4"/>
          <p:cNvGraphicFramePr/>
          <p:nvPr>
            <p:extLst>
              <p:ext uri="{D42A27DB-BD31-4B8C-83A1-F6EECF244321}">
                <p14:modId xmlns:p14="http://schemas.microsoft.com/office/powerpoint/2010/main" val="4027119025"/>
              </p:ext>
            </p:extLst>
          </p:nvPr>
        </p:nvGraphicFramePr>
        <p:xfrm>
          <a:off x="9609826" y="4140679"/>
          <a:ext cx="2378156" cy="203628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534724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7641"/>
            <a:ext cx="10515600" cy="1325563"/>
          </a:xfrm>
        </p:spPr>
        <p:txBody>
          <a:bodyPr/>
          <a:lstStyle/>
          <a:p>
            <a:pPr algn="ctr"/>
            <a:r>
              <a:rPr lang="en-US" b="1" dirty="0"/>
              <a:t>Risk Management Process</a:t>
            </a:r>
          </a:p>
        </p:txBody>
      </p:sp>
      <p:sp>
        <p:nvSpPr>
          <p:cNvPr id="3" name="Content Placeholder 2"/>
          <p:cNvSpPr>
            <a:spLocks noGrp="1"/>
          </p:cNvSpPr>
          <p:nvPr>
            <p:ph idx="1"/>
          </p:nvPr>
        </p:nvSpPr>
        <p:spPr>
          <a:xfrm>
            <a:off x="838200" y="1825625"/>
            <a:ext cx="10755702" cy="4678692"/>
          </a:xfrm>
        </p:spPr>
        <p:txBody>
          <a:bodyPr>
            <a:normAutofit/>
          </a:bodyPr>
          <a:lstStyle/>
          <a:p>
            <a:pPr marL="0" indent="0">
              <a:buNone/>
            </a:pPr>
            <a:r>
              <a:rPr lang="en-US" b="1" dirty="0" smtClean="0">
                <a:solidFill>
                  <a:srgbClr val="92D050"/>
                </a:solidFill>
              </a:rPr>
              <a:t>2) Analyze the Risk:</a:t>
            </a:r>
          </a:p>
          <a:p>
            <a:pPr marL="514350" indent="-514350">
              <a:buFont typeface="+mj-lt"/>
              <a:buAutoNum type="alphaLcPeriod" startAt="2"/>
            </a:pPr>
            <a:r>
              <a:rPr lang="en-US" b="1" dirty="0" smtClean="0">
                <a:solidFill>
                  <a:srgbClr val="00B0F0"/>
                </a:solidFill>
              </a:rPr>
              <a:t>Quantitative Risk Analysis</a:t>
            </a:r>
          </a:p>
          <a:p>
            <a:pPr lvl="1" algn="just">
              <a:buFont typeface="Wingdings" panose="05000000000000000000" pitchFamily="2" charset="2"/>
              <a:buChar char="Ø"/>
            </a:pPr>
            <a:r>
              <a:rPr lang="en-US" b="1" dirty="0"/>
              <a:t>Quantitative risk analysis</a:t>
            </a:r>
            <a:r>
              <a:rPr lang="en-US" dirty="0"/>
              <a:t> is a numeric estimate of the overall effect of </a:t>
            </a:r>
            <a:r>
              <a:rPr lang="en-US" b="1" dirty="0"/>
              <a:t>risk</a:t>
            </a:r>
            <a:r>
              <a:rPr lang="en-US" dirty="0"/>
              <a:t> on the project objectives such as cost and schedule objectives. The results provide insight into the likelihood of project success and is used to develop contingency reserves</a:t>
            </a:r>
            <a:r>
              <a:rPr lang="en-US" dirty="0" smtClean="0"/>
              <a:t>.</a:t>
            </a:r>
          </a:p>
          <a:p>
            <a:pPr lvl="1" algn="just">
              <a:buFont typeface="Wingdings" panose="05000000000000000000" pitchFamily="2" charset="2"/>
              <a:buChar char="Ø"/>
            </a:pPr>
            <a:r>
              <a:rPr lang="en-US" dirty="0" smtClean="0"/>
              <a:t>There are various ways used to analyze the risk in quantitative way:</a:t>
            </a:r>
          </a:p>
          <a:p>
            <a:pPr lvl="2">
              <a:buFont typeface="Wingdings" panose="05000000000000000000" pitchFamily="2" charset="2"/>
              <a:buChar char="Ø"/>
            </a:pPr>
            <a:r>
              <a:rPr lang="en-US" dirty="0"/>
              <a:t>Data gathering</a:t>
            </a:r>
          </a:p>
          <a:p>
            <a:pPr lvl="2">
              <a:buFont typeface="Wingdings" panose="05000000000000000000" pitchFamily="2" charset="2"/>
              <a:buChar char="Ø"/>
            </a:pPr>
            <a:r>
              <a:rPr lang="en-US" dirty="0" smtClean="0"/>
              <a:t>Probability </a:t>
            </a:r>
            <a:r>
              <a:rPr lang="en-US" dirty="0"/>
              <a:t>distribution</a:t>
            </a:r>
          </a:p>
          <a:p>
            <a:pPr lvl="2">
              <a:buFont typeface="Wingdings" panose="05000000000000000000" pitchFamily="2" charset="2"/>
              <a:buChar char="Ø"/>
            </a:pPr>
            <a:r>
              <a:rPr lang="en-US" dirty="0"/>
              <a:t>Modeling </a:t>
            </a:r>
            <a:r>
              <a:rPr lang="en-US" dirty="0" smtClean="0"/>
              <a:t>Techniques</a:t>
            </a:r>
          </a:p>
          <a:p>
            <a:pPr lvl="1" algn="just">
              <a:buFont typeface="Wingdings" panose="05000000000000000000" pitchFamily="2" charset="2"/>
              <a:buChar char="Ø"/>
            </a:pPr>
            <a:endParaRPr lang="en-US" dirty="0" smtClean="0"/>
          </a:p>
        </p:txBody>
      </p:sp>
      <p:graphicFrame>
        <p:nvGraphicFramePr>
          <p:cNvPr id="5" name="Diagram 4"/>
          <p:cNvGraphicFramePr/>
          <p:nvPr>
            <p:extLst>
              <p:ext uri="{D42A27DB-BD31-4B8C-83A1-F6EECF244321}">
                <p14:modId xmlns:p14="http://schemas.microsoft.com/office/powerpoint/2010/main" val="870845291"/>
              </p:ext>
            </p:extLst>
          </p:nvPr>
        </p:nvGraphicFramePr>
        <p:xfrm>
          <a:off x="9885872" y="3899140"/>
          <a:ext cx="2102110" cy="27671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11112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7641"/>
            <a:ext cx="10515600" cy="1325563"/>
          </a:xfrm>
        </p:spPr>
        <p:txBody>
          <a:bodyPr/>
          <a:lstStyle/>
          <a:p>
            <a:pPr algn="ctr"/>
            <a:r>
              <a:rPr lang="en-US" b="1" dirty="0"/>
              <a:t>Risk Management Process</a:t>
            </a:r>
          </a:p>
        </p:txBody>
      </p:sp>
      <p:sp>
        <p:nvSpPr>
          <p:cNvPr id="3" name="Content Placeholder 2"/>
          <p:cNvSpPr>
            <a:spLocks noGrp="1"/>
          </p:cNvSpPr>
          <p:nvPr>
            <p:ph idx="1"/>
          </p:nvPr>
        </p:nvSpPr>
        <p:spPr>
          <a:xfrm>
            <a:off x="838201" y="1825625"/>
            <a:ext cx="8719868" cy="4351338"/>
          </a:xfrm>
        </p:spPr>
        <p:txBody>
          <a:bodyPr>
            <a:normAutofit fontScale="92500"/>
          </a:bodyPr>
          <a:lstStyle/>
          <a:p>
            <a:pPr marL="0" indent="0">
              <a:buNone/>
            </a:pPr>
            <a:r>
              <a:rPr lang="en-US" b="1" dirty="0" smtClean="0">
                <a:solidFill>
                  <a:srgbClr val="92D050"/>
                </a:solidFill>
              </a:rPr>
              <a:t>2) Analyze the Risk:</a:t>
            </a:r>
          </a:p>
          <a:p>
            <a:pPr marL="514350" indent="-514350">
              <a:buFont typeface="+mj-lt"/>
              <a:buAutoNum type="alphaLcPeriod" startAt="2"/>
            </a:pPr>
            <a:r>
              <a:rPr lang="en-US" b="1" dirty="0" smtClean="0">
                <a:solidFill>
                  <a:srgbClr val="00B0F0"/>
                </a:solidFill>
              </a:rPr>
              <a:t>Quantitative Risk Analysis</a:t>
            </a:r>
          </a:p>
          <a:p>
            <a:pPr marL="0" indent="0" algn="ctr">
              <a:buNone/>
            </a:pPr>
            <a:r>
              <a:rPr lang="en-US" b="1" dirty="0" smtClean="0"/>
              <a:t>Data </a:t>
            </a:r>
            <a:r>
              <a:rPr lang="en-US" b="1" dirty="0"/>
              <a:t>gathering</a:t>
            </a:r>
          </a:p>
          <a:p>
            <a:pPr marL="571500" indent="-571500">
              <a:buFont typeface="+mj-lt"/>
              <a:buAutoNum type="romanLcPeriod"/>
            </a:pPr>
            <a:r>
              <a:rPr lang="en-US" b="1" dirty="0" smtClean="0"/>
              <a:t>Direct: </a:t>
            </a:r>
            <a:r>
              <a:rPr lang="en-US" dirty="0"/>
              <a:t>including surveys, </a:t>
            </a:r>
            <a:r>
              <a:rPr lang="en-US" dirty="0" smtClean="0"/>
              <a:t>questionnaires</a:t>
            </a:r>
            <a:r>
              <a:rPr lang="en-US" dirty="0"/>
              <a:t>, </a:t>
            </a:r>
            <a:r>
              <a:rPr lang="en-US" dirty="0" smtClean="0"/>
              <a:t>direct</a:t>
            </a:r>
            <a:r>
              <a:rPr lang="en-US" dirty="0"/>
              <a:t> observations, and focus groups.</a:t>
            </a:r>
          </a:p>
          <a:p>
            <a:pPr marL="571500" indent="-571500">
              <a:buFont typeface="+mj-lt"/>
              <a:buAutoNum type="romanLcPeriod"/>
            </a:pPr>
            <a:r>
              <a:rPr lang="en-US" b="1" dirty="0" smtClean="0"/>
              <a:t>Diagrammatic:</a:t>
            </a:r>
            <a:r>
              <a:rPr lang="en-US" dirty="0" smtClean="0"/>
              <a:t> Collecting the data from diagrams</a:t>
            </a:r>
            <a:endParaRPr lang="en-US" dirty="0"/>
          </a:p>
          <a:p>
            <a:pPr marL="571500" indent="-571500">
              <a:buFont typeface="+mj-lt"/>
              <a:buAutoNum type="romanLcPeriod"/>
            </a:pPr>
            <a:r>
              <a:rPr lang="en-US" b="1" dirty="0" smtClean="0"/>
              <a:t>Delphi</a:t>
            </a:r>
            <a:r>
              <a:rPr lang="en-US" dirty="0" smtClean="0"/>
              <a:t>: </a:t>
            </a:r>
            <a:r>
              <a:rPr lang="en-US" dirty="0"/>
              <a:t>The Delphi method or Delphi technique is a structured communication technique or method, originally developed as a systematic, interactive forecasting method which relies on a panel of experts</a:t>
            </a:r>
            <a:r>
              <a:rPr lang="en-US" dirty="0" smtClean="0"/>
              <a:t>.</a:t>
            </a:r>
            <a:endParaRPr lang="en-US" dirty="0"/>
          </a:p>
          <a:p>
            <a:pPr marL="1371600" lvl="2" indent="-457200">
              <a:buFont typeface="+mj-lt"/>
              <a:buAutoNum type="alphaLcPeriod"/>
            </a:pPr>
            <a:endParaRPr lang="en-US" dirty="0"/>
          </a:p>
        </p:txBody>
      </p:sp>
      <p:graphicFrame>
        <p:nvGraphicFramePr>
          <p:cNvPr id="5" name="Diagram 4"/>
          <p:cNvGraphicFramePr/>
          <p:nvPr>
            <p:extLst>
              <p:ext uri="{D42A27DB-BD31-4B8C-83A1-F6EECF244321}">
                <p14:modId xmlns:p14="http://schemas.microsoft.com/office/powerpoint/2010/main" val="1965335291"/>
              </p:ext>
            </p:extLst>
          </p:nvPr>
        </p:nvGraphicFramePr>
        <p:xfrm>
          <a:off x="9696091" y="3347168"/>
          <a:ext cx="2291891" cy="23807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390051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7641"/>
            <a:ext cx="10515600" cy="1325563"/>
          </a:xfrm>
        </p:spPr>
        <p:txBody>
          <a:bodyPr/>
          <a:lstStyle/>
          <a:p>
            <a:pPr algn="ctr"/>
            <a:r>
              <a:rPr lang="en-US" b="1" dirty="0"/>
              <a:t>Risk Management Process</a:t>
            </a:r>
          </a:p>
        </p:txBody>
      </p:sp>
      <p:sp>
        <p:nvSpPr>
          <p:cNvPr id="3" name="Content Placeholder 2"/>
          <p:cNvSpPr>
            <a:spLocks noGrp="1"/>
          </p:cNvSpPr>
          <p:nvPr>
            <p:ph idx="1"/>
          </p:nvPr>
        </p:nvSpPr>
        <p:spPr>
          <a:xfrm>
            <a:off x="838199" y="1825625"/>
            <a:ext cx="9289211" cy="4351338"/>
          </a:xfrm>
        </p:spPr>
        <p:txBody>
          <a:bodyPr>
            <a:normAutofit/>
          </a:bodyPr>
          <a:lstStyle/>
          <a:p>
            <a:pPr marL="0" indent="0">
              <a:buNone/>
            </a:pPr>
            <a:r>
              <a:rPr lang="en-US" b="1" dirty="0" smtClean="0">
                <a:solidFill>
                  <a:srgbClr val="92D050"/>
                </a:solidFill>
              </a:rPr>
              <a:t>2) Analyze the Risk:</a:t>
            </a:r>
          </a:p>
          <a:p>
            <a:pPr marL="514350" indent="-514350">
              <a:buFont typeface="+mj-lt"/>
              <a:buAutoNum type="alphaLcPeriod" startAt="2"/>
            </a:pPr>
            <a:r>
              <a:rPr lang="en-US" b="1" dirty="0" smtClean="0">
                <a:solidFill>
                  <a:srgbClr val="00B0F0"/>
                </a:solidFill>
              </a:rPr>
              <a:t>Quantitative Risk Analysis</a:t>
            </a:r>
          </a:p>
          <a:p>
            <a:pPr marL="457200" lvl="1" indent="0" algn="ctr">
              <a:buNone/>
            </a:pPr>
            <a:r>
              <a:rPr lang="en-US" b="1" dirty="0" smtClean="0"/>
              <a:t>Probability distribution</a:t>
            </a:r>
          </a:p>
          <a:p>
            <a:pPr lvl="1" algn="just"/>
            <a:r>
              <a:rPr lang="en-US" dirty="0" smtClean="0"/>
              <a:t>A statistical model based on probabilities of occurrence of some event.</a:t>
            </a:r>
          </a:p>
          <a:p>
            <a:pPr lvl="1" algn="just"/>
            <a:r>
              <a:rPr lang="en-US" dirty="0" smtClean="0"/>
              <a:t>Used to analyze the probability of occurrence of different risks quantitatively.</a:t>
            </a:r>
            <a:endParaRPr lang="en-US" dirty="0"/>
          </a:p>
        </p:txBody>
      </p:sp>
      <p:graphicFrame>
        <p:nvGraphicFramePr>
          <p:cNvPr id="5" name="Diagram 4"/>
          <p:cNvGraphicFramePr/>
          <p:nvPr>
            <p:extLst>
              <p:ext uri="{D42A27DB-BD31-4B8C-83A1-F6EECF244321}">
                <p14:modId xmlns:p14="http://schemas.microsoft.com/office/powerpoint/2010/main" val="2349815960"/>
              </p:ext>
            </p:extLst>
          </p:nvPr>
        </p:nvGraphicFramePr>
        <p:xfrm>
          <a:off x="9230264" y="4201183"/>
          <a:ext cx="2429914" cy="265681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165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7641"/>
            <a:ext cx="10515600" cy="1325563"/>
          </a:xfrm>
        </p:spPr>
        <p:txBody>
          <a:bodyPr/>
          <a:lstStyle/>
          <a:p>
            <a:pPr algn="ctr"/>
            <a:r>
              <a:rPr lang="en-US" b="1" dirty="0"/>
              <a:t>Risk Management Process</a:t>
            </a:r>
          </a:p>
        </p:txBody>
      </p:sp>
      <p:sp>
        <p:nvSpPr>
          <p:cNvPr id="3" name="Content Placeholder 2"/>
          <p:cNvSpPr>
            <a:spLocks noGrp="1"/>
          </p:cNvSpPr>
          <p:nvPr>
            <p:ph idx="1"/>
          </p:nvPr>
        </p:nvSpPr>
        <p:spPr>
          <a:xfrm>
            <a:off x="838200" y="1825625"/>
            <a:ext cx="10755702" cy="4351338"/>
          </a:xfrm>
        </p:spPr>
        <p:txBody>
          <a:bodyPr>
            <a:normAutofit/>
          </a:bodyPr>
          <a:lstStyle/>
          <a:p>
            <a:pPr marL="0" indent="0">
              <a:buNone/>
            </a:pPr>
            <a:r>
              <a:rPr lang="en-US" b="1" dirty="0" smtClean="0">
                <a:solidFill>
                  <a:srgbClr val="92D050"/>
                </a:solidFill>
              </a:rPr>
              <a:t>2) Analyze the Risk:</a:t>
            </a:r>
          </a:p>
          <a:p>
            <a:pPr marL="514350" indent="-514350">
              <a:buFont typeface="+mj-lt"/>
              <a:buAutoNum type="alphaLcPeriod" startAt="2"/>
            </a:pPr>
            <a:r>
              <a:rPr lang="en-US" b="1" dirty="0" smtClean="0">
                <a:solidFill>
                  <a:srgbClr val="00B0F0"/>
                </a:solidFill>
              </a:rPr>
              <a:t>Quantitative Risk Analysis</a:t>
            </a:r>
          </a:p>
          <a:p>
            <a:pPr lvl="1">
              <a:buFont typeface="Wingdings" panose="05000000000000000000" pitchFamily="2" charset="2"/>
              <a:buChar char="Ø"/>
            </a:pPr>
            <a:r>
              <a:rPr lang="en-US" dirty="0" smtClean="0"/>
              <a:t>Modeling </a:t>
            </a:r>
            <a:r>
              <a:rPr lang="en-US" dirty="0"/>
              <a:t>Techniques</a:t>
            </a:r>
          </a:p>
          <a:p>
            <a:pPr marL="1371600" lvl="2" indent="-457200">
              <a:buFont typeface="+mj-lt"/>
              <a:buAutoNum type="alphaLcPeriod"/>
            </a:pPr>
            <a:r>
              <a:rPr lang="en-US" dirty="0"/>
              <a:t>Decision tree Analysis</a:t>
            </a:r>
          </a:p>
          <a:p>
            <a:pPr marL="1371600" lvl="2" indent="-457200">
              <a:buFont typeface="+mj-lt"/>
              <a:buAutoNum type="alphaLcPeriod"/>
            </a:pPr>
            <a:r>
              <a:rPr lang="en-US" dirty="0"/>
              <a:t>Sensitivity Analysis</a:t>
            </a:r>
          </a:p>
          <a:p>
            <a:pPr marL="1371600" lvl="2" indent="-457200">
              <a:buFont typeface="+mj-lt"/>
              <a:buAutoNum type="alphaLcPeriod"/>
            </a:pPr>
            <a:r>
              <a:rPr lang="en-US" dirty="0"/>
              <a:t>Expert Judgment</a:t>
            </a:r>
          </a:p>
        </p:txBody>
      </p:sp>
      <p:graphicFrame>
        <p:nvGraphicFramePr>
          <p:cNvPr id="5" name="Diagram 4"/>
          <p:cNvGraphicFramePr/>
          <p:nvPr>
            <p:extLst>
              <p:ext uri="{D42A27DB-BD31-4B8C-83A1-F6EECF244321}">
                <p14:modId xmlns:p14="http://schemas.microsoft.com/office/powerpoint/2010/main" val="3704399113"/>
              </p:ext>
            </p:extLst>
          </p:nvPr>
        </p:nvGraphicFramePr>
        <p:xfrm>
          <a:off x="8716297" y="3347168"/>
          <a:ext cx="3271685" cy="33191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174340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6" descr="Image result for risk assessme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00650" y="2276476"/>
            <a:ext cx="5467350" cy="362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1"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marL="342900" indent="-342900"/>
            <a:r>
              <a:rPr lang="en-US" sz="3200">
                <a:solidFill>
                  <a:srgbClr val="FF0000"/>
                </a:solidFill>
                <a:latin typeface="Times New Roman" panose="02020603050405020304" pitchFamily="18" charset="0"/>
                <a:cs typeface="Times New Roman" panose="02020603050405020304" pitchFamily="18" charset="0"/>
              </a:rPr>
              <a:t>Risk Assesment</a:t>
            </a:r>
            <a:r>
              <a:rPr lang="en-US">
                <a:solidFill>
                  <a:schemeClr val="tx2"/>
                </a:solidFill>
                <a:latin typeface="Arial" panose="020B0604020202020204" pitchFamily="34" charset="0"/>
                <a:cs typeface="Arial" panose="020B0604020202020204" pitchFamily="34" charset="0"/>
              </a:rPr>
              <a:t/>
            </a:r>
            <a:br>
              <a:rPr lang="en-US">
                <a:solidFill>
                  <a:schemeClr val="tx2"/>
                </a:solidFill>
                <a:latin typeface="Arial" panose="020B0604020202020204" pitchFamily="34" charset="0"/>
                <a:cs typeface="Arial" panose="020B0604020202020204" pitchFamily="34" charset="0"/>
              </a:rPr>
            </a:br>
            <a:endParaRPr lang="en-US">
              <a:solidFill>
                <a:schemeClr val="tx2"/>
              </a:solidFill>
              <a:latin typeface="Arial" panose="020B0604020202020204" pitchFamily="34" charset="0"/>
              <a:cs typeface="Arial" panose="020B0604020202020204" pitchFamily="34" charset="0"/>
            </a:endParaRPr>
          </a:p>
        </p:txBody>
      </p:sp>
      <p:sp>
        <p:nvSpPr>
          <p:cNvPr id="5" name="Content Placeholder 2"/>
          <p:cNvSpPr>
            <a:spLocks noGrp="1"/>
          </p:cNvSpPr>
          <p:nvPr>
            <p:ph idx="1"/>
          </p:nvPr>
        </p:nvSpPr>
        <p:spPr>
          <a:xfrm>
            <a:off x="1981200" y="1052514"/>
            <a:ext cx="8229600" cy="4421187"/>
          </a:xfrm>
        </p:spPr>
        <p:txBody>
          <a:bodyPr/>
          <a:lstStyle/>
          <a:p>
            <a:pPr>
              <a:defRPr/>
            </a:pPr>
            <a:r>
              <a:rPr lang="en-US" dirty="0" smtClean="0">
                <a:latin typeface="Times New Roman" pitchFamily="18" charset="0"/>
                <a:cs typeface="Times New Roman" pitchFamily="18" charset="0"/>
              </a:rPr>
              <a:t>Assessing Potential Loss</a:t>
            </a:r>
          </a:p>
          <a:p>
            <a:pPr>
              <a:defRPr/>
            </a:pPr>
            <a:r>
              <a:rPr lang="en-US" dirty="0" smtClean="0">
                <a:latin typeface="Times New Roman" pitchFamily="18" charset="0"/>
                <a:cs typeface="Times New Roman" pitchFamily="18" charset="0"/>
              </a:rPr>
              <a:t>Percentage of Risk Mitigated by Current Controls</a:t>
            </a:r>
          </a:p>
          <a:p>
            <a:pPr lvl="1">
              <a:defRPr/>
            </a:pPr>
            <a:r>
              <a:rPr lang="en-US" dirty="0" smtClean="0">
                <a:latin typeface="Times New Roman" pitchFamily="18" charset="0"/>
                <a:cs typeface="Times New Roman" pitchFamily="18" charset="0"/>
              </a:rPr>
              <a:t>Uncertainty</a:t>
            </a:r>
          </a:p>
          <a:p>
            <a:pPr>
              <a:defRPr/>
            </a:pPr>
            <a:r>
              <a:rPr lang="en-US" dirty="0" smtClean="0">
                <a:latin typeface="Times New Roman" pitchFamily="18" charset="0"/>
                <a:cs typeface="Times New Roman" pitchFamily="18" charset="0"/>
              </a:rPr>
              <a:t>Risk Determination</a:t>
            </a:r>
          </a:p>
          <a:p>
            <a:pPr>
              <a:defRPr/>
            </a:pPr>
            <a:r>
              <a:rPr lang="en-US" dirty="0" smtClean="0">
                <a:latin typeface="Times New Roman" pitchFamily="18" charset="0"/>
                <a:cs typeface="Times New Roman" pitchFamily="18" charset="0"/>
              </a:rPr>
              <a:t>Likelihood and Consequences </a:t>
            </a:r>
          </a:p>
          <a:p>
            <a:pPr>
              <a:buFont typeface="Wingdings" panose="05000000000000000000" pitchFamily="2" charset="2"/>
              <a:buNone/>
              <a:defRPr/>
            </a:pPr>
            <a:endParaRPr lang="en-US"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233517651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7641"/>
            <a:ext cx="10515600" cy="1325563"/>
          </a:xfrm>
        </p:spPr>
        <p:txBody>
          <a:bodyPr/>
          <a:lstStyle/>
          <a:p>
            <a:pPr algn="ctr"/>
            <a:r>
              <a:rPr lang="en-US" b="1" dirty="0"/>
              <a:t>Risk Management Process</a:t>
            </a:r>
          </a:p>
        </p:txBody>
      </p:sp>
      <p:sp>
        <p:nvSpPr>
          <p:cNvPr id="3" name="Content Placeholder 2"/>
          <p:cNvSpPr>
            <a:spLocks noGrp="1"/>
          </p:cNvSpPr>
          <p:nvPr>
            <p:ph idx="1"/>
          </p:nvPr>
        </p:nvSpPr>
        <p:spPr>
          <a:xfrm>
            <a:off x="838200" y="1825625"/>
            <a:ext cx="7450393" cy="4351338"/>
          </a:xfrm>
        </p:spPr>
        <p:txBody>
          <a:bodyPr>
            <a:normAutofit fontScale="92500" lnSpcReduction="20000"/>
          </a:bodyPr>
          <a:lstStyle/>
          <a:p>
            <a:pPr marL="0" indent="0">
              <a:buNone/>
            </a:pPr>
            <a:r>
              <a:rPr lang="en-US" b="1" dirty="0" smtClean="0">
                <a:solidFill>
                  <a:srgbClr val="00B050"/>
                </a:solidFill>
              </a:rPr>
              <a:t>3) Evaluate and Rank the Risk:</a:t>
            </a:r>
          </a:p>
          <a:p>
            <a:pPr>
              <a:buFont typeface="Wingdings" panose="05000000000000000000" pitchFamily="2" charset="2"/>
              <a:buChar char="Ø"/>
            </a:pPr>
            <a:r>
              <a:rPr lang="en-US" dirty="0"/>
              <a:t>Risks need to be ranked and prioritized. </a:t>
            </a:r>
            <a:endParaRPr lang="en-US" dirty="0" smtClean="0"/>
          </a:p>
          <a:p>
            <a:pPr>
              <a:buFont typeface="Wingdings" panose="05000000000000000000" pitchFamily="2" charset="2"/>
              <a:buChar char="Ø"/>
            </a:pPr>
            <a:r>
              <a:rPr lang="en-US" dirty="0"/>
              <a:t>Most risk management solutions have different categories of risks, depending on the severity of the risk</a:t>
            </a:r>
            <a:r>
              <a:rPr lang="en-US" dirty="0" smtClean="0"/>
              <a:t>.</a:t>
            </a:r>
          </a:p>
          <a:p>
            <a:pPr>
              <a:buFont typeface="Wingdings" panose="05000000000000000000" pitchFamily="2" charset="2"/>
              <a:buChar char="Ø"/>
            </a:pPr>
            <a:r>
              <a:rPr lang="en-US" dirty="0"/>
              <a:t>A risk that may cause some inconvenience is rated </a:t>
            </a:r>
            <a:r>
              <a:rPr lang="en-US" dirty="0" smtClean="0"/>
              <a:t>lowly</a:t>
            </a:r>
          </a:p>
          <a:p>
            <a:pPr>
              <a:buFont typeface="Wingdings" panose="05000000000000000000" pitchFamily="2" charset="2"/>
              <a:buChar char="Ø"/>
            </a:pPr>
            <a:r>
              <a:rPr lang="en-US" dirty="0" smtClean="0"/>
              <a:t>Risks </a:t>
            </a:r>
            <a:r>
              <a:rPr lang="en-US" dirty="0"/>
              <a:t>that can result in catastrophic loss are rated the highest. </a:t>
            </a:r>
            <a:endParaRPr lang="en-US" dirty="0" smtClean="0"/>
          </a:p>
          <a:p>
            <a:pPr>
              <a:buFont typeface="Wingdings" panose="05000000000000000000" pitchFamily="2" charset="2"/>
              <a:buChar char="Ø"/>
            </a:pPr>
            <a:r>
              <a:rPr lang="en-US" dirty="0" smtClean="0"/>
              <a:t>Highest ranked </a:t>
            </a:r>
            <a:r>
              <a:rPr lang="en-US" dirty="0"/>
              <a:t>risks </a:t>
            </a:r>
            <a:r>
              <a:rPr lang="en-US" dirty="0" smtClean="0"/>
              <a:t>require </a:t>
            </a:r>
            <a:r>
              <a:rPr lang="en-US" dirty="0"/>
              <a:t>immediate </a:t>
            </a:r>
            <a:r>
              <a:rPr lang="en-US" dirty="0" smtClean="0"/>
              <a:t>attention of upper management</a:t>
            </a:r>
          </a:p>
          <a:p>
            <a:pPr>
              <a:buFont typeface="Wingdings" panose="05000000000000000000" pitchFamily="2" charset="2"/>
              <a:buChar char="Ø"/>
            </a:pPr>
            <a:r>
              <a:rPr lang="en-US" dirty="0" smtClean="0"/>
              <a:t>Low ranked can be dealt in the near future.</a:t>
            </a:r>
            <a:endParaRPr lang="en-US" b="1" dirty="0" smtClean="0"/>
          </a:p>
        </p:txBody>
      </p:sp>
      <p:graphicFrame>
        <p:nvGraphicFramePr>
          <p:cNvPr id="5" name="Diagram 4"/>
          <p:cNvGraphicFramePr/>
          <p:nvPr>
            <p:extLst>
              <p:ext uri="{D42A27DB-BD31-4B8C-83A1-F6EECF244321}">
                <p14:modId xmlns:p14="http://schemas.microsoft.com/office/powerpoint/2010/main" val="3704399113"/>
              </p:ext>
            </p:extLst>
          </p:nvPr>
        </p:nvGraphicFramePr>
        <p:xfrm>
          <a:off x="8716297" y="3347168"/>
          <a:ext cx="3271685" cy="33191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027700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7641"/>
            <a:ext cx="10515600" cy="1325563"/>
          </a:xfrm>
        </p:spPr>
        <p:txBody>
          <a:bodyPr/>
          <a:lstStyle/>
          <a:p>
            <a:pPr algn="ctr"/>
            <a:r>
              <a:rPr lang="en-US" b="1" dirty="0"/>
              <a:t>Risk Management Process</a:t>
            </a:r>
          </a:p>
        </p:txBody>
      </p:sp>
      <p:sp>
        <p:nvSpPr>
          <p:cNvPr id="3" name="Content Placeholder 2"/>
          <p:cNvSpPr>
            <a:spLocks noGrp="1"/>
          </p:cNvSpPr>
          <p:nvPr>
            <p:ph idx="1"/>
          </p:nvPr>
        </p:nvSpPr>
        <p:spPr>
          <a:xfrm>
            <a:off x="838200" y="1825625"/>
            <a:ext cx="9720532" cy="4351338"/>
          </a:xfrm>
        </p:spPr>
        <p:txBody>
          <a:bodyPr>
            <a:normAutofit/>
          </a:bodyPr>
          <a:lstStyle/>
          <a:p>
            <a:pPr marL="0" indent="0">
              <a:buNone/>
            </a:pPr>
            <a:r>
              <a:rPr lang="en-US" sz="3400" b="1" dirty="0" smtClean="0">
                <a:solidFill>
                  <a:srgbClr val="00C5DA"/>
                </a:solidFill>
              </a:rPr>
              <a:t>4) Treat </a:t>
            </a:r>
            <a:r>
              <a:rPr lang="en-US" sz="3400" b="1" dirty="0">
                <a:solidFill>
                  <a:srgbClr val="00C5DA"/>
                </a:solidFill>
              </a:rPr>
              <a:t>the </a:t>
            </a:r>
            <a:r>
              <a:rPr lang="en-US" sz="3400" b="1" dirty="0" smtClean="0">
                <a:solidFill>
                  <a:srgbClr val="00C5DA"/>
                </a:solidFill>
              </a:rPr>
              <a:t>Risk:</a:t>
            </a:r>
          </a:p>
          <a:p>
            <a:pPr>
              <a:buFont typeface="Wingdings" panose="05000000000000000000" pitchFamily="2" charset="2"/>
              <a:buChar char="Ø"/>
            </a:pPr>
            <a:r>
              <a:rPr lang="en-US" dirty="0"/>
              <a:t>Eliminate </a:t>
            </a:r>
            <a:r>
              <a:rPr lang="en-US" dirty="0" smtClean="0"/>
              <a:t>risks before </a:t>
            </a:r>
            <a:r>
              <a:rPr lang="en-US" dirty="0"/>
              <a:t>they happen.</a:t>
            </a:r>
          </a:p>
          <a:p>
            <a:pPr>
              <a:buFont typeface="Wingdings" panose="05000000000000000000" pitchFamily="2" charset="2"/>
              <a:buChar char="Ø"/>
            </a:pPr>
            <a:r>
              <a:rPr lang="en-US" dirty="0"/>
              <a:t>Decrease impact of </a:t>
            </a:r>
            <a:r>
              <a:rPr lang="en-US" dirty="0" smtClean="0"/>
              <a:t>risk(s).</a:t>
            </a:r>
            <a:endParaRPr lang="en-US" dirty="0"/>
          </a:p>
          <a:p>
            <a:pPr>
              <a:buFont typeface="Wingdings" panose="05000000000000000000" pitchFamily="2" charset="2"/>
              <a:buChar char="Ø"/>
            </a:pPr>
            <a:r>
              <a:rPr lang="en-US" dirty="0" smtClean="0"/>
              <a:t>Contingency plan: </a:t>
            </a:r>
            <a:r>
              <a:rPr lang="en-US" dirty="0"/>
              <a:t>Do something if risk </a:t>
            </a:r>
            <a:r>
              <a:rPr lang="en-US" dirty="0" smtClean="0"/>
              <a:t>happens</a:t>
            </a:r>
            <a:endParaRPr lang="en-US" dirty="0"/>
          </a:p>
          <a:p>
            <a:pPr>
              <a:buFont typeface="Wingdings" panose="05000000000000000000" pitchFamily="2" charset="2"/>
              <a:buChar char="Ø"/>
            </a:pPr>
            <a:r>
              <a:rPr lang="en-US" dirty="0"/>
              <a:t>Fallback </a:t>
            </a:r>
            <a:r>
              <a:rPr lang="en-US" dirty="0" smtClean="0"/>
              <a:t>plan: Do </a:t>
            </a:r>
            <a:r>
              <a:rPr lang="en-US" dirty="0"/>
              <a:t>something if contingency plans are not </a:t>
            </a:r>
            <a:r>
              <a:rPr lang="en-US" dirty="0" smtClean="0"/>
              <a:t>effective</a:t>
            </a:r>
            <a:endParaRPr lang="en-US" dirty="0"/>
          </a:p>
        </p:txBody>
      </p:sp>
      <p:graphicFrame>
        <p:nvGraphicFramePr>
          <p:cNvPr id="5" name="Diagram 4"/>
          <p:cNvGraphicFramePr/>
          <p:nvPr>
            <p:extLst>
              <p:ext uri="{D42A27DB-BD31-4B8C-83A1-F6EECF244321}">
                <p14:modId xmlns:p14="http://schemas.microsoft.com/office/powerpoint/2010/main" val="1907910133"/>
              </p:ext>
            </p:extLst>
          </p:nvPr>
        </p:nvGraphicFramePr>
        <p:xfrm>
          <a:off x="8716297" y="3347168"/>
          <a:ext cx="3271685" cy="33191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707706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7641"/>
            <a:ext cx="10515600" cy="1325563"/>
          </a:xfrm>
        </p:spPr>
        <p:txBody>
          <a:bodyPr/>
          <a:lstStyle/>
          <a:p>
            <a:pPr algn="ctr"/>
            <a:r>
              <a:rPr lang="en-US" b="1" dirty="0"/>
              <a:t>Risk Management Process</a:t>
            </a:r>
          </a:p>
        </p:txBody>
      </p:sp>
      <p:sp>
        <p:nvSpPr>
          <p:cNvPr id="3" name="Content Placeholder 2"/>
          <p:cNvSpPr>
            <a:spLocks noGrp="1"/>
          </p:cNvSpPr>
          <p:nvPr>
            <p:ph idx="1"/>
          </p:nvPr>
        </p:nvSpPr>
        <p:spPr>
          <a:xfrm>
            <a:off x="838200" y="1825625"/>
            <a:ext cx="9720532" cy="4351338"/>
          </a:xfrm>
        </p:spPr>
        <p:txBody>
          <a:bodyPr>
            <a:normAutofit/>
          </a:bodyPr>
          <a:lstStyle/>
          <a:p>
            <a:pPr marL="0" indent="0">
              <a:buNone/>
            </a:pPr>
            <a:r>
              <a:rPr lang="en-US" sz="3400" b="1" dirty="0" smtClean="0">
                <a:solidFill>
                  <a:srgbClr val="00C5DA"/>
                </a:solidFill>
              </a:rPr>
              <a:t>4) Treat </a:t>
            </a:r>
            <a:r>
              <a:rPr lang="en-US" sz="3400" b="1" dirty="0">
                <a:solidFill>
                  <a:srgbClr val="00C5DA"/>
                </a:solidFill>
              </a:rPr>
              <a:t>the </a:t>
            </a:r>
            <a:r>
              <a:rPr lang="en-US" sz="3400" b="1" dirty="0" smtClean="0">
                <a:solidFill>
                  <a:srgbClr val="00C5DA"/>
                </a:solidFill>
              </a:rPr>
              <a:t>Risk: </a:t>
            </a:r>
            <a:r>
              <a:rPr lang="en-US" sz="3400" b="1" dirty="0" smtClean="0"/>
              <a:t>Continued..</a:t>
            </a:r>
          </a:p>
          <a:p>
            <a:pPr>
              <a:buFont typeface="Wingdings" panose="05000000000000000000" pitchFamily="2" charset="2"/>
              <a:buChar char="Ø"/>
            </a:pPr>
            <a:r>
              <a:rPr lang="en-US" dirty="0" smtClean="0"/>
              <a:t>Negative </a:t>
            </a:r>
            <a:r>
              <a:rPr lang="en-US" dirty="0"/>
              <a:t>risk or threat</a:t>
            </a:r>
          </a:p>
          <a:p>
            <a:pPr lvl="1"/>
            <a:r>
              <a:rPr lang="en-US" dirty="0"/>
              <a:t>Avoid</a:t>
            </a:r>
          </a:p>
          <a:p>
            <a:pPr lvl="1"/>
            <a:r>
              <a:rPr lang="en-US" dirty="0"/>
              <a:t>Transfer</a:t>
            </a:r>
          </a:p>
          <a:p>
            <a:pPr lvl="1"/>
            <a:r>
              <a:rPr lang="en-US" dirty="0"/>
              <a:t>Mitigate</a:t>
            </a:r>
          </a:p>
          <a:p>
            <a:pPr lvl="1"/>
            <a:r>
              <a:rPr lang="en-US" dirty="0"/>
              <a:t>Accept</a:t>
            </a:r>
          </a:p>
          <a:p>
            <a:pPr>
              <a:buFont typeface="Wingdings" panose="05000000000000000000" pitchFamily="2" charset="2"/>
              <a:buChar char="Ø"/>
            </a:pPr>
            <a:r>
              <a:rPr lang="en-US" dirty="0"/>
              <a:t>Positive risk or opportunity</a:t>
            </a:r>
          </a:p>
          <a:p>
            <a:pPr lvl="1"/>
            <a:r>
              <a:rPr lang="en-US" dirty="0"/>
              <a:t>Exploit</a:t>
            </a:r>
          </a:p>
          <a:p>
            <a:pPr lvl="1"/>
            <a:r>
              <a:rPr lang="en-US" dirty="0"/>
              <a:t>Share</a:t>
            </a:r>
          </a:p>
          <a:p>
            <a:pPr lvl="1"/>
            <a:r>
              <a:rPr lang="en-US" dirty="0" smtClean="0"/>
              <a:t>Enhance</a:t>
            </a:r>
            <a:endParaRPr lang="en-US" b="1" dirty="0" smtClean="0">
              <a:solidFill>
                <a:srgbClr val="0070C0"/>
              </a:solidFill>
            </a:endParaRPr>
          </a:p>
          <a:p>
            <a:pPr lvl="1">
              <a:buFont typeface="Wingdings" panose="05000000000000000000" pitchFamily="2" charset="2"/>
              <a:buChar char="Ø"/>
            </a:pPr>
            <a:endParaRPr lang="en-US" sz="2800" b="1" dirty="0">
              <a:solidFill>
                <a:srgbClr val="0070C0"/>
              </a:solidFill>
            </a:endParaRPr>
          </a:p>
        </p:txBody>
      </p:sp>
      <p:graphicFrame>
        <p:nvGraphicFramePr>
          <p:cNvPr id="5" name="Diagram 4"/>
          <p:cNvGraphicFramePr/>
          <p:nvPr>
            <p:extLst>
              <p:ext uri="{D42A27DB-BD31-4B8C-83A1-F6EECF244321}">
                <p14:modId xmlns:p14="http://schemas.microsoft.com/office/powerpoint/2010/main" val="1907910133"/>
              </p:ext>
            </p:extLst>
          </p:nvPr>
        </p:nvGraphicFramePr>
        <p:xfrm>
          <a:off x="8716297" y="3347168"/>
          <a:ext cx="3271685" cy="33191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757225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7641"/>
            <a:ext cx="10515600" cy="1325563"/>
          </a:xfrm>
        </p:spPr>
        <p:txBody>
          <a:bodyPr/>
          <a:lstStyle/>
          <a:p>
            <a:pPr algn="ctr"/>
            <a:r>
              <a:rPr lang="en-US" b="1" dirty="0"/>
              <a:t>Risk Management Process</a:t>
            </a:r>
          </a:p>
        </p:txBody>
      </p:sp>
      <p:sp>
        <p:nvSpPr>
          <p:cNvPr id="3" name="Content Placeholder 2"/>
          <p:cNvSpPr>
            <a:spLocks noGrp="1"/>
          </p:cNvSpPr>
          <p:nvPr>
            <p:ph idx="1"/>
          </p:nvPr>
        </p:nvSpPr>
        <p:spPr>
          <a:xfrm>
            <a:off x="838200" y="1825625"/>
            <a:ext cx="8633604" cy="4351338"/>
          </a:xfrm>
        </p:spPr>
        <p:txBody>
          <a:bodyPr>
            <a:normAutofit/>
          </a:bodyPr>
          <a:lstStyle/>
          <a:p>
            <a:pPr marL="0" indent="0">
              <a:buNone/>
            </a:pPr>
            <a:r>
              <a:rPr lang="en-US" b="1" dirty="0" smtClean="0">
                <a:solidFill>
                  <a:srgbClr val="0070C0"/>
                </a:solidFill>
              </a:rPr>
              <a:t>5) Monitor </a:t>
            </a:r>
            <a:r>
              <a:rPr lang="en-US" b="1" dirty="0">
                <a:solidFill>
                  <a:srgbClr val="0070C0"/>
                </a:solidFill>
              </a:rPr>
              <a:t>and Review the Risk</a:t>
            </a:r>
            <a:r>
              <a:rPr lang="en-US" b="1" dirty="0" smtClean="0">
                <a:solidFill>
                  <a:srgbClr val="0070C0"/>
                </a:solidFill>
              </a:rPr>
              <a:t>:</a:t>
            </a:r>
          </a:p>
          <a:p>
            <a:pPr>
              <a:buFont typeface="Wingdings" panose="05000000000000000000" pitchFamily="2" charset="2"/>
              <a:buChar char="Ø"/>
            </a:pPr>
            <a:r>
              <a:rPr lang="en-US" dirty="0">
                <a:solidFill>
                  <a:srgbClr val="C00000"/>
                </a:solidFill>
              </a:rPr>
              <a:t>Risk Reassessment: </a:t>
            </a:r>
            <a:r>
              <a:rPr lang="en-US" dirty="0" smtClean="0"/>
              <a:t>Scheduled </a:t>
            </a:r>
            <a:r>
              <a:rPr lang="en-US" dirty="0"/>
              <a:t>regularly to identify new </a:t>
            </a:r>
            <a:r>
              <a:rPr lang="en-US" dirty="0" smtClean="0"/>
              <a:t>risk</a:t>
            </a:r>
            <a:endParaRPr lang="en-US" dirty="0"/>
          </a:p>
          <a:p>
            <a:pPr>
              <a:buFont typeface="Wingdings" panose="05000000000000000000" pitchFamily="2" charset="2"/>
              <a:buChar char="Ø"/>
            </a:pPr>
            <a:r>
              <a:rPr lang="en-US" dirty="0">
                <a:solidFill>
                  <a:srgbClr val="C00000"/>
                </a:solidFill>
              </a:rPr>
              <a:t>Risk Audit: </a:t>
            </a:r>
            <a:r>
              <a:rPr lang="en-US" dirty="0" smtClean="0"/>
              <a:t>Examine </a:t>
            </a:r>
            <a:r>
              <a:rPr lang="en-US" dirty="0"/>
              <a:t>the effectiveness of planned risk </a:t>
            </a:r>
            <a:r>
              <a:rPr lang="en-US" dirty="0" smtClean="0"/>
              <a:t>response</a:t>
            </a:r>
            <a:endParaRPr lang="en-US" dirty="0"/>
          </a:p>
          <a:p>
            <a:pPr>
              <a:buFont typeface="Wingdings" panose="05000000000000000000" pitchFamily="2" charset="2"/>
              <a:buChar char="Ø"/>
            </a:pPr>
            <a:r>
              <a:rPr lang="en-US" dirty="0" smtClean="0">
                <a:solidFill>
                  <a:srgbClr val="C00000"/>
                </a:solidFill>
              </a:rPr>
              <a:t>Trend </a:t>
            </a:r>
            <a:r>
              <a:rPr lang="en-US" dirty="0">
                <a:solidFill>
                  <a:srgbClr val="C00000"/>
                </a:solidFill>
              </a:rPr>
              <a:t>A</a:t>
            </a:r>
            <a:r>
              <a:rPr lang="en-US" dirty="0" smtClean="0">
                <a:solidFill>
                  <a:srgbClr val="C00000"/>
                </a:solidFill>
              </a:rPr>
              <a:t>nalysis: </a:t>
            </a:r>
            <a:r>
              <a:rPr lang="en-US" dirty="0" smtClean="0"/>
              <a:t>Monitor </a:t>
            </a:r>
            <a:r>
              <a:rPr lang="en-US" dirty="0"/>
              <a:t>overall project </a:t>
            </a:r>
            <a:r>
              <a:rPr lang="en-US" dirty="0" smtClean="0"/>
              <a:t>performance</a:t>
            </a:r>
            <a:endParaRPr lang="en-US" dirty="0"/>
          </a:p>
          <a:p>
            <a:pPr lvl="1">
              <a:buFont typeface="Wingdings" panose="05000000000000000000" pitchFamily="2" charset="2"/>
              <a:buChar char="Ø"/>
            </a:pPr>
            <a:endParaRPr lang="en-US" dirty="0"/>
          </a:p>
        </p:txBody>
      </p:sp>
      <p:graphicFrame>
        <p:nvGraphicFramePr>
          <p:cNvPr id="5" name="Diagram 4"/>
          <p:cNvGraphicFramePr/>
          <p:nvPr>
            <p:extLst>
              <p:ext uri="{D42A27DB-BD31-4B8C-83A1-F6EECF244321}">
                <p14:modId xmlns:p14="http://schemas.microsoft.com/office/powerpoint/2010/main" val="2163828074"/>
              </p:ext>
            </p:extLst>
          </p:nvPr>
        </p:nvGraphicFramePr>
        <p:xfrm>
          <a:off x="8716297" y="3347168"/>
          <a:ext cx="3271685" cy="33191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517144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bwMode="auto">
          <a:xfrm>
            <a:off x="1981200" y="274638"/>
            <a:ext cx="8229600" cy="8509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90000"/>
          </a:bodyPr>
          <a:lstStyle/>
          <a:p>
            <a:pPr marL="342900" indent="-342900"/>
            <a:r>
              <a:rPr lang="en-US" sz="3200">
                <a:solidFill>
                  <a:srgbClr val="FF0000"/>
                </a:solidFill>
                <a:latin typeface="Times New Roman" panose="02020603050405020304" pitchFamily="18" charset="0"/>
                <a:cs typeface="Times New Roman" panose="02020603050405020304" pitchFamily="18" charset="0"/>
              </a:rPr>
              <a:t>Risk Control Strategies </a:t>
            </a:r>
            <a:r>
              <a:rPr lang="en-US">
                <a:solidFill>
                  <a:schemeClr val="tx2"/>
                </a:solidFill>
                <a:latin typeface="Arial" panose="020B0604020202020204" pitchFamily="34" charset="0"/>
                <a:cs typeface="Arial" panose="020B0604020202020204" pitchFamily="34" charset="0"/>
              </a:rPr>
              <a:t/>
            </a:r>
            <a:br>
              <a:rPr lang="en-US">
                <a:solidFill>
                  <a:schemeClr val="tx2"/>
                </a:solidFill>
                <a:latin typeface="Arial" panose="020B0604020202020204" pitchFamily="34" charset="0"/>
                <a:cs typeface="Arial" panose="020B0604020202020204" pitchFamily="34" charset="0"/>
              </a:rPr>
            </a:br>
            <a:endParaRPr lang="en-US">
              <a:solidFill>
                <a:schemeClr val="tx2"/>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1981200" y="1600200"/>
            <a:ext cx="8229600" cy="4421188"/>
          </a:xfrm>
        </p:spPr>
        <p:txBody>
          <a:bodyPr/>
          <a:lstStyle/>
          <a:p>
            <a:pPr>
              <a:defRPr/>
            </a:pPr>
            <a:r>
              <a:rPr lang="en-US" b="1" dirty="0" smtClean="0">
                <a:latin typeface="Times New Roman" pitchFamily="18" charset="0"/>
                <a:cs typeface="Times New Roman" pitchFamily="18" charset="0"/>
              </a:rPr>
              <a:t>Identify Possible Controls</a:t>
            </a:r>
            <a:endParaRPr lang="en-US" dirty="0" smtClean="0">
              <a:latin typeface="Times New Roman" pitchFamily="18" charset="0"/>
              <a:cs typeface="Times New Roman" pitchFamily="18" charset="0"/>
            </a:endParaRPr>
          </a:p>
          <a:p>
            <a:pPr lvl="1">
              <a:defRPr/>
            </a:pPr>
            <a:r>
              <a:rPr lang="en-US" dirty="0" smtClean="0">
                <a:latin typeface="Times New Roman" pitchFamily="18" charset="0"/>
                <a:cs typeface="Times New Roman" pitchFamily="18" charset="0"/>
              </a:rPr>
              <a:t>For each threat and its associated vulnerabilities that have residual risk, create a preliminary list of control ideas. Three general categories of controls exist:</a:t>
            </a:r>
          </a:p>
          <a:p>
            <a:pPr lvl="1">
              <a:defRPr/>
            </a:pPr>
            <a:r>
              <a:rPr lang="en-US" dirty="0" smtClean="0">
                <a:latin typeface="Times New Roman" pitchFamily="18" charset="0"/>
                <a:cs typeface="Times New Roman" pitchFamily="18" charset="0"/>
              </a:rPr>
              <a:t>Policies</a:t>
            </a:r>
          </a:p>
          <a:p>
            <a:pPr lvl="1">
              <a:defRPr/>
            </a:pPr>
            <a:r>
              <a:rPr lang="en-US" dirty="0" smtClean="0">
                <a:latin typeface="Times New Roman" pitchFamily="18" charset="0"/>
                <a:cs typeface="Times New Roman" pitchFamily="18" charset="0"/>
              </a:rPr>
              <a:t>Programs</a:t>
            </a:r>
          </a:p>
          <a:p>
            <a:pPr lvl="1">
              <a:defRPr/>
            </a:pPr>
            <a:r>
              <a:rPr lang="en-US" dirty="0" smtClean="0">
                <a:latin typeface="Times New Roman" pitchFamily="18" charset="0"/>
                <a:cs typeface="Times New Roman" pitchFamily="18" charset="0"/>
              </a:rPr>
              <a:t>Technical controls</a:t>
            </a:r>
            <a:endParaRPr lang="en-US" dirty="0">
              <a:latin typeface="Times New Roman" pitchFamily="18" charset="0"/>
              <a:cs typeface="Times New Roman" pitchFamily="18" charset="0"/>
            </a:endParaRPr>
          </a:p>
        </p:txBody>
      </p:sp>
      <p:pic>
        <p:nvPicPr>
          <p:cNvPr id="8196" name="Picture 2" descr="Image result for information certific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65801" y="5157788"/>
            <a:ext cx="4506913"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2766385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bwMode="auto">
          <a:xfrm>
            <a:off x="1981200" y="44450"/>
            <a:ext cx="8229600" cy="635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90000"/>
          </a:bodyPr>
          <a:lstStyle/>
          <a:p>
            <a:r>
              <a:rPr lang="en-US" smtClean="0">
                <a:solidFill>
                  <a:srgbClr val="FF0000"/>
                </a:solidFill>
                <a:latin typeface="Times New Roman" panose="02020603050405020304" pitchFamily="18" charset="0"/>
                <a:cs typeface="Times New Roman" panose="02020603050405020304" pitchFamily="18" charset="0"/>
              </a:rPr>
              <a:t>Examples</a:t>
            </a:r>
          </a:p>
        </p:txBody>
      </p:sp>
      <p:pic>
        <p:nvPicPr>
          <p:cNvPr id="9219" name="Picture 2" descr="88849_08_T06.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765175"/>
            <a:ext cx="9144000" cy="194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0" name="Picture 5" descr="88849_08_T07.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3068639"/>
            <a:ext cx="9144000" cy="214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1" name="Rectangle 3"/>
          <p:cNvSpPr>
            <a:spLocks noChangeArrowheads="1"/>
          </p:cNvSpPr>
          <p:nvPr/>
        </p:nvSpPr>
        <p:spPr bwMode="auto">
          <a:xfrm>
            <a:off x="1524001" y="439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endParaRPr lang="en-US"/>
          </a:p>
        </p:txBody>
      </p:sp>
      <p:sp>
        <p:nvSpPr>
          <p:cNvPr id="9222" name="Rectangle 4"/>
          <p:cNvSpPr>
            <a:spLocks noChangeArrowheads="1"/>
          </p:cNvSpPr>
          <p:nvPr/>
        </p:nvSpPr>
        <p:spPr bwMode="auto">
          <a:xfrm>
            <a:off x="4511675" y="2708275"/>
            <a:ext cx="222250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sz="1200" b="1">
                <a:latin typeface="Calibri" panose="020F0502020204030204" pitchFamily="34" charset="0"/>
                <a:cs typeface="Times New Roman" panose="02020603050405020304" pitchFamily="18" charset="0"/>
              </a:rPr>
              <a:t> Likelihood and Consequences 1</a:t>
            </a:r>
            <a:endParaRPr lang="en-US" sz="800"/>
          </a:p>
          <a:p>
            <a:endParaRPr lang="en-US"/>
          </a:p>
        </p:txBody>
      </p:sp>
      <p:sp>
        <p:nvSpPr>
          <p:cNvPr id="9223" name="Rectangle 5"/>
          <p:cNvSpPr>
            <a:spLocks noChangeArrowheads="1"/>
          </p:cNvSpPr>
          <p:nvPr/>
        </p:nvSpPr>
        <p:spPr bwMode="auto">
          <a:xfrm>
            <a:off x="5006976" y="5373689"/>
            <a:ext cx="21875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sz="1200" b="1">
                <a:latin typeface="Calibri" panose="020F0502020204030204" pitchFamily="34" charset="0"/>
                <a:cs typeface="Times New Roman" panose="02020603050405020304" pitchFamily="18" charset="0"/>
              </a:rPr>
              <a:t>Likelihood and Consequences 2</a:t>
            </a:r>
            <a:endParaRPr lang="en-US"/>
          </a:p>
        </p:txBody>
      </p:sp>
    </p:spTree>
    <p:extLst>
      <p:ext uri="{BB962C8B-B14F-4D97-AF65-F5344CB8AC3E}">
        <p14:creationId xmlns:p14="http://schemas.microsoft.com/office/powerpoint/2010/main" val="18140795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7641"/>
            <a:ext cx="10515600" cy="1325563"/>
          </a:xfrm>
        </p:spPr>
        <p:txBody>
          <a:bodyPr/>
          <a:lstStyle/>
          <a:p>
            <a:pPr algn="ctr"/>
            <a:r>
              <a:rPr lang="en-US" b="1" dirty="0"/>
              <a:t>Risk Management Plan</a:t>
            </a:r>
            <a:endParaRPr lang="en-US" dirty="0"/>
          </a:p>
        </p:txBody>
      </p:sp>
      <p:sp>
        <p:nvSpPr>
          <p:cNvPr id="3" name="Content Placeholder 2"/>
          <p:cNvSpPr>
            <a:spLocks noGrp="1"/>
          </p:cNvSpPr>
          <p:nvPr>
            <p:ph idx="1"/>
          </p:nvPr>
        </p:nvSpPr>
        <p:spPr>
          <a:xfrm>
            <a:off x="838200" y="1825625"/>
            <a:ext cx="7842161" cy="4351338"/>
          </a:xfrm>
        </p:spPr>
        <p:txBody>
          <a:bodyPr>
            <a:normAutofit/>
          </a:bodyPr>
          <a:lstStyle/>
          <a:p>
            <a:pPr>
              <a:buFont typeface="Wingdings" panose="05000000000000000000" pitchFamily="2" charset="2"/>
              <a:buChar char="ü"/>
            </a:pPr>
            <a:r>
              <a:rPr lang="en-US" dirty="0" smtClean="0"/>
              <a:t>Schedule </a:t>
            </a:r>
            <a:r>
              <a:rPr lang="en-US" dirty="0"/>
              <a:t>Risk</a:t>
            </a:r>
          </a:p>
          <a:p>
            <a:pPr>
              <a:buFont typeface="Wingdings" panose="05000000000000000000" pitchFamily="2" charset="2"/>
              <a:buChar char="ü"/>
            </a:pPr>
            <a:r>
              <a:rPr lang="en-US" dirty="0" smtClean="0"/>
              <a:t>Cost </a:t>
            </a:r>
            <a:r>
              <a:rPr lang="en-US" dirty="0"/>
              <a:t>Risk</a:t>
            </a:r>
          </a:p>
          <a:p>
            <a:pPr>
              <a:buFont typeface="Wingdings" panose="05000000000000000000" pitchFamily="2" charset="2"/>
              <a:buChar char="ü"/>
            </a:pPr>
            <a:r>
              <a:rPr lang="en-US" dirty="0" smtClean="0"/>
              <a:t>Quality </a:t>
            </a:r>
            <a:r>
              <a:rPr lang="en-US" dirty="0"/>
              <a:t>Risk</a:t>
            </a:r>
          </a:p>
          <a:p>
            <a:pPr>
              <a:buFont typeface="Wingdings" panose="05000000000000000000" pitchFamily="2" charset="2"/>
              <a:buChar char="ü"/>
            </a:pPr>
            <a:r>
              <a:rPr lang="en-US" dirty="0" smtClean="0"/>
              <a:t>Scope </a:t>
            </a:r>
            <a:r>
              <a:rPr lang="en-US" dirty="0"/>
              <a:t>Risk</a:t>
            </a:r>
          </a:p>
          <a:p>
            <a:pPr>
              <a:buFont typeface="Wingdings" panose="05000000000000000000" pitchFamily="2" charset="2"/>
              <a:buChar char="ü"/>
            </a:pPr>
            <a:r>
              <a:rPr lang="en-US" dirty="0" smtClean="0"/>
              <a:t>Resource </a:t>
            </a:r>
            <a:r>
              <a:rPr lang="en-US" dirty="0"/>
              <a:t>Risk</a:t>
            </a:r>
          </a:p>
          <a:p>
            <a:pPr>
              <a:buFont typeface="Wingdings" panose="05000000000000000000" pitchFamily="2" charset="2"/>
              <a:buChar char="ü"/>
            </a:pPr>
            <a:r>
              <a:rPr lang="en-US" dirty="0" smtClean="0"/>
              <a:t>Customer </a:t>
            </a:r>
            <a:r>
              <a:rPr lang="en-US" dirty="0"/>
              <a:t>Satisfaction Risk</a:t>
            </a:r>
          </a:p>
        </p:txBody>
      </p:sp>
    </p:spTree>
    <p:extLst>
      <p:ext uri="{BB962C8B-B14F-4D97-AF65-F5344CB8AC3E}">
        <p14:creationId xmlns:p14="http://schemas.microsoft.com/office/powerpoint/2010/main" val="36684355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Benefits of Risk Management</a:t>
            </a:r>
            <a:endParaRPr lang="en-US" dirty="0"/>
          </a:p>
        </p:txBody>
      </p:sp>
      <p:sp>
        <p:nvSpPr>
          <p:cNvPr id="3" name="Content Placeholder 2"/>
          <p:cNvSpPr>
            <a:spLocks noGrp="1"/>
          </p:cNvSpPr>
          <p:nvPr>
            <p:ph idx="1"/>
          </p:nvPr>
        </p:nvSpPr>
        <p:spPr>
          <a:xfrm>
            <a:off x="838200" y="1825625"/>
            <a:ext cx="8537620" cy="4351338"/>
          </a:xfrm>
        </p:spPr>
        <p:txBody>
          <a:bodyPr>
            <a:normAutofit fontScale="92500" lnSpcReduction="20000"/>
          </a:bodyPr>
          <a:lstStyle/>
          <a:p>
            <a:pPr>
              <a:buFont typeface="Wingdings" panose="05000000000000000000" pitchFamily="2" charset="2"/>
              <a:buChar char="Ø"/>
            </a:pPr>
            <a:r>
              <a:rPr lang="en-US" dirty="0"/>
              <a:t>Effective use of resources</a:t>
            </a:r>
          </a:p>
          <a:p>
            <a:pPr>
              <a:buFont typeface="Wingdings" panose="05000000000000000000" pitchFamily="2" charset="2"/>
              <a:buChar char="Ø"/>
            </a:pPr>
            <a:r>
              <a:rPr lang="en-US" dirty="0" smtClean="0"/>
              <a:t>Promoting </a:t>
            </a:r>
            <a:r>
              <a:rPr lang="en-US" dirty="0"/>
              <a:t>continuous improvement</a:t>
            </a:r>
          </a:p>
          <a:p>
            <a:pPr>
              <a:buFont typeface="Wingdings" panose="05000000000000000000" pitchFamily="2" charset="2"/>
              <a:buChar char="Ø"/>
            </a:pPr>
            <a:r>
              <a:rPr lang="en-US" dirty="0" smtClean="0"/>
              <a:t>Fewer </a:t>
            </a:r>
            <a:r>
              <a:rPr lang="en-US" dirty="0"/>
              <a:t>shocks and failures</a:t>
            </a:r>
          </a:p>
          <a:p>
            <a:pPr>
              <a:buFont typeface="Wingdings" panose="05000000000000000000" pitchFamily="2" charset="2"/>
              <a:buChar char="Ø"/>
            </a:pPr>
            <a:r>
              <a:rPr lang="en-US" dirty="0" smtClean="0"/>
              <a:t>Strategic </a:t>
            </a:r>
            <a:r>
              <a:rPr lang="en-US" dirty="0"/>
              <a:t>business planning</a:t>
            </a:r>
          </a:p>
          <a:p>
            <a:pPr>
              <a:buFont typeface="Wingdings" panose="05000000000000000000" pitchFamily="2" charset="2"/>
              <a:buChar char="Ø"/>
            </a:pPr>
            <a:r>
              <a:rPr lang="en-US" dirty="0" smtClean="0"/>
              <a:t>Raised </a:t>
            </a:r>
            <a:r>
              <a:rPr lang="en-US" dirty="0"/>
              <a:t>awareness of significant risks</a:t>
            </a:r>
            <a:r>
              <a:rPr lang="en-US" dirty="0" smtClean="0"/>
              <a:t>.</a:t>
            </a:r>
          </a:p>
          <a:p>
            <a:pPr>
              <a:buFont typeface="Wingdings" panose="05000000000000000000" pitchFamily="2" charset="2"/>
              <a:buChar char="Ø"/>
            </a:pPr>
            <a:r>
              <a:rPr lang="en-US" dirty="0"/>
              <a:t>Quick grasp of new opportunities</a:t>
            </a:r>
          </a:p>
          <a:p>
            <a:pPr>
              <a:buFont typeface="Wingdings" panose="05000000000000000000" pitchFamily="2" charset="2"/>
              <a:buChar char="Ø"/>
            </a:pPr>
            <a:r>
              <a:rPr lang="en-US" dirty="0" smtClean="0"/>
              <a:t>Enhancing </a:t>
            </a:r>
            <a:r>
              <a:rPr lang="en-US" dirty="0"/>
              <a:t>communication</a:t>
            </a:r>
          </a:p>
          <a:p>
            <a:pPr>
              <a:buFont typeface="Wingdings" panose="05000000000000000000" pitchFamily="2" charset="2"/>
              <a:buChar char="Ø"/>
            </a:pPr>
            <a:r>
              <a:rPr lang="en-US" dirty="0" smtClean="0"/>
              <a:t>Reassuring </a:t>
            </a:r>
            <a:r>
              <a:rPr lang="en-US" dirty="0"/>
              <a:t>stakeholders</a:t>
            </a:r>
          </a:p>
          <a:p>
            <a:pPr>
              <a:buFont typeface="Wingdings" panose="05000000000000000000" pitchFamily="2" charset="2"/>
              <a:buChar char="Ø"/>
            </a:pPr>
            <a:r>
              <a:rPr lang="fr-FR" dirty="0" smtClean="0"/>
              <a:t>Focus </a:t>
            </a:r>
            <a:r>
              <a:rPr lang="fr-FR" dirty="0"/>
              <a:t>on </a:t>
            </a:r>
            <a:r>
              <a:rPr lang="fr-FR" dirty="0" err="1"/>
              <a:t>internal</a:t>
            </a:r>
            <a:r>
              <a:rPr lang="fr-FR" dirty="0"/>
              <a:t> audit programme</a:t>
            </a:r>
          </a:p>
          <a:p>
            <a:pPr>
              <a:buFont typeface="Wingdings" panose="05000000000000000000" pitchFamily="2" charset="2"/>
              <a:buChar char="Ø"/>
            </a:pPr>
            <a:r>
              <a:rPr lang="en-US" dirty="0" smtClean="0"/>
              <a:t>Recognition </a:t>
            </a:r>
            <a:r>
              <a:rPr lang="en-US" dirty="0"/>
              <a:t>of responsibility </a:t>
            </a:r>
            <a:r>
              <a:rPr lang="en-US" dirty="0" smtClean="0"/>
              <a:t>and accountability</a:t>
            </a:r>
            <a:r>
              <a:rPr lang="en-US" dirty="0"/>
              <a:t>.</a:t>
            </a:r>
          </a:p>
        </p:txBody>
      </p:sp>
    </p:spTree>
    <p:extLst>
      <p:ext uri="{BB962C8B-B14F-4D97-AF65-F5344CB8AC3E}">
        <p14:creationId xmlns:p14="http://schemas.microsoft.com/office/powerpoint/2010/main" val="5933251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Assignment</a:t>
            </a:r>
            <a:endParaRPr lang="en-US" dirty="0"/>
          </a:p>
        </p:txBody>
      </p:sp>
      <p:sp>
        <p:nvSpPr>
          <p:cNvPr id="3" name="Content Placeholder 2"/>
          <p:cNvSpPr>
            <a:spLocks noGrp="1"/>
          </p:cNvSpPr>
          <p:nvPr>
            <p:ph idx="1"/>
          </p:nvPr>
        </p:nvSpPr>
        <p:spPr/>
        <p:txBody>
          <a:bodyPr/>
          <a:lstStyle/>
          <a:p>
            <a:r>
              <a:rPr lang="en-US" dirty="0" smtClean="0"/>
              <a:t>Risk Assessment of</a:t>
            </a:r>
          </a:p>
          <a:p>
            <a:pPr lvl="1"/>
            <a:r>
              <a:rPr lang="en-US" smtClean="0"/>
              <a:t>E-commerce sites</a:t>
            </a:r>
            <a:endParaRPr lang="en-US" dirty="0" smtClean="0"/>
          </a:p>
          <a:p>
            <a:pPr lvl="1"/>
            <a:r>
              <a:rPr lang="en-US" dirty="0" smtClean="0"/>
              <a:t>Stand along Systems</a:t>
            </a:r>
          </a:p>
          <a:p>
            <a:pPr lvl="1"/>
            <a:r>
              <a:rPr lang="en-US" dirty="0" smtClean="0"/>
              <a:t>Distributed Systems</a:t>
            </a:r>
          </a:p>
          <a:p>
            <a:pPr lvl="1"/>
            <a:r>
              <a:rPr lang="en-US" dirty="0" smtClean="0"/>
              <a:t>Remote Defense systems</a:t>
            </a:r>
            <a:endParaRPr lang="en-US" dirty="0"/>
          </a:p>
        </p:txBody>
      </p:sp>
    </p:spTree>
    <p:extLst>
      <p:ext uri="{BB962C8B-B14F-4D97-AF65-F5344CB8AC3E}">
        <p14:creationId xmlns:p14="http://schemas.microsoft.com/office/powerpoint/2010/main" val="27524248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1280</TotalTime>
  <Words>1308</Words>
  <Application>Microsoft Office PowerPoint</Application>
  <PresentationFormat>Widescreen</PresentationFormat>
  <Paragraphs>362</Paragraphs>
  <Slides>33</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Arial</vt:lpstr>
      <vt:lpstr>Calibri</vt:lpstr>
      <vt:lpstr>Calibri Light</vt:lpstr>
      <vt:lpstr>Courier New</vt:lpstr>
      <vt:lpstr>Times New Roman</vt:lpstr>
      <vt:lpstr>Wingdings</vt:lpstr>
      <vt:lpstr>Office Theme</vt:lpstr>
      <vt:lpstr>Professional Practices</vt:lpstr>
      <vt:lpstr>Week 13 Topic: Risk Management</vt:lpstr>
      <vt:lpstr>Introduction</vt:lpstr>
      <vt:lpstr>Introduction </vt:lpstr>
      <vt:lpstr>Introduction</vt:lpstr>
      <vt:lpstr>Introduction</vt:lpstr>
      <vt:lpstr>Introduction</vt:lpstr>
      <vt:lpstr>Risk Management Process</vt:lpstr>
      <vt:lpstr>Risk Identification  </vt:lpstr>
      <vt:lpstr>Risk Management Process</vt:lpstr>
      <vt:lpstr>Risk Management Process</vt:lpstr>
      <vt:lpstr>Risk Management Process</vt:lpstr>
      <vt:lpstr>Risk Management Process</vt:lpstr>
      <vt:lpstr>Risk Management Process</vt:lpstr>
      <vt:lpstr>Risk Management Process</vt:lpstr>
      <vt:lpstr>Risk Management Process</vt:lpstr>
      <vt:lpstr>Risk Management Process</vt:lpstr>
      <vt:lpstr>Risk Management Process</vt:lpstr>
      <vt:lpstr>Risk Management Process</vt:lpstr>
      <vt:lpstr>Risk Management Process</vt:lpstr>
      <vt:lpstr>Risk Management Process</vt:lpstr>
      <vt:lpstr>Risk Management Process</vt:lpstr>
      <vt:lpstr>Risk Management Process</vt:lpstr>
      <vt:lpstr>Risk Assesment </vt:lpstr>
      <vt:lpstr>Risk Management Process</vt:lpstr>
      <vt:lpstr>Risk Management Process</vt:lpstr>
      <vt:lpstr>Risk Management Process</vt:lpstr>
      <vt:lpstr>Risk Management Process</vt:lpstr>
      <vt:lpstr>Risk Control Strategies  </vt:lpstr>
      <vt:lpstr>Examples</vt:lpstr>
      <vt:lpstr>Risk Management Plan</vt:lpstr>
      <vt:lpstr>Benefits of Risk Management</vt:lpstr>
      <vt:lpstr>Assignment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Professional Practices</dc:title>
  <dc:creator>Abdul Jamil</dc:creator>
  <cp:lastModifiedBy>Windows User</cp:lastModifiedBy>
  <cp:revision>429</cp:revision>
  <dcterms:created xsi:type="dcterms:W3CDTF">2020-11-20T07:57:39Z</dcterms:created>
  <dcterms:modified xsi:type="dcterms:W3CDTF">2020-12-22T12:45:36Z</dcterms:modified>
</cp:coreProperties>
</file>