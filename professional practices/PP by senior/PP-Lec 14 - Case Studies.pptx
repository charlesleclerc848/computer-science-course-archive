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0"/>
  </p:notesMasterIdLst>
  <p:sldIdLst>
    <p:sldId id="256" r:id="rId2"/>
    <p:sldId id="269" r:id="rId3"/>
    <p:sldId id="270" r:id="rId4"/>
    <p:sldId id="274" r:id="rId5"/>
    <p:sldId id="271" r:id="rId6"/>
    <p:sldId id="272" r:id="rId7"/>
    <p:sldId id="273" r:id="rId8"/>
    <p:sldId id="262" r:id="rId9"/>
  </p:sldIdLst>
  <p:sldSz cx="9144000" cy="6858000" type="screen4x3"/>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12" autoAdjust="0"/>
    <p:restoredTop sz="94291" autoAdjust="0"/>
  </p:normalViewPr>
  <p:slideViewPr>
    <p:cSldViewPr>
      <p:cViewPr varScale="1">
        <p:scale>
          <a:sx n="72" d="100"/>
          <a:sy n="72" d="100"/>
        </p:scale>
        <p:origin x="1374"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606DF2-3D8D-4101-86E6-4CBA3318F826}" type="datetimeFigureOut">
              <a:rPr lang="en-US" smtClean="0"/>
              <a:t>10/21/2022</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642AE8-B1FC-479D-9037-413AE140E4E0}" type="slidenum">
              <a:rPr lang="en-US" smtClean="0"/>
              <a:t>‹#›</a:t>
            </a:fld>
            <a:endParaRPr lang="en-US" dirty="0"/>
          </a:p>
        </p:txBody>
      </p:sp>
    </p:spTree>
    <p:extLst>
      <p:ext uri="{BB962C8B-B14F-4D97-AF65-F5344CB8AC3E}">
        <p14:creationId xmlns:p14="http://schemas.microsoft.com/office/powerpoint/2010/main" val="30489642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2CE2380-48A1-4B9B-AD33-149571CBB090}"/>
              </a:ext>
            </a:extLst>
          </p:cNvPr>
          <p:cNvSpPr>
            <a:spLocks noGrp="1" noChangeArrowheads="1"/>
          </p:cNvSpPr>
          <p:nvPr>
            <p:ph type="sldNum" sz="quarter" idx="5"/>
          </p:nvPr>
        </p:nvSpPr>
        <p:spPr>
          <a:ln/>
        </p:spPr>
        <p:txBody>
          <a:bodyPr/>
          <a:lstStyle/>
          <a:p>
            <a:fld id="{45AE33A8-B05D-4E2B-AEBF-D49A9BC93D8E}" type="slidenum">
              <a:rPr lang="en-US" altLang="en-PK"/>
              <a:pPr/>
              <a:t>5</a:t>
            </a:fld>
            <a:endParaRPr lang="en-US" altLang="en-PK"/>
          </a:p>
        </p:txBody>
      </p:sp>
      <p:sp>
        <p:nvSpPr>
          <p:cNvPr id="7170" name="Rectangle 7">
            <a:extLst>
              <a:ext uri="{FF2B5EF4-FFF2-40B4-BE49-F238E27FC236}">
                <a16:creationId xmlns:a16="http://schemas.microsoft.com/office/drawing/2014/main" id="{D7AEEE72-4DBA-4EDE-BCA1-0875B84F09D0}"/>
              </a:ext>
            </a:extLst>
          </p:cNvPr>
          <p:cNvSpPr txBox="1">
            <a:spLocks noGrp="1" noChangeArrowheads="1"/>
          </p:cNvSpPr>
          <p:nvPr/>
        </p:nvSpPr>
        <p:spPr bwMode="auto">
          <a:xfrm>
            <a:off x="3879850" y="8723313"/>
            <a:ext cx="3009900"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39" tIns="0" rIns="18839" bIns="0" anchor="b"/>
          <a:lstStyle>
            <a:lvl1pPr defTabSz="904875">
              <a:defRPr sz="2400">
                <a:solidFill>
                  <a:schemeClr val="tx1"/>
                </a:solidFill>
                <a:latin typeface="Times New Roman" panose="02020603050405020304" pitchFamily="18" charset="0"/>
                <a:cs typeface="Times New Roman" panose="02020603050405020304" pitchFamily="18" charset="0"/>
              </a:defRPr>
            </a:lvl1pPr>
            <a:lvl2pPr marL="741363" indent="-285750" defTabSz="904875">
              <a:defRPr sz="2400">
                <a:solidFill>
                  <a:schemeClr val="tx1"/>
                </a:solidFill>
                <a:latin typeface="Times New Roman" panose="02020603050405020304" pitchFamily="18" charset="0"/>
                <a:cs typeface="Times New Roman" panose="02020603050405020304" pitchFamily="18" charset="0"/>
              </a:defRPr>
            </a:lvl2pPr>
            <a:lvl3pPr marL="1139825" indent="-227013" defTabSz="904875">
              <a:defRPr sz="2400">
                <a:solidFill>
                  <a:schemeClr val="tx1"/>
                </a:solidFill>
                <a:latin typeface="Times New Roman" panose="02020603050405020304" pitchFamily="18" charset="0"/>
                <a:cs typeface="Times New Roman" panose="02020603050405020304" pitchFamily="18" charset="0"/>
              </a:defRPr>
            </a:lvl3pPr>
            <a:lvl4pPr marL="1597025" indent="-228600" defTabSz="904875">
              <a:defRPr sz="2400">
                <a:solidFill>
                  <a:schemeClr val="tx1"/>
                </a:solidFill>
                <a:latin typeface="Times New Roman" panose="02020603050405020304" pitchFamily="18" charset="0"/>
                <a:cs typeface="Times New Roman" panose="02020603050405020304" pitchFamily="18" charset="0"/>
              </a:defRPr>
            </a:lvl4pPr>
            <a:lvl5pPr marL="2052638" indent="-228600" defTabSz="904875">
              <a:defRPr sz="2400">
                <a:solidFill>
                  <a:schemeClr val="tx1"/>
                </a:solidFill>
                <a:latin typeface="Times New Roman" panose="02020603050405020304" pitchFamily="18" charset="0"/>
                <a:cs typeface="Times New Roman" panose="02020603050405020304" pitchFamily="18" charset="0"/>
              </a:defRPr>
            </a:lvl5pPr>
            <a:lvl6pPr marL="2509838" indent="-228600" defTabSz="904875"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6pPr>
            <a:lvl7pPr marL="2967038" indent="-228600" defTabSz="904875"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7pPr>
            <a:lvl8pPr marL="3424238" indent="-228600" defTabSz="904875"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8pPr>
            <a:lvl9pPr marL="3881438" indent="-228600" defTabSz="904875"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9pPr>
          </a:lstStyle>
          <a:p>
            <a:pPr algn="r" eaLnBrk="0" hangingPunct="0"/>
            <a:fld id="{A66D45A0-6D06-422C-A553-68FDDE7E40B6}" type="slidenum">
              <a:rPr lang="en-US" altLang="en-PK" sz="1000" i="1">
                <a:latin typeface="Arial" panose="020B0604020202020204" pitchFamily="34" charset="0"/>
              </a:rPr>
              <a:pPr algn="r" eaLnBrk="0" hangingPunct="0"/>
              <a:t>5</a:t>
            </a:fld>
            <a:endParaRPr lang="en-US" altLang="en-PK" sz="1000" i="1">
              <a:latin typeface="Arial" panose="020B0604020202020204" pitchFamily="34" charset="0"/>
            </a:endParaRPr>
          </a:p>
        </p:txBody>
      </p:sp>
      <p:sp>
        <p:nvSpPr>
          <p:cNvPr id="7171" name="Rectangle 2">
            <a:extLst>
              <a:ext uri="{FF2B5EF4-FFF2-40B4-BE49-F238E27FC236}">
                <a16:creationId xmlns:a16="http://schemas.microsoft.com/office/drawing/2014/main" id="{EB3825CD-E9D6-41AE-B96E-F943B313DA5B}"/>
              </a:ext>
            </a:extLst>
          </p:cNvPr>
          <p:cNvSpPr>
            <a:spLocks noChangeArrowheads="1" noTextEdit="1"/>
          </p:cNvSpPr>
          <p:nvPr>
            <p:ph type="sldImg"/>
          </p:nvPr>
        </p:nvSpPr>
        <p:spPr bwMode="auto">
          <a:xfrm>
            <a:off x="1122363" y="654050"/>
            <a:ext cx="4611687" cy="3459163"/>
          </a:xfrm>
          <a:prstGeom prst="rect">
            <a:avLst/>
          </a:prstGeom>
          <a:solidFill>
            <a:srgbClr val="FFFFFF"/>
          </a:solidFill>
          <a:ln>
            <a:solidFill>
              <a:srgbClr val="000000"/>
            </a:solidFill>
            <a:miter lim="800000"/>
            <a:headEnd/>
            <a:tailEnd/>
          </a:ln>
        </p:spPr>
      </p:sp>
      <p:sp>
        <p:nvSpPr>
          <p:cNvPr id="7172" name="Rectangle 3">
            <a:extLst>
              <a:ext uri="{FF2B5EF4-FFF2-40B4-BE49-F238E27FC236}">
                <a16:creationId xmlns:a16="http://schemas.microsoft.com/office/drawing/2014/main" id="{41F9E862-D2DB-411B-84E6-06A62663BA7C}"/>
              </a:ext>
            </a:extLst>
          </p:cNvPr>
          <p:cNvSpPr>
            <a:spLocks noGrp="1" noChangeArrowheads="1"/>
          </p:cNvSpPr>
          <p:nvPr>
            <p:ph type="body" idx="1"/>
          </p:nvPr>
        </p:nvSpPr>
        <p:spPr bwMode="auto">
          <a:xfrm>
            <a:off x="946150" y="4344988"/>
            <a:ext cx="4965700" cy="4151312"/>
          </a:xfrm>
          <a:prstGeom prst="rect">
            <a:avLst/>
          </a:prstGeom>
          <a:solidFill>
            <a:srgbClr val="FFFFFF"/>
          </a:solidFill>
          <a:ln>
            <a:solidFill>
              <a:srgbClr val="000000"/>
            </a:solidFill>
            <a:miter lim="800000"/>
            <a:headEnd/>
            <a:tailEnd/>
          </a:ln>
        </p:spPr>
        <p:txBody>
          <a:bodyPr lIns="91055" tIns="45527" rIns="91055" bIns="45527"/>
          <a:lstStyle/>
          <a:p>
            <a:endParaRPr lang="en-PK" altLang="en-PK"/>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2C0A4FE-7B12-4A2E-A43D-DE875357FAD6}"/>
              </a:ext>
            </a:extLst>
          </p:cNvPr>
          <p:cNvSpPr>
            <a:spLocks noGrp="1" noChangeArrowheads="1"/>
          </p:cNvSpPr>
          <p:nvPr>
            <p:ph type="sldNum" sz="quarter" idx="5"/>
          </p:nvPr>
        </p:nvSpPr>
        <p:spPr>
          <a:ln/>
        </p:spPr>
        <p:txBody>
          <a:bodyPr/>
          <a:lstStyle/>
          <a:p>
            <a:fld id="{56791CDC-7EF4-415B-86AB-D182E3DA3980}" type="slidenum">
              <a:rPr lang="en-US" altLang="en-PK"/>
              <a:pPr/>
              <a:t>6</a:t>
            </a:fld>
            <a:endParaRPr lang="en-US" altLang="en-PK"/>
          </a:p>
        </p:txBody>
      </p:sp>
      <p:sp>
        <p:nvSpPr>
          <p:cNvPr id="11266" name="Rectangle 7">
            <a:extLst>
              <a:ext uri="{FF2B5EF4-FFF2-40B4-BE49-F238E27FC236}">
                <a16:creationId xmlns:a16="http://schemas.microsoft.com/office/drawing/2014/main" id="{60F8EEFA-EDA7-46CB-BCCB-EB5611DF32BC}"/>
              </a:ext>
            </a:extLst>
          </p:cNvPr>
          <p:cNvSpPr txBox="1">
            <a:spLocks noGrp="1" noChangeArrowheads="1"/>
          </p:cNvSpPr>
          <p:nvPr/>
        </p:nvSpPr>
        <p:spPr bwMode="auto">
          <a:xfrm>
            <a:off x="3879850" y="8723313"/>
            <a:ext cx="3009900"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39" tIns="0" rIns="18839" bIns="0" anchor="b"/>
          <a:lstStyle>
            <a:lvl1pPr defTabSz="904875">
              <a:defRPr sz="2400">
                <a:solidFill>
                  <a:schemeClr val="tx1"/>
                </a:solidFill>
                <a:latin typeface="Times New Roman" panose="02020603050405020304" pitchFamily="18" charset="0"/>
                <a:cs typeface="Times New Roman" panose="02020603050405020304" pitchFamily="18" charset="0"/>
              </a:defRPr>
            </a:lvl1pPr>
            <a:lvl2pPr marL="741363" indent="-285750" defTabSz="904875">
              <a:defRPr sz="2400">
                <a:solidFill>
                  <a:schemeClr val="tx1"/>
                </a:solidFill>
                <a:latin typeface="Times New Roman" panose="02020603050405020304" pitchFamily="18" charset="0"/>
                <a:cs typeface="Times New Roman" panose="02020603050405020304" pitchFamily="18" charset="0"/>
              </a:defRPr>
            </a:lvl2pPr>
            <a:lvl3pPr marL="1139825" indent="-227013" defTabSz="904875">
              <a:defRPr sz="2400">
                <a:solidFill>
                  <a:schemeClr val="tx1"/>
                </a:solidFill>
                <a:latin typeface="Times New Roman" panose="02020603050405020304" pitchFamily="18" charset="0"/>
                <a:cs typeface="Times New Roman" panose="02020603050405020304" pitchFamily="18" charset="0"/>
              </a:defRPr>
            </a:lvl3pPr>
            <a:lvl4pPr marL="1597025" indent="-228600" defTabSz="904875">
              <a:defRPr sz="2400">
                <a:solidFill>
                  <a:schemeClr val="tx1"/>
                </a:solidFill>
                <a:latin typeface="Times New Roman" panose="02020603050405020304" pitchFamily="18" charset="0"/>
                <a:cs typeface="Times New Roman" panose="02020603050405020304" pitchFamily="18" charset="0"/>
              </a:defRPr>
            </a:lvl4pPr>
            <a:lvl5pPr marL="2052638" indent="-228600" defTabSz="904875">
              <a:defRPr sz="2400">
                <a:solidFill>
                  <a:schemeClr val="tx1"/>
                </a:solidFill>
                <a:latin typeface="Times New Roman" panose="02020603050405020304" pitchFamily="18" charset="0"/>
                <a:cs typeface="Times New Roman" panose="02020603050405020304" pitchFamily="18" charset="0"/>
              </a:defRPr>
            </a:lvl5pPr>
            <a:lvl6pPr marL="2509838" indent="-228600" defTabSz="904875"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6pPr>
            <a:lvl7pPr marL="2967038" indent="-228600" defTabSz="904875"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7pPr>
            <a:lvl8pPr marL="3424238" indent="-228600" defTabSz="904875"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8pPr>
            <a:lvl9pPr marL="3881438" indent="-228600" defTabSz="904875"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9pPr>
          </a:lstStyle>
          <a:p>
            <a:pPr algn="r" eaLnBrk="0" hangingPunct="0"/>
            <a:fld id="{8C5357A6-80D9-404D-8D81-5F8D93DB60A8}" type="slidenum">
              <a:rPr lang="en-US" altLang="en-PK" sz="1000" i="1">
                <a:latin typeface="Arial" panose="020B0604020202020204" pitchFamily="34" charset="0"/>
              </a:rPr>
              <a:pPr algn="r" eaLnBrk="0" hangingPunct="0"/>
              <a:t>6</a:t>
            </a:fld>
            <a:endParaRPr lang="en-US" altLang="en-PK" sz="1000" i="1">
              <a:latin typeface="Arial" panose="020B0604020202020204" pitchFamily="34" charset="0"/>
            </a:endParaRPr>
          </a:p>
        </p:txBody>
      </p:sp>
      <p:sp>
        <p:nvSpPr>
          <p:cNvPr id="11267" name="Rectangle 2">
            <a:extLst>
              <a:ext uri="{FF2B5EF4-FFF2-40B4-BE49-F238E27FC236}">
                <a16:creationId xmlns:a16="http://schemas.microsoft.com/office/drawing/2014/main" id="{66B425DA-F5BC-4779-B42C-1858C9889E6A}"/>
              </a:ext>
            </a:extLst>
          </p:cNvPr>
          <p:cNvSpPr>
            <a:spLocks noChangeArrowheads="1" noTextEdit="1"/>
          </p:cNvSpPr>
          <p:nvPr>
            <p:ph type="sldImg"/>
          </p:nvPr>
        </p:nvSpPr>
        <p:spPr bwMode="auto">
          <a:xfrm>
            <a:off x="1122363" y="654050"/>
            <a:ext cx="4611687" cy="3459163"/>
          </a:xfrm>
          <a:prstGeom prst="rect">
            <a:avLst/>
          </a:prstGeom>
          <a:solidFill>
            <a:srgbClr val="FFFFFF"/>
          </a:solidFill>
          <a:ln>
            <a:solidFill>
              <a:srgbClr val="000000"/>
            </a:solidFill>
            <a:miter lim="800000"/>
            <a:headEnd/>
            <a:tailEnd/>
          </a:ln>
        </p:spPr>
      </p:sp>
      <p:sp>
        <p:nvSpPr>
          <p:cNvPr id="11268" name="Rectangle 3">
            <a:extLst>
              <a:ext uri="{FF2B5EF4-FFF2-40B4-BE49-F238E27FC236}">
                <a16:creationId xmlns:a16="http://schemas.microsoft.com/office/drawing/2014/main" id="{2FEDDCCF-FCF8-4426-BA9A-2CDAEDFBAC7A}"/>
              </a:ext>
            </a:extLst>
          </p:cNvPr>
          <p:cNvSpPr>
            <a:spLocks noGrp="1" noChangeArrowheads="1"/>
          </p:cNvSpPr>
          <p:nvPr>
            <p:ph type="body" idx="1"/>
          </p:nvPr>
        </p:nvSpPr>
        <p:spPr bwMode="auto">
          <a:xfrm>
            <a:off x="946150" y="4344988"/>
            <a:ext cx="4965700" cy="4151312"/>
          </a:xfrm>
          <a:prstGeom prst="rect">
            <a:avLst/>
          </a:prstGeom>
          <a:solidFill>
            <a:srgbClr val="FFFFFF"/>
          </a:solidFill>
          <a:ln>
            <a:solidFill>
              <a:srgbClr val="000000"/>
            </a:solidFill>
            <a:miter lim="800000"/>
            <a:headEnd/>
            <a:tailEnd/>
          </a:ln>
        </p:spPr>
        <p:txBody>
          <a:bodyPr lIns="91055" tIns="45527" rIns="91055" bIns="45527"/>
          <a:lstStyle/>
          <a:p>
            <a:endParaRPr lang="en-PK" altLang="en-PK"/>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5F378F4-3D23-46FF-82BF-5D346F1F21FA}"/>
              </a:ext>
            </a:extLst>
          </p:cNvPr>
          <p:cNvSpPr>
            <a:spLocks noGrp="1" noChangeArrowheads="1"/>
          </p:cNvSpPr>
          <p:nvPr>
            <p:ph type="sldNum" sz="quarter" idx="5"/>
          </p:nvPr>
        </p:nvSpPr>
        <p:spPr>
          <a:ln/>
        </p:spPr>
        <p:txBody>
          <a:bodyPr/>
          <a:lstStyle/>
          <a:p>
            <a:fld id="{DF1E0945-1C05-4D54-B20D-79FBE3B14AE7}" type="slidenum">
              <a:rPr lang="en-US" altLang="en-PK"/>
              <a:pPr/>
              <a:t>7</a:t>
            </a:fld>
            <a:endParaRPr lang="en-US" altLang="en-PK" dirty="0"/>
          </a:p>
        </p:txBody>
      </p:sp>
      <p:sp>
        <p:nvSpPr>
          <p:cNvPr id="13314" name="Rectangle 7">
            <a:extLst>
              <a:ext uri="{FF2B5EF4-FFF2-40B4-BE49-F238E27FC236}">
                <a16:creationId xmlns:a16="http://schemas.microsoft.com/office/drawing/2014/main" id="{A411D4B7-ABA4-4F7B-8F8D-5DA37E81D227}"/>
              </a:ext>
            </a:extLst>
          </p:cNvPr>
          <p:cNvSpPr txBox="1">
            <a:spLocks noGrp="1" noChangeArrowheads="1"/>
          </p:cNvSpPr>
          <p:nvPr/>
        </p:nvSpPr>
        <p:spPr bwMode="auto">
          <a:xfrm>
            <a:off x="3879850" y="8723313"/>
            <a:ext cx="3009900"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39" tIns="0" rIns="18839" bIns="0" anchor="b"/>
          <a:lstStyle>
            <a:lvl1pPr defTabSz="904875">
              <a:defRPr sz="2400">
                <a:solidFill>
                  <a:schemeClr val="tx1"/>
                </a:solidFill>
                <a:latin typeface="Times New Roman" panose="02020603050405020304" pitchFamily="18" charset="0"/>
                <a:cs typeface="Times New Roman" panose="02020603050405020304" pitchFamily="18" charset="0"/>
              </a:defRPr>
            </a:lvl1pPr>
            <a:lvl2pPr marL="741363" indent="-285750" defTabSz="904875">
              <a:defRPr sz="2400">
                <a:solidFill>
                  <a:schemeClr val="tx1"/>
                </a:solidFill>
                <a:latin typeface="Times New Roman" panose="02020603050405020304" pitchFamily="18" charset="0"/>
                <a:cs typeface="Times New Roman" panose="02020603050405020304" pitchFamily="18" charset="0"/>
              </a:defRPr>
            </a:lvl2pPr>
            <a:lvl3pPr marL="1139825" indent="-227013" defTabSz="904875">
              <a:defRPr sz="2400">
                <a:solidFill>
                  <a:schemeClr val="tx1"/>
                </a:solidFill>
                <a:latin typeface="Times New Roman" panose="02020603050405020304" pitchFamily="18" charset="0"/>
                <a:cs typeface="Times New Roman" panose="02020603050405020304" pitchFamily="18" charset="0"/>
              </a:defRPr>
            </a:lvl3pPr>
            <a:lvl4pPr marL="1597025" indent="-228600" defTabSz="904875">
              <a:defRPr sz="2400">
                <a:solidFill>
                  <a:schemeClr val="tx1"/>
                </a:solidFill>
                <a:latin typeface="Times New Roman" panose="02020603050405020304" pitchFamily="18" charset="0"/>
                <a:cs typeface="Times New Roman" panose="02020603050405020304" pitchFamily="18" charset="0"/>
              </a:defRPr>
            </a:lvl4pPr>
            <a:lvl5pPr marL="2052638" indent="-228600" defTabSz="904875">
              <a:defRPr sz="2400">
                <a:solidFill>
                  <a:schemeClr val="tx1"/>
                </a:solidFill>
                <a:latin typeface="Times New Roman" panose="02020603050405020304" pitchFamily="18" charset="0"/>
                <a:cs typeface="Times New Roman" panose="02020603050405020304" pitchFamily="18" charset="0"/>
              </a:defRPr>
            </a:lvl5pPr>
            <a:lvl6pPr marL="2509838" indent="-228600" defTabSz="904875"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6pPr>
            <a:lvl7pPr marL="2967038" indent="-228600" defTabSz="904875"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7pPr>
            <a:lvl8pPr marL="3424238" indent="-228600" defTabSz="904875"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8pPr>
            <a:lvl9pPr marL="3881438" indent="-228600" defTabSz="904875"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9pPr>
          </a:lstStyle>
          <a:p>
            <a:pPr algn="r" eaLnBrk="0" hangingPunct="0"/>
            <a:fld id="{D59A1B62-FD62-4A84-B863-5887C27C8AE5}" type="slidenum">
              <a:rPr lang="en-US" altLang="en-PK" sz="1000" i="1">
                <a:latin typeface="Arial" panose="020B0604020202020204" pitchFamily="34" charset="0"/>
              </a:rPr>
              <a:pPr algn="r" eaLnBrk="0" hangingPunct="0"/>
              <a:t>7</a:t>
            </a:fld>
            <a:endParaRPr lang="en-US" altLang="en-PK" sz="1000" i="1" dirty="0">
              <a:latin typeface="Arial" panose="020B0604020202020204" pitchFamily="34" charset="0"/>
            </a:endParaRPr>
          </a:p>
        </p:txBody>
      </p:sp>
      <p:sp>
        <p:nvSpPr>
          <p:cNvPr id="13315" name="Rectangle 2">
            <a:extLst>
              <a:ext uri="{FF2B5EF4-FFF2-40B4-BE49-F238E27FC236}">
                <a16:creationId xmlns:a16="http://schemas.microsoft.com/office/drawing/2014/main" id="{31C36C2B-4999-4F71-A8F8-3E37233AD000}"/>
              </a:ext>
            </a:extLst>
          </p:cNvPr>
          <p:cNvSpPr>
            <a:spLocks noChangeArrowheads="1" noTextEdit="1"/>
          </p:cNvSpPr>
          <p:nvPr>
            <p:ph type="sldImg"/>
          </p:nvPr>
        </p:nvSpPr>
        <p:spPr bwMode="auto">
          <a:xfrm>
            <a:off x="1122363" y="654050"/>
            <a:ext cx="4611687" cy="3459163"/>
          </a:xfrm>
          <a:prstGeom prst="rect">
            <a:avLst/>
          </a:prstGeom>
          <a:solidFill>
            <a:srgbClr val="FFFFFF"/>
          </a:solidFill>
          <a:ln>
            <a:solidFill>
              <a:srgbClr val="000000"/>
            </a:solidFill>
            <a:miter lim="800000"/>
            <a:headEnd/>
            <a:tailEnd/>
          </a:ln>
        </p:spPr>
      </p:sp>
      <p:sp>
        <p:nvSpPr>
          <p:cNvPr id="13316" name="Rectangle 3">
            <a:extLst>
              <a:ext uri="{FF2B5EF4-FFF2-40B4-BE49-F238E27FC236}">
                <a16:creationId xmlns:a16="http://schemas.microsoft.com/office/drawing/2014/main" id="{4C2D5F53-FAB4-43C5-B1BA-9665BF005FFC}"/>
              </a:ext>
            </a:extLst>
          </p:cNvPr>
          <p:cNvSpPr>
            <a:spLocks noGrp="1" noChangeArrowheads="1"/>
          </p:cNvSpPr>
          <p:nvPr>
            <p:ph type="body" idx="1"/>
          </p:nvPr>
        </p:nvSpPr>
        <p:spPr bwMode="auto">
          <a:xfrm>
            <a:off x="946150" y="4344988"/>
            <a:ext cx="4965700" cy="4151312"/>
          </a:xfrm>
          <a:prstGeom prst="rect">
            <a:avLst/>
          </a:prstGeom>
          <a:solidFill>
            <a:srgbClr val="FFFFFF"/>
          </a:solidFill>
          <a:ln>
            <a:solidFill>
              <a:srgbClr val="000000"/>
            </a:solidFill>
            <a:miter lim="800000"/>
            <a:headEnd/>
            <a:tailEnd/>
          </a:ln>
        </p:spPr>
        <p:txBody>
          <a:bodyPr lIns="91055" tIns="45527" rIns="91055" bIns="45527"/>
          <a:lstStyle/>
          <a:p>
            <a:endParaRPr lang="en-PK" altLang="en-PK"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4A29132-7E1D-4CF7-95C1-23EFE9858A61}"/>
              </a:ext>
            </a:extLst>
          </p:cNvPr>
          <p:cNvSpPr>
            <a:spLocks noGrp="1" noChangeArrowheads="1"/>
          </p:cNvSpPr>
          <p:nvPr>
            <p:ph type="sldNum" sz="quarter" idx="5"/>
          </p:nvPr>
        </p:nvSpPr>
        <p:spPr>
          <a:ln/>
        </p:spPr>
        <p:txBody>
          <a:bodyPr/>
          <a:lstStyle/>
          <a:p>
            <a:fld id="{DF46F38E-EC79-437D-8C95-DA1016553A0D}" type="slidenum">
              <a:rPr lang="en-US" altLang="en-PK"/>
              <a:pPr/>
              <a:t>8</a:t>
            </a:fld>
            <a:endParaRPr lang="en-US" altLang="en-PK" dirty="0"/>
          </a:p>
        </p:txBody>
      </p:sp>
      <p:sp>
        <p:nvSpPr>
          <p:cNvPr id="15362" name="Rectangle 7">
            <a:extLst>
              <a:ext uri="{FF2B5EF4-FFF2-40B4-BE49-F238E27FC236}">
                <a16:creationId xmlns:a16="http://schemas.microsoft.com/office/drawing/2014/main" id="{A9BC0C24-7C7A-4D12-AB0D-2AB5F8188752}"/>
              </a:ext>
            </a:extLst>
          </p:cNvPr>
          <p:cNvSpPr txBox="1">
            <a:spLocks noGrp="1" noChangeArrowheads="1"/>
          </p:cNvSpPr>
          <p:nvPr/>
        </p:nvSpPr>
        <p:spPr bwMode="auto">
          <a:xfrm>
            <a:off x="3879850" y="8723313"/>
            <a:ext cx="3009900"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39" tIns="0" rIns="18839" bIns="0" anchor="b"/>
          <a:lstStyle>
            <a:lvl1pPr defTabSz="904875">
              <a:defRPr sz="2400">
                <a:solidFill>
                  <a:schemeClr val="tx1"/>
                </a:solidFill>
                <a:latin typeface="Times New Roman" panose="02020603050405020304" pitchFamily="18" charset="0"/>
                <a:cs typeface="Times New Roman" panose="02020603050405020304" pitchFamily="18" charset="0"/>
              </a:defRPr>
            </a:lvl1pPr>
            <a:lvl2pPr marL="741363" indent="-285750" defTabSz="904875">
              <a:defRPr sz="2400">
                <a:solidFill>
                  <a:schemeClr val="tx1"/>
                </a:solidFill>
                <a:latin typeface="Times New Roman" panose="02020603050405020304" pitchFamily="18" charset="0"/>
                <a:cs typeface="Times New Roman" panose="02020603050405020304" pitchFamily="18" charset="0"/>
              </a:defRPr>
            </a:lvl2pPr>
            <a:lvl3pPr marL="1139825" indent="-227013" defTabSz="904875">
              <a:defRPr sz="2400">
                <a:solidFill>
                  <a:schemeClr val="tx1"/>
                </a:solidFill>
                <a:latin typeface="Times New Roman" panose="02020603050405020304" pitchFamily="18" charset="0"/>
                <a:cs typeface="Times New Roman" panose="02020603050405020304" pitchFamily="18" charset="0"/>
              </a:defRPr>
            </a:lvl3pPr>
            <a:lvl4pPr marL="1597025" indent="-228600" defTabSz="904875">
              <a:defRPr sz="2400">
                <a:solidFill>
                  <a:schemeClr val="tx1"/>
                </a:solidFill>
                <a:latin typeface="Times New Roman" panose="02020603050405020304" pitchFamily="18" charset="0"/>
                <a:cs typeface="Times New Roman" panose="02020603050405020304" pitchFamily="18" charset="0"/>
              </a:defRPr>
            </a:lvl4pPr>
            <a:lvl5pPr marL="2052638" indent="-228600" defTabSz="904875">
              <a:defRPr sz="2400">
                <a:solidFill>
                  <a:schemeClr val="tx1"/>
                </a:solidFill>
                <a:latin typeface="Times New Roman" panose="02020603050405020304" pitchFamily="18" charset="0"/>
                <a:cs typeface="Times New Roman" panose="02020603050405020304" pitchFamily="18" charset="0"/>
              </a:defRPr>
            </a:lvl5pPr>
            <a:lvl6pPr marL="2509838" indent="-228600" defTabSz="904875"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6pPr>
            <a:lvl7pPr marL="2967038" indent="-228600" defTabSz="904875"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7pPr>
            <a:lvl8pPr marL="3424238" indent="-228600" defTabSz="904875"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8pPr>
            <a:lvl9pPr marL="3881438" indent="-228600" defTabSz="904875"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9pPr>
          </a:lstStyle>
          <a:p>
            <a:pPr algn="r" eaLnBrk="0" hangingPunct="0"/>
            <a:fld id="{37D2747E-2E22-4B51-9812-C71E2F145123}" type="slidenum">
              <a:rPr lang="en-US" altLang="en-PK" sz="1000" i="1">
                <a:latin typeface="Arial" panose="020B0604020202020204" pitchFamily="34" charset="0"/>
              </a:rPr>
              <a:pPr algn="r" eaLnBrk="0" hangingPunct="0"/>
              <a:t>8</a:t>
            </a:fld>
            <a:endParaRPr lang="en-US" altLang="en-PK" sz="1000" i="1" dirty="0">
              <a:latin typeface="Arial" panose="020B0604020202020204" pitchFamily="34" charset="0"/>
            </a:endParaRPr>
          </a:p>
        </p:txBody>
      </p:sp>
      <p:sp>
        <p:nvSpPr>
          <p:cNvPr id="15363" name="Rectangle 2">
            <a:extLst>
              <a:ext uri="{FF2B5EF4-FFF2-40B4-BE49-F238E27FC236}">
                <a16:creationId xmlns:a16="http://schemas.microsoft.com/office/drawing/2014/main" id="{B34821C4-6AEE-4FE3-AE99-B3234B09C27D}"/>
              </a:ext>
            </a:extLst>
          </p:cNvPr>
          <p:cNvSpPr>
            <a:spLocks noChangeArrowheads="1" noTextEdit="1"/>
          </p:cNvSpPr>
          <p:nvPr>
            <p:ph type="sldImg"/>
          </p:nvPr>
        </p:nvSpPr>
        <p:spPr bwMode="auto">
          <a:xfrm>
            <a:off x="1122363" y="654050"/>
            <a:ext cx="4611687" cy="3459163"/>
          </a:xfrm>
          <a:prstGeom prst="rect">
            <a:avLst/>
          </a:prstGeom>
          <a:solidFill>
            <a:srgbClr val="FFFFFF"/>
          </a:solidFill>
          <a:ln>
            <a:solidFill>
              <a:srgbClr val="000000"/>
            </a:solidFill>
            <a:miter lim="800000"/>
            <a:headEnd/>
            <a:tailEnd/>
          </a:ln>
        </p:spPr>
      </p:sp>
      <p:sp>
        <p:nvSpPr>
          <p:cNvPr id="15364" name="Rectangle 3">
            <a:extLst>
              <a:ext uri="{FF2B5EF4-FFF2-40B4-BE49-F238E27FC236}">
                <a16:creationId xmlns:a16="http://schemas.microsoft.com/office/drawing/2014/main" id="{62388757-5ED2-441F-90F5-D61CB537C96A}"/>
              </a:ext>
            </a:extLst>
          </p:cNvPr>
          <p:cNvSpPr>
            <a:spLocks noGrp="1" noChangeArrowheads="1"/>
          </p:cNvSpPr>
          <p:nvPr>
            <p:ph type="body" idx="1"/>
          </p:nvPr>
        </p:nvSpPr>
        <p:spPr bwMode="auto">
          <a:xfrm>
            <a:off x="946150" y="4344988"/>
            <a:ext cx="4965700" cy="4151312"/>
          </a:xfrm>
          <a:prstGeom prst="rect">
            <a:avLst/>
          </a:prstGeom>
          <a:solidFill>
            <a:srgbClr val="FFFFFF"/>
          </a:solidFill>
          <a:ln>
            <a:solidFill>
              <a:srgbClr val="000000"/>
            </a:solidFill>
            <a:miter lim="800000"/>
            <a:headEnd/>
            <a:tailEnd/>
          </a:ln>
        </p:spPr>
        <p:txBody>
          <a:bodyPr lIns="91055" tIns="45527" rIns="91055" bIns="45527"/>
          <a:lstStyle/>
          <a:p>
            <a:endParaRPr lang="en-PK" altLang="en-PK"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C1EBC-C20A-4990-B869-188475F759C4}"/>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PK"/>
          </a:p>
        </p:txBody>
      </p:sp>
      <p:sp>
        <p:nvSpPr>
          <p:cNvPr id="3" name="Subtitle 2">
            <a:extLst>
              <a:ext uri="{FF2B5EF4-FFF2-40B4-BE49-F238E27FC236}">
                <a16:creationId xmlns:a16="http://schemas.microsoft.com/office/drawing/2014/main" id="{DCE1D724-7178-4191-97EF-04A3337CC840}"/>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130CA90C-4FF5-48F5-86A1-1A9425DA1217}"/>
              </a:ext>
            </a:extLst>
          </p:cNvPr>
          <p:cNvSpPr>
            <a:spLocks noGrp="1"/>
          </p:cNvSpPr>
          <p:nvPr>
            <p:ph type="dt" sz="half" idx="10"/>
          </p:nvPr>
        </p:nvSpPr>
        <p:spPr/>
        <p:txBody>
          <a:bodyPr/>
          <a:lstStyle/>
          <a:p>
            <a:fld id="{1D8BD707-D9CF-40AE-B4C6-C98DA3205C09}" type="datetimeFigureOut">
              <a:rPr lang="en-US" smtClean="0"/>
              <a:pPr/>
              <a:t>10/21/2022</a:t>
            </a:fld>
            <a:endParaRPr lang="en-US" dirty="0"/>
          </a:p>
        </p:txBody>
      </p:sp>
      <p:sp>
        <p:nvSpPr>
          <p:cNvPr id="5" name="Footer Placeholder 4">
            <a:extLst>
              <a:ext uri="{FF2B5EF4-FFF2-40B4-BE49-F238E27FC236}">
                <a16:creationId xmlns:a16="http://schemas.microsoft.com/office/drawing/2014/main" id="{A001C0C1-0401-4D47-9944-64A0CD15B9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2A0FF04-3070-4DCF-8F49-ABDB64AC7026}"/>
              </a:ext>
            </a:extLst>
          </p:cNvPr>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9344857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2ECAE-9044-438E-8DCD-9DF48A72F874}"/>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41939AED-4204-4E15-9755-26ABD8EBA2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1E74EB9B-9DB4-4057-9833-05854197653D}"/>
              </a:ext>
            </a:extLst>
          </p:cNvPr>
          <p:cNvSpPr>
            <a:spLocks noGrp="1"/>
          </p:cNvSpPr>
          <p:nvPr>
            <p:ph type="dt" sz="half" idx="10"/>
          </p:nvPr>
        </p:nvSpPr>
        <p:spPr/>
        <p:txBody>
          <a:bodyPr/>
          <a:lstStyle/>
          <a:p>
            <a:fld id="{1D8BD707-D9CF-40AE-B4C6-C98DA3205C09}" type="datetimeFigureOut">
              <a:rPr lang="en-US" smtClean="0"/>
              <a:pPr/>
              <a:t>10/21/2022</a:t>
            </a:fld>
            <a:endParaRPr lang="en-US" dirty="0"/>
          </a:p>
        </p:txBody>
      </p:sp>
      <p:sp>
        <p:nvSpPr>
          <p:cNvPr id="5" name="Footer Placeholder 4">
            <a:extLst>
              <a:ext uri="{FF2B5EF4-FFF2-40B4-BE49-F238E27FC236}">
                <a16:creationId xmlns:a16="http://schemas.microsoft.com/office/drawing/2014/main" id="{7FE2836E-32F8-40DB-B9F4-9A24B39BC53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8B6FEB7-C2FF-405F-BA47-F1FD654D74C6}"/>
              </a:ext>
            </a:extLst>
          </p:cNvPr>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5480474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0C8BD-C960-4239-B21E-213EEDE6AB64}"/>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B80CBF09-F781-45B4-8E9D-7ED06298DE33}"/>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1A9C16B-67EC-48A8-994E-3CC17967E9A2}"/>
              </a:ext>
            </a:extLst>
          </p:cNvPr>
          <p:cNvSpPr>
            <a:spLocks noGrp="1"/>
          </p:cNvSpPr>
          <p:nvPr>
            <p:ph type="dt" sz="half" idx="10"/>
          </p:nvPr>
        </p:nvSpPr>
        <p:spPr/>
        <p:txBody>
          <a:bodyPr/>
          <a:lstStyle/>
          <a:p>
            <a:fld id="{1D8BD707-D9CF-40AE-B4C6-C98DA3205C09}" type="datetimeFigureOut">
              <a:rPr lang="en-US" smtClean="0"/>
              <a:pPr/>
              <a:t>10/21/2022</a:t>
            </a:fld>
            <a:endParaRPr lang="en-US" dirty="0"/>
          </a:p>
        </p:txBody>
      </p:sp>
      <p:sp>
        <p:nvSpPr>
          <p:cNvPr id="5" name="Footer Placeholder 4">
            <a:extLst>
              <a:ext uri="{FF2B5EF4-FFF2-40B4-BE49-F238E27FC236}">
                <a16:creationId xmlns:a16="http://schemas.microsoft.com/office/drawing/2014/main" id="{12F49365-30B2-46F7-89EC-C49DFB9625B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48C46B5-B70E-4CCC-AC68-9C756D81D33D}"/>
              </a:ext>
            </a:extLst>
          </p:cNvPr>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467665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9271E-02D3-445A-918B-155519D810C9}"/>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B2BB456C-2E34-4E08-A571-7EA5D6095EDF}"/>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9C9ADE9B-C3AF-47D9-A94B-6A622FE885AC}"/>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37C6193B-D847-43E0-A88C-5D04DC971CFF}"/>
              </a:ext>
            </a:extLst>
          </p:cNvPr>
          <p:cNvSpPr>
            <a:spLocks noGrp="1"/>
          </p:cNvSpPr>
          <p:nvPr>
            <p:ph type="dt" sz="half" idx="10"/>
          </p:nvPr>
        </p:nvSpPr>
        <p:spPr/>
        <p:txBody>
          <a:bodyPr/>
          <a:lstStyle/>
          <a:p>
            <a:fld id="{1D8BD707-D9CF-40AE-B4C6-C98DA3205C09}" type="datetimeFigureOut">
              <a:rPr lang="en-US" smtClean="0"/>
              <a:pPr/>
              <a:t>10/21/2022</a:t>
            </a:fld>
            <a:endParaRPr lang="en-US" dirty="0"/>
          </a:p>
        </p:txBody>
      </p:sp>
      <p:sp>
        <p:nvSpPr>
          <p:cNvPr id="6" name="Footer Placeholder 5">
            <a:extLst>
              <a:ext uri="{FF2B5EF4-FFF2-40B4-BE49-F238E27FC236}">
                <a16:creationId xmlns:a16="http://schemas.microsoft.com/office/drawing/2014/main" id="{13C46B9B-347A-4CD6-B7B2-11AEE16DED0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9EB1FD0-7BFD-421D-A0F2-23DFBDE88CA3}"/>
              </a:ext>
            </a:extLst>
          </p:cNvPr>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5410162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C692D-0351-494D-878A-EE6893FFCE39}"/>
              </a:ext>
            </a:extLst>
          </p:cNvPr>
          <p:cNvSpPr>
            <a:spLocks noGrp="1"/>
          </p:cNvSpPr>
          <p:nvPr>
            <p:ph type="title"/>
          </p:nvPr>
        </p:nvSpPr>
        <p:spPr>
          <a:xfrm>
            <a:off x="629841" y="365126"/>
            <a:ext cx="78867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B916ED2D-D65C-4D85-BC1C-D5B011CD361F}"/>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83DB0F11-46C3-46A5-B10E-358ACF776E56}"/>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50E52065-327C-4FF5-9FEC-057A7D2865F0}"/>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5B3F419C-13C9-42AC-95D2-4685C9560BFC}"/>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53EC2717-6877-48B6-A14A-99DE7BD63F79}"/>
              </a:ext>
            </a:extLst>
          </p:cNvPr>
          <p:cNvSpPr>
            <a:spLocks noGrp="1"/>
          </p:cNvSpPr>
          <p:nvPr>
            <p:ph type="dt" sz="half" idx="10"/>
          </p:nvPr>
        </p:nvSpPr>
        <p:spPr/>
        <p:txBody>
          <a:bodyPr/>
          <a:lstStyle/>
          <a:p>
            <a:fld id="{1D8BD707-D9CF-40AE-B4C6-C98DA3205C09}" type="datetimeFigureOut">
              <a:rPr lang="en-US" smtClean="0"/>
              <a:pPr/>
              <a:t>10/21/2022</a:t>
            </a:fld>
            <a:endParaRPr lang="en-US" dirty="0"/>
          </a:p>
        </p:txBody>
      </p:sp>
      <p:sp>
        <p:nvSpPr>
          <p:cNvPr id="8" name="Footer Placeholder 7">
            <a:extLst>
              <a:ext uri="{FF2B5EF4-FFF2-40B4-BE49-F238E27FC236}">
                <a16:creationId xmlns:a16="http://schemas.microsoft.com/office/drawing/2014/main" id="{EB78D414-24FF-457D-9C30-16F71144DF75}"/>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C11314E-211E-4E46-B9A7-4873EB0B2544}"/>
              </a:ext>
            </a:extLst>
          </p:cNvPr>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906679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EE808-800B-4D22-A1F2-64930D77D0A8}"/>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DFF76AAE-7075-4037-9DC5-545FE85E5D39}"/>
              </a:ext>
            </a:extLst>
          </p:cNvPr>
          <p:cNvSpPr>
            <a:spLocks noGrp="1"/>
          </p:cNvSpPr>
          <p:nvPr>
            <p:ph type="dt" sz="half" idx="10"/>
          </p:nvPr>
        </p:nvSpPr>
        <p:spPr/>
        <p:txBody>
          <a:bodyPr/>
          <a:lstStyle/>
          <a:p>
            <a:fld id="{1D8BD707-D9CF-40AE-B4C6-C98DA3205C09}" type="datetimeFigureOut">
              <a:rPr lang="en-US" smtClean="0"/>
              <a:pPr/>
              <a:t>10/21/2022</a:t>
            </a:fld>
            <a:endParaRPr lang="en-US" dirty="0"/>
          </a:p>
        </p:txBody>
      </p:sp>
      <p:sp>
        <p:nvSpPr>
          <p:cNvPr id="4" name="Footer Placeholder 3">
            <a:extLst>
              <a:ext uri="{FF2B5EF4-FFF2-40B4-BE49-F238E27FC236}">
                <a16:creationId xmlns:a16="http://schemas.microsoft.com/office/drawing/2014/main" id="{A5D2E2C3-70D3-417B-829C-9E66F322423A}"/>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EE151865-40F9-4BCC-BDBB-2248A3E09E19}"/>
              </a:ext>
            </a:extLst>
          </p:cNvPr>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570986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A720AF7-07C1-4EBC-80A1-961A497BD32A}"/>
              </a:ext>
            </a:extLst>
          </p:cNvPr>
          <p:cNvSpPr>
            <a:spLocks noGrp="1"/>
          </p:cNvSpPr>
          <p:nvPr>
            <p:ph type="dt" sz="half" idx="10"/>
          </p:nvPr>
        </p:nvSpPr>
        <p:spPr/>
        <p:txBody>
          <a:bodyPr/>
          <a:lstStyle/>
          <a:p>
            <a:fld id="{1D8BD707-D9CF-40AE-B4C6-C98DA3205C09}" type="datetimeFigureOut">
              <a:rPr lang="en-US" smtClean="0"/>
              <a:pPr/>
              <a:t>10/21/2022</a:t>
            </a:fld>
            <a:endParaRPr lang="en-US" dirty="0"/>
          </a:p>
        </p:txBody>
      </p:sp>
      <p:sp>
        <p:nvSpPr>
          <p:cNvPr id="3" name="Footer Placeholder 2">
            <a:extLst>
              <a:ext uri="{FF2B5EF4-FFF2-40B4-BE49-F238E27FC236}">
                <a16:creationId xmlns:a16="http://schemas.microsoft.com/office/drawing/2014/main" id="{29446EE1-F807-4C02-8EA1-340AA4482138}"/>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AC06B14-C466-4E48-8C44-81360A76EB8D}"/>
              </a:ext>
            </a:extLst>
          </p:cNvPr>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3848193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223E0-96A6-494E-BC6A-F99DEC54B4E4}"/>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1F2C13DE-5FF3-4928-82B5-000ADF28E634}"/>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8C069886-D251-4E34-A228-12781D96F7A6}"/>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1F6FB47-B0FE-4C0A-9BFC-892DB699D20F}"/>
              </a:ext>
            </a:extLst>
          </p:cNvPr>
          <p:cNvSpPr>
            <a:spLocks noGrp="1"/>
          </p:cNvSpPr>
          <p:nvPr>
            <p:ph type="dt" sz="half" idx="10"/>
          </p:nvPr>
        </p:nvSpPr>
        <p:spPr/>
        <p:txBody>
          <a:bodyPr/>
          <a:lstStyle/>
          <a:p>
            <a:fld id="{1D8BD707-D9CF-40AE-B4C6-C98DA3205C09}" type="datetimeFigureOut">
              <a:rPr lang="en-US" smtClean="0"/>
              <a:pPr/>
              <a:t>10/21/2022</a:t>
            </a:fld>
            <a:endParaRPr lang="en-US" dirty="0"/>
          </a:p>
        </p:txBody>
      </p:sp>
      <p:sp>
        <p:nvSpPr>
          <p:cNvPr id="6" name="Footer Placeholder 5">
            <a:extLst>
              <a:ext uri="{FF2B5EF4-FFF2-40B4-BE49-F238E27FC236}">
                <a16:creationId xmlns:a16="http://schemas.microsoft.com/office/drawing/2014/main" id="{5776EED6-A272-4D02-A535-35CD3183F03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D6AC908-17D4-474D-A526-4B5D2DF42229}"/>
              </a:ext>
            </a:extLst>
          </p:cNvPr>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40296883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5A20F-CECB-4378-A162-1216F9C17E9E}"/>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4B6EC5B6-AF23-4982-A122-013A97D07D85}"/>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PK" dirty="0"/>
          </a:p>
        </p:txBody>
      </p:sp>
      <p:sp>
        <p:nvSpPr>
          <p:cNvPr id="4" name="Text Placeholder 3">
            <a:extLst>
              <a:ext uri="{FF2B5EF4-FFF2-40B4-BE49-F238E27FC236}">
                <a16:creationId xmlns:a16="http://schemas.microsoft.com/office/drawing/2014/main" id="{3761B6B9-7FC6-4530-A70C-5FECA1290857}"/>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49DFF081-C83E-47D4-AF89-D887F7E08904}"/>
              </a:ext>
            </a:extLst>
          </p:cNvPr>
          <p:cNvSpPr>
            <a:spLocks noGrp="1"/>
          </p:cNvSpPr>
          <p:nvPr>
            <p:ph type="dt" sz="half" idx="10"/>
          </p:nvPr>
        </p:nvSpPr>
        <p:spPr/>
        <p:txBody>
          <a:bodyPr/>
          <a:lstStyle/>
          <a:p>
            <a:fld id="{1D8BD707-D9CF-40AE-B4C6-C98DA3205C09}" type="datetimeFigureOut">
              <a:rPr lang="en-US" smtClean="0"/>
              <a:pPr/>
              <a:t>10/21/2022</a:t>
            </a:fld>
            <a:endParaRPr lang="en-US" dirty="0"/>
          </a:p>
        </p:txBody>
      </p:sp>
      <p:sp>
        <p:nvSpPr>
          <p:cNvPr id="6" name="Footer Placeholder 5">
            <a:extLst>
              <a:ext uri="{FF2B5EF4-FFF2-40B4-BE49-F238E27FC236}">
                <a16:creationId xmlns:a16="http://schemas.microsoft.com/office/drawing/2014/main" id="{F95A1ECD-59EE-44E9-8182-F3D5EAFDA1C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01B87F6-A5E2-493E-97A2-E5EB1DE0ACD6}"/>
              </a:ext>
            </a:extLst>
          </p:cNvPr>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2592513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84D16-127B-4674-B3C1-6AA9450938AA}"/>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3C469D79-639D-4B70-B1E3-0C9DEFC4128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AA8A1EA4-C9F2-42A4-AE2D-675B8E761C23}"/>
              </a:ext>
            </a:extLst>
          </p:cNvPr>
          <p:cNvSpPr>
            <a:spLocks noGrp="1"/>
          </p:cNvSpPr>
          <p:nvPr>
            <p:ph type="dt" sz="half" idx="10"/>
          </p:nvPr>
        </p:nvSpPr>
        <p:spPr/>
        <p:txBody>
          <a:bodyPr/>
          <a:lstStyle/>
          <a:p>
            <a:fld id="{1D8BD707-D9CF-40AE-B4C6-C98DA3205C09}" type="datetimeFigureOut">
              <a:rPr lang="en-US" smtClean="0"/>
              <a:pPr/>
              <a:t>10/21/2022</a:t>
            </a:fld>
            <a:endParaRPr lang="en-US" dirty="0"/>
          </a:p>
        </p:txBody>
      </p:sp>
      <p:sp>
        <p:nvSpPr>
          <p:cNvPr id="5" name="Footer Placeholder 4">
            <a:extLst>
              <a:ext uri="{FF2B5EF4-FFF2-40B4-BE49-F238E27FC236}">
                <a16:creationId xmlns:a16="http://schemas.microsoft.com/office/drawing/2014/main" id="{B57548FF-A1E4-4212-A3FC-C8889E726F7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4C9C24E-5133-4E5A-859C-7E96E155B209}"/>
              </a:ext>
            </a:extLst>
          </p:cNvPr>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4345537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47D7CE-5D65-487A-85E8-E70004958765}"/>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D0936D5E-8A71-4371-B8E9-AC1E9D5DC236}"/>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F7DB41BE-C718-46D2-B12E-3987B773BE2B}"/>
              </a:ext>
            </a:extLst>
          </p:cNvPr>
          <p:cNvSpPr>
            <a:spLocks noGrp="1"/>
          </p:cNvSpPr>
          <p:nvPr>
            <p:ph type="dt" sz="half" idx="10"/>
          </p:nvPr>
        </p:nvSpPr>
        <p:spPr/>
        <p:txBody>
          <a:bodyPr/>
          <a:lstStyle/>
          <a:p>
            <a:fld id="{1D8BD707-D9CF-40AE-B4C6-C98DA3205C09}" type="datetimeFigureOut">
              <a:rPr lang="en-US" smtClean="0"/>
              <a:pPr/>
              <a:t>10/21/2022</a:t>
            </a:fld>
            <a:endParaRPr lang="en-US" dirty="0"/>
          </a:p>
        </p:txBody>
      </p:sp>
      <p:sp>
        <p:nvSpPr>
          <p:cNvPr id="5" name="Footer Placeholder 4">
            <a:extLst>
              <a:ext uri="{FF2B5EF4-FFF2-40B4-BE49-F238E27FC236}">
                <a16:creationId xmlns:a16="http://schemas.microsoft.com/office/drawing/2014/main" id="{8A49A1B2-371E-4A4D-8CCA-6809BB0FB35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D8BB667-FCFD-47CD-962E-746EF6ED657D}"/>
              </a:ext>
            </a:extLst>
          </p:cNvPr>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9611010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2D4FE6-8F39-439E-A34C-96E0E841601F}"/>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BB3509E2-C954-452C-9759-C615F08B09C4}"/>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DA925C53-384A-486B-BEAE-BF1D6249EC23}"/>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D8BD707-D9CF-40AE-B4C6-C98DA3205C09}" type="datetimeFigureOut">
              <a:rPr lang="en-US" smtClean="0"/>
              <a:pPr/>
              <a:t>10/21/2022</a:t>
            </a:fld>
            <a:endParaRPr lang="en-US" dirty="0"/>
          </a:p>
        </p:txBody>
      </p:sp>
      <p:sp>
        <p:nvSpPr>
          <p:cNvPr id="5" name="Footer Placeholder 4">
            <a:extLst>
              <a:ext uri="{FF2B5EF4-FFF2-40B4-BE49-F238E27FC236}">
                <a16:creationId xmlns:a16="http://schemas.microsoft.com/office/drawing/2014/main" id="{0EC8CFA0-EB40-491E-BE7A-633FBF215824}"/>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C635B5B7-D980-4D06-B9E3-34684F94BFD7}"/>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221849278"/>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PK"/>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533400"/>
            <a:ext cx="7772400" cy="1470025"/>
          </a:xfrm>
        </p:spPr>
        <p:txBody>
          <a:bodyPr>
            <a:normAutofit/>
          </a:bodyPr>
          <a:lstStyle/>
          <a:p>
            <a:r>
              <a:rPr lang="en-US" sz="4000" b="1" dirty="0">
                <a:cs typeface="Times New Roman" panose="02020603050405020304" pitchFamily="18" charset="0"/>
              </a:rPr>
              <a:t>Week 7: Professional Practices</a:t>
            </a:r>
          </a:p>
        </p:txBody>
      </p:sp>
      <p:sp>
        <p:nvSpPr>
          <p:cNvPr id="3" name="Subtitle 2"/>
          <p:cNvSpPr>
            <a:spLocks noGrp="1"/>
          </p:cNvSpPr>
          <p:nvPr>
            <p:ph type="subTitle" idx="1"/>
          </p:nvPr>
        </p:nvSpPr>
        <p:spPr>
          <a:xfrm>
            <a:off x="1371600" y="2895600"/>
            <a:ext cx="6629400" cy="1752600"/>
          </a:xfrm>
        </p:spPr>
        <p:txBody>
          <a:bodyPr>
            <a:normAutofit/>
          </a:bodyPr>
          <a:lstStyle/>
          <a:p>
            <a:r>
              <a:rPr lang="en-US" sz="3600" b="1" dirty="0" err="1">
                <a:latin typeface="+mj-lt"/>
                <a:cs typeface="Times New Roman" panose="02020603050405020304" pitchFamily="18" charset="0"/>
              </a:rPr>
              <a:t>Lec</a:t>
            </a:r>
            <a:r>
              <a:rPr lang="en-US" sz="3600" b="1" dirty="0">
                <a:latin typeface="+mj-lt"/>
                <a:cs typeface="Times New Roman" panose="02020603050405020304" pitchFamily="18" charset="0"/>
              </a:rPr>
              <a:t> 14: </a:t>
            </a:r>
            <a:r>
              <a:rPr lang="en-US" sz="3600" b="1" dirty="0">
                <a:effectLst/>
                <a:latin typeface="+mj-lt"/>
                <a:ea typeface="Trebuchet MS" panose="020B0603020202020204" pitchFamily="34" charset="0"/>
              </a:rPr>
              <a:t>ACM/IEEE Software Engineering Code of Ethics </a:t>
            </a:r>
            <a:endParaRPr lang="en-US" sz="3600" b="1" dirty="0">
              <a:latin typeface="+mj-lt"/>
              <a:cs typeface="Times New Roman" panose="02020603050405020304" pitchFamily="18" charset="0"/>
            </a:endParaRPr>
          </a:p>
        </p:txBody>
      </p:sp>
    </p:spTree>
    <p:extLst>
      <p:ext uri="{BB962C8B-B14F-4D97-AF65-F5344CB8AC3E}">
        <p14:creationId xmlns:p14="http://schemas.microsoft.com/office/powerpoint/2010/main" val="33881857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6FECD04C-56BC-4DD0-9182-E82655B3A099}"/>
              </a:ext>
            </a:extLst>
          </p:cNvPr>
          <p:cNvSpPr>
            <a:spLocks noGrp="1" noChangeArrowheads="1"/>
          </p:cNvSpPr>
          <p:nvPr>
            <p:ph type="title"/>
          </p:nvPr>
        </p:nvSpPr>
        <p:spPr/>
        <p:txBody>
          <a:bodyPr/>
          <a:lstStyle/>
          <a:p>
            <a:r>
              <a:rPr lang="en-US" altLang="en-PK" dirty="0"/>
              <a:t>Software Engineering Code of Ethics and Professional Practice</a:t>
            </a:r>
          </a:p>
        </p:txBody>
      </p:sp>
      <p:sp>
        <p:nvSpPr>
          <p:cNvPr id="2051" name="Rectangle 3">
            <a:extLst>
              <a:ext uri="{FF2B5EF4-FFF2-40B4-BE49-F238E27FC236}">
                <a16:creationId xmlns:a16="http://schemas.microsoft.com/office/drawing/2014/main" id="{75CD34F8-1817-43EA-9FE0-C7AF0168A040}"/>
              </a:ext>
            </a:extLst>
          </p:cNvPr>
          <p:cNvSpPr>
            <a:spLocks noGrp="1" noChangeArrowheads="1"/>
          </p:cNvSpPr>
          <p:nvPr>
            <p:ph type="body" idx="1"/>
          </p:nvPr>
        </p:nvSpPr>
        <p:spPr/>
        <p:txBody>
          <a:bodyPr/>
          <a:lstStyle/>
          <a:p>
            <a:pPr>
              <a:buFont typeface="Wingdings" panose="05000000000000000000" pitchFamily="2" charset="2"/>
              <a:buChar char="§"/>
            </a:pPr>
            <a:r>
              <a:rPr lang="en-US" altLang="en-PK" sz="2800" b="1" dirty="0"/>
              <a:t>Public:</a:t>
            </a:r>
            <a:r>
              <a:rPr lang="en-US" altLang="en-PK" sz="2800" dirty="0"/>
              <a:t> Software engineers shall act consistently with the public interest. </a:t>
            </a:r>
          </a:p>
          <a:p>
            <a:pPr>
              <a:buFont typeface="Wingdings" panose="05000000000000000000" pitchFamily="2" charset="2"/>
              <a:buChar char="§"/>
            </a:pPr>
            <a:endParaRPr lang="en-US" altLang="en-PK" sz="2800" dirty="0"/>
          </a:p>
          <a:p>
            <a:pPr>
              <a:buFont typeface="Wingdings" panose="05000000000000000000" pitchFamily="2" charset="2"/>
              <a:buChar char="§"/>
            </a:pPr>
            <a:r>
              <a:rPr lang="en-US" altLang="en-PK" sz="2800" b="1" dirty="0"/>
              <a:t>Client and Employers:</a:t>
            </a:r>
            <a:r>
              <a:rPr lang="en-US" altLang="en-PK" sz="2800" dirty="0"/>
              <a:t> Software engineers shall act in a manner that is in the best interests of their client and employer, consistent with the public interest. </a:t>
            </a:r>
          </a:p>
          <a:p>
            <a:pPr marL="533400" indent="-533400">
              <a:buFontTx/>
              <a:buAutoNum type="arabicPeriod"/>
            </a:pPr>
            <a:endParaRPr lang="en-US" altLang="en-PK"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2">
            <a:extLst>
              <a:ext uri="{FF2B5EF4-FFF2-40B4-BE49-F238E27FC236}">
                <a16:creationId xmlns:a16="http://schemas.microsoft.com/office/drawing/2014/main" id="{33872BDA-4C5A-4259-B854-1FF597E1E8DA}"/>
              </a:ext>
            </a:extLst>
          </p:cNvPr>
          <p:cNvSpPr txBox="1">
            <a:spLocks noChangeArrowheads="1"/>
          </p:cNvSpPr>
          <p:nvPr/>
        </p:nvSpPr>
        <p:spPr bwMode="auto">
          <a:xfrm>
            <a:off x="304800" y="228600"/>
            <a:ext cx="8382000" cy="545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400">
                <a:solidFill>
                  <a:schemeClr val="tx1"/>
                </a:solidFill>
                <a:latin typeface="Times New Roman" panose="02020603050405020304" pitchFamily="18" charset="0"/>
                <a:cs typeface="Times New Roman" panose="02020603050405020304" pitchFamily="18" charset="0"/>
              </a:defRPr>
            </a:lvl1pPr>
            <a:lvl2pPr marL="914400" indent="-457200">
              <a:defRPr sz="2400">
                <a:solidFill>
                  <a:schemeClr val="tx1"/>
                </a:solidFill>
                <a:latin typeface="Times New Roman" panose="02020603050405020304" pitchFamily="18" charset="0"/>
                <a:cs typeface="Times New Roman" panose="02020603050405020304" pitchFamily="18" charset="0"/>
              </a:defRPr>
            </a:lvl2pPr>
            <a:lvl3pPr marL="1371600" indent="-457200">
              <a:defRPr sz="2400">
                <a:solidFill>
                  <a:schemeClr val="tx1"/>
                </a:solidFill>
                <a:latin typeface="Times New Roman" panose="02020603050405020304" pitchFamily="18" charset="0"/>
                <a:cs typeface="Times New Roman" panose="02020603050405020304" pitchFamily="18" charset="0"/>
              </a:defRPr>
            </a:lvl3pPr>
            <a:lvl4pPr marL="1828800" indent="-457200">
              <a:defRPr sz="2400">
                <a:solidFill>
                  <a:schemeClr val="tx1"/>
                </a:solidFill>
                <a:latin typeface="Times New Roman" panose="02020603050405020304" pitchFamily="18" charset="0"/>
                <a:cs typeface="Times New Roman" panose="02020603050405020304" pitchFamily="18" charset="0"/>
              </a:defRPr>
            </a:lvl4pPr>
            <a:lvl5pPr marL="2286000" indent="-457200">
              <a:defRPr sz="2400">
                <a:solidFill>
                  <a:schemeClr val="tx1"/>
                </a:solidFill>
                <a:latin typeface="Times New Roman" panose="02020603050405020304" pitchFamily="18" charset="0"/>
                <a:cs typeface="Times New Roman" panose="02020603050405020304" pitchFamily="18" charset="0"/>
              </a:defRPr>
            </a:lvl5pPr>
            <a:lvl6pPr marL="2743200" indent="-457200"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6pPr>
            <a:lvl7pPr marL="3200400" indent="-457200"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7pPr>
            <a:lvl8pPr marL="3657600" indent="-457200"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8pPr>
            <a:lvl9pPr marL="4114800" indent="-457200"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ct val="20000"/>
              </a:spcBef>
              <a:buFont typeface="Wingdings" panose="05000000000000000000" pitchFamily="2" charset="2"/>
              <a:buChar char="§"/>
            </a:pPr>
            <a:r>
              <a:rPr lang="en-US" altLang="en-PK" sz="2800" b="1" dirty="0"/>
              <a:t>Product:</a:t>
            </a:r>
            <a:r>
              <a:rPr lang="en-US" altLang="en-PK" sz="2800" dirty="0"/>
              <a:t> Software engineers shall ensure that their products and related modifications meet the highest professional standards possible. </a:t>
            </a:r>
          </a:p>
          <a:p>
            <a:pPr>
              <a:lnSpc>
                <a:spcPct val="90000"/>
              </a:lnSpc>
              <a:spcBef>
                <a:spcPct val="20000"/>
              </a:spcBef>
              <a:buFont typeface="Wingdings" panose="05000000000000000000" pitchFamily="2" charset="2"/>
              <a:buChar char="§"/>
            </a:pPr>
            <a:endParaRPr lang="en-US" altLang="en-PK" sz="2800" dirty="0"/>
          </a:p>
          <a:p>
            <a:pPr>
              <a:lnSpc>
                <a:spcPct val="90000"/>
              </a:lnSpc>
              <a:spcBef>
                <a:spcPct val="20000"/>
              </a:spcBef>
              <a:buFont typeface="Wingdings" panose="05000000000000000000" pitchFamily="2" charset="2"/>
              <a:buChar char="§"/>
            </a:pPr>
            <a:r>
              <a:rPr lang="en-US" altLang="en-PK" sz="2800" b="1" dirty="0"/>
              <a:t>Judgment:</a:t>
            </a:r>
            <a:r>
              <a:rPr lang="en-US" altLang="en-PK" sz="2800" dirty="0"/>
              <a:t> Software engineers shall maintain integrity and independence in their professional judgment. </a:t>
            </a:r>
          </a:p>
          <a:p>
            <a:pPr>
              <a:lnSpc>
                <a:spcPct val="90000"/>
              </a:lnSpc>
              <a:spcBef>
                <a:spcPct val="20000"/>
              </a:spcBef>
              <a:buFont typeface="Wingdings" panose="05000000000000000000" pitchFamily="2" charset="2"/>
              <a:buChar char="§"/>
            </a:pPr>
            <a:endParaRPr lang="en-US" altLang="en-PK" sz="2800" dirty="0"/>
          </a:p>
          <a:p>
            <a:pPr>
              <a:lnSpc>
                <a:spcPct val="90000"/>
              </a:lnSpc>
              <a:spcBef>
                <a:spcPct val="20000"/>
              </a:spcBef>
              <a:buFont typeface="Wingdings" panose="05000000000000000000" pitchFamily="2" charset="2"/>
              <a:buChar char="§"/>
            </a:pPr>
            <a:r>
              <a:rPr lang="en-US" altLang="en-PK" sz="2800" b="1" dirty="0"/>
              <a:t>Management:</a:t>
            </a:r>
            <a:r>
              <a:rPr lang="en-US" altLang="en-PK" sz="2800" dirty="0"/>
              <a:t> Software engineering managers and leaders shall subscribe to and promote an ethical approach to the management of software development and maintenance. </a:t>
            </a:r>
          </a:p>
          <a:p>
            <a:pPr>
              <a:buFontTx/>
              <a:buAutoNum type="arabicPeriod" startAt="4"/>
            </a:pPr>
            <a:endParaRPr lang="en-US" altLang="en-PK"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583D4-66F8-4A01-8E0B-6BCBB7728831}"/>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17289861-55A6-41DA-8B3F-9355344A3ABA}"/>
              </a:ext>
            </a:extLst>
          </p:cNvPr>
          <p:cNvSpPr>
            <a:spLocks noGrp="1"/>
          </p:cNvSpPr>
          <p:nvPr>
            <p:ph idx="1"/>
          </p:nvPr>
        </p:nvSpPr>
        <p:spPr/>
        <p:txBody>
          <a:bodyPr/>
          <a:lstStyle/>
          <a:p>
            <a:pPr>
              <a:lnSpc>
                <a:spcPct val="90000"/>
              </a:lnSpc>
              <a:spcBef>
                <a:spcPct val="20000"/>
              </a:spcBef>
              <a:buFont typeface="Wingdings" panose="05000000000000000000" pitchFamily="2" charset="2"/>
              <a:buChar char="§"/>
            </a:pPr>
            <a:r>
              <a:rPr lang="en-US" altLang="en-PK" sz="2400" b="1" dirty="0"/>
              <a:t>Profession:</a:t>
            </a:r>
            <a:r>
              <a:rPr lang="en-US" altLang="en-PK" sz="2400" dirty="0"/>
              <a:t> Software engineers shall advance the integrity and reputation of the profession consistent with the public interest. </a:t>
            </a:r>
          </a:p>
          <a:p>
            <a:pPr>
              <a:lnSpc>
                <a:spcPct val="90000"/>
              </a:lnSpc>
              <a:spcBef>
                <a:spcPct val="20000"/>
              </a:spcBef>
              <a:buFont typeface="Wingdings" panose="05000000000000000000" pitchFamily="2" charset="2"/>
              <a:buChar char="§"/>
            </a:pPr>
            <a:endParaRPr lang="en-US" altLang="en-PK" sz="2400" dirty="0"/>
          </a:p>
          <a:p>
            <a:pPr>
              <a:lnSpc>
                <a:spcPct val="90000"/>
              </a:lnSpc>
              <a:spcBef>
                <a:spcPct val="20000"/>
              </a:spcBef>
              <a:buFont typeface="Wingdings" panose="05000000000000000000" pitchFamily="2" charset="2"/>
              <a:buChar char="§"/>
            </a:pPr>
            <a:r>
              <a:rPr lang="en-US" altLang="en-PK" sz="2400" b="1" dirty="0"/>
              <a:t>Colleagues</a:t>
            </a:r>
            <a:r>
              <a:rPr lang="en-US" altLang="en-PK" sz="2400" dirty="0"/>
              <a:t>: Software engineers shall be fair to and supportive of their colleagues. </a:t>
            </a:r>
          </a:p>
          <a:p>
            <a:pPr>
              <a:lnSpc>
                <a:spcPct val="90000"/>
              </a:lnSpc>
              <a:spcBef>
                <a:spcPct val="20000"/>
              </a:spcBef>
              <a:buFont typeface="Wingdings" panose="05000000000000000000" pitchFamily="2" charset="2"/>
              <a:buChar char="§"/>
            </a:pPr>
            <a:endParaRPr lang="en-US" altLang="en-PK" sz="2400" dirty="0"/>
          </a:p>
          <a:p>
            <a:pPr>
              <a:lnSpc>
                <a:spcPct val="90000"/>
              </a:lnSpc>
              <a:spcBef>
                <a:spcPct val="20000"/>
              </a:spcBef>
              <a:buFont typeface="Wingdings" panose="05000000000000000000" pitchFamily="2" charset="2"/>
              <a:buChar char="§"/>
            </a:pPr>
            <a:r>
              <a:rPr lang="en-US" altLang="en-PK" sz="2400" b="1" dirty="0"/>
              <a:t>Self:</a:t>
            </a:r>
            <a:r>
              <a:rPr lang="en-US" altLang="en-PK" sz="2400" dirty="0"/>
              <a:t> Software engineers shall participate in lifelong learning regarding the practice of their profession and shall promote an ethical approach to the practice of the profession. </a:t>
            </a:r>
          </a:p>
          <a:p>
            <a:endParaRPr lang="en-PK" dirty="0"/>
          </a:p>
        </p:txBody>
      </p:sp>
    </p:spTree>
    <p:extLst>
      <p:ext uri="{BB962C8B-B14F-4D97-AF65-F5344CB8AC3E}">
        <p14:creationId xmlns:p14="http://schemas.microsoft.com/office/powerpoint/2010/main" val="23778520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Date Placeholder 3">
            <a:extLst>
              <a:ext uri="{FF2B5EF4-FFF2-40B4-BE49-F238E27FC236}">
                <a16:creationId xmlns:a16="http://schemas.microsoft.com/office/drawing/2014/main" id="{5CED3DC6-60A7-4A69-9680-930822FB6C64}"/>
              </a:ext>
            </a:extLst>
          </p:cNvPr>
          <p:cNvSpPr txBox="1">
            <a:spLocks noGrp="1"/>
          </p:cNvSpPr>
          <p:nvPr/>
        </p:nvSpPr>
        <p:spPr bwMode="auto">
          <a:xfrm>
            <a:off x="0" y="6553200"/>
            <a:ext cx="2819400" cy="30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defRPr sz="2400">
                <a:solidFill>
                  <a:schemeClr val="tx1"/>
                </a:solidFill>
                <a:latin typeface="Times New Roman" panose="02020603050405020304" pitchFamily="18" charset="0"/>
                <a:cs typeface="Times New Roman" panose="02020603050405020304" pitchFamily="18" charset="0"/>
              </a:defRPr>
            </a:lvl1pPr>
            <a:lvl2pPr marL="742950" indent="-285750">
              <a:defRPr sz="2400">
                <a:solidFill>
                  <a:schemeClr val="tx1"/>
                </a:solidFill>
                <a:latin typeface="Times New Roman" panose="02020603050405020304" pitchFamily="18" charset="0"/>
                <a:cs typeface="Times New Roman" panose="02020603050405020304" pitchFamily="18" charset="0"/>
              </a:defRPr>
            </a:lvl2pPr>
            <a:lvl3pPr marL="1143000" indent="-228600">
              <a:defRPr sz="2400">
                <a:solidFill>
                  <a:schemeClr val="tx1"/>
                </a:solidFill>
                <a:latin typeface="Times New Roman" panose="02020603050405020304" pitchFamily="18" charset="0"/>
                <a:cs typeface="Times New Roman" panose="02020603050405020304" pitchFamily="18" charset="0"/>
              </a:defRPr>
            </a:lvl3pPr>
            <a:lvl4pPr marL="1600200" indent="-228600">
              <a:defRPr sz="2400">
                <a:solidFill>
                  <a:schemeClr val="tx1"/>
                </a:solidFill>
                <a:latin typeface="Times New Roman" panose="02020603050405020304" pitchFamily="18" charset="0"/>
                <a:cs typeface="Times New Roman" panose="02020603050405020304" pitchFamily="18" charset="0"/>
              </a:defRPr>
            </a:lvl4pPr>
            <a:lvl5pPr marL="2057400" indent="-228600">
              <a:defRPr sz="2400">
                <a:solidFill>
                  <a:schemeClr val="tx1"/>
                </a:solidFill>
                <a:latin typeface="Times New Roman" panose="02020603050405020304" pitchFamily="18" charset="0"/>
                <a:cs typeface="Times New Roman" panose="02020603050405020304" pitchFamily="18" charset="0"/>
              </a:defRPr>
            </a:lvl5pPr>
            <a:lvl6pPr marL="2514600" indent="-228600"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6pPr>
            <a:lvl7pPr marL="2971800" indent="-228600"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7pPr>
            <a:lvl8pPr marL="3429000" indent="-228600"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8pPr>
            <a:lvl9pPr marL="3886200" indent="-228600"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9pPr>
          </a:lstStyle>
          <a:p>
            <a:pPr eaLnBrk="0" hangingPunct="0"/>
            <a:r>
              <a:rPr lang="en-US" altLang="en-PK" sz="1400">
                <a:latin typeface="Arial" panose="020B0604020202020204" pitchFamily="34" charset="0"/>
              </a:rPr>
              <a:t>CS 3500</a:t>
            </a:r>
          </a:p>
        </p:txBody>
      </p:sp>
      <p:sp>
        <p:nvSpPr>
          <p:cNvPr id="5123" name="Slide Number Placeholder 5">
            <a:extLst>
              <a:ext uri="{FF2B5EF4-FFF2-40B4-BE49-F238E27FC236}">
                <a16:creationId xmlns:a16="http://schemas.microsoft.com/office/drawing/2014/main" id="{5001B37B-2C45-4578-9FC1-E3B014858E50}"/>
              </a:ext>
            </a:extLst>
          </p:cNvPr>
          <p:cNvSpPr txBox="1">
            <a:spLocks noGrp="1"/>
          </p:cNvSpPr>
          <p:nvPr/>
        </p:nvSpPr>
        <p:spPr bwMode="auto">
          <a:xfrm>
            <a:off x="7161213" y="6551613"/>
            <a:ext cx="1905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defRPr sz="2400">
                <a:solidFill>
                  <a:schemeClr val="tx1"/>
                </a:solidFill>
                <a:latin typeface="Times New Roman" panose="02020603050405020304" pitchFamily="18" charset="0"/>
                <a:cs typeface="Times New Roman" panose="02020603050405020304" pitchFamily="18" charset="0"/>
              </a:defRPr>
            </a:lvl1pPr>
            <a:lvl2pPr marL="742950" indent="-285750">
              <a:defRPr sz="2400">
                <a:solidFill>
                  <a:schemeClr val="tx1"/>
                </a:solidFill>
                <a:latin typeface="Times New Roman" panose="02020603050405020304" pitchFamily="18" charset="0"/>
                <a:cs typeface="Times New Roman" panose="02020603050405020304" pitchFamily="18" charset="0"/>
              </a:defRPr>
            </a:lvl2pPr>
            <a:lvl3pPr marL="1143000" indent="-228600">
              <a:defRPr sz="2400">
                <a:solidFill>
                  <a:schemeClr val="tx1"/>
                </a:solidFill>
                <a:latin typeface="Times New Roman" panose="02020603050405020304" pitchFamily="18" charset="0"/>
                <a:cs typeface="Times New Roman" panose="02020603050405020304" pitchFamily="18" charset="0"/>
              </a:defRPr>
            </a:lvl3pPr>
            <a:lvl4pPr marL="1600200" indent="-228600">
              <a:defRPr sz="2400">
                <a:solidFill>
                  <a:schemeClr val="tx1"/>
                </a:solidFill>
                <a:latin typeface="Times New Roman" panose="02020603050405020304" pitchFamily="18" charset="0"/>
                <a:cs typeface="Times New Roman" panose="02020603050405020304" pitchFamily="18" charset="0"/>
              </a:defRPr>
            </a:lvl4pPr>
            <a:lvl5pPr marL="2057400" indent="-228600">
              <a:defRPr sz="2400">
                <a:solidFill>
                  <a:schemeClr val="tx1"/>
                </a:solidFill>
                <a:latin typeface="Times New Roman" panose="02020603050405020304" pitchFamily="18" charset="0"/>
                <a:cs typeface="Times New Roman" panose="02020603050405020304" pitchFamily="18" charset="0"/>
              </a:defRPr>
            </a:lvl5pPr>
            <a:lvl6pPr marL="2514600" indent="-228600"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6pPr>
            <a:lvl7pPr marL="2971800" indent="-228600"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7pPr>
            <a:lvl8pPr marL="3429000" indent="-228600"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8pPr>
            <a:lvl9pPr marL="3886200" indent="-228600"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9pPr>
          </a:lstStyle>
          <a:p>
            <a:pPr algn="r" eaLnBrk="0" hangingPunct="0"/>
            <a:r>
              <a:rPr lang="en-US" altLang="en-PK" sz="1400">
                <a:latin typeface="Arial" panose="020B0604020202020204" pitchFamily="34" charset="0"/>
              </a:rPr>
              <a:t>L20 - </a:t>
            </a:r>
            <a:fld id="{6618D29E-145B-4EE1-828D-A2485697FF77}" type="slidenum">
              <a:rPr lang="en-US" altLang="en-PK" sz="1400">
                <a:latin typeface="Arial" panose="020B0604020202020204" pitchFamily="34" charset="0"/>
              </a:rPr>
              <a:pPr algn="r" eaLnBrk="0" hangingPunct="0"/>
              <a:t>5</a:t>
            </a:fld>
            <a:endParaRPr lang="en-US" altLang="en-PK" sz="1400">
              <a:latin typeface="Arial" panose="020B0604020202020204" pitchFamily="34" charset="0"/>
            </a:endParaRPr>
          </a:p>
        </p:txBody>
      </p:sp>
      <p:sp>
        <p:nvSpPr>
          <p:cNvPr id="5124" name="Rectangle 4">
            <a:extLst>
              <a:ext uri="{FF2B5EF4-FFF2-40B4-BE49-F238E27FC236}">
                <a16:creationId xmlns:a16="http://schemas.microsoft.com/office/drawing/2014/main" id="{00581C01-32D4-41CC-A745-EC16B238B32B}"/>
              </a:ext>
            </a:extLst>
          </p:cNvPr>
          <p:cNvSpPr>
            <a:spLocks noGrp="1" noChangeArrowheads="1"/>
          </p:cNvSpPr>
          <p:nvPr>
            <p:ph type="title" idx="4294967295"/>
          </p:nvPr>
        </p:nvSpPr>
        <p:spPr/>
        <p:txBody>
          <a:bodyPr lIns="92075" tIns="46038" rIns="92075" bIns="46038" anchor="t"/>
          <a:lstStyle/>
          <a:p>
            <a:r>
              <a:rPr lang="en-US" altLang="en-PK" b="1" dirty="0"/>
              <a:t>Scenario 1</a:t>
            </a:r>
          </a:p>
        </p:txBody>
      </p:sp>
      <p:sp>
        <p:nvSpPr>
          <p:cNvPr id="352261" name="Rectangle 5">
            <a:extLst>
              <a:ext uri="{FF2B5EF4-FFF2-40B4-BE49-F238E27FC236}">
                <a16:creationId xmlns:a16="http://schemas.microsoft.com/office/drawing/2014/main" id="{3254FCA1-1C2E-45BE-A501-6CFF763479BC}"/>
              </a:ext>
            </a:extLst>
          </p:cNvPr>
          <p:cNvSpPr>
            <a:spLocks noGrp="1" noChangeArrowheads="1"/>
          </p:cNvSpPr>
          <p:nvPr>
            <p:ph type="body" idx="4294967295"/>
          </p:nvPr>
        </p:nvSpPr>
        <p:spPr>
          <a:xfrm>
            <a:off x="609600" y="1219200"/>
            <a:ext cx="7772400" cy="4495800"/>
          </a:xfrm>
        </p:spPr>
        <p:txBody>
          <a:bodyPr lIns="92075" tIns="46038" rIns="92075" bIns="46038">
            <a:normAutofit/>
          </a:bodyPr>
          <a:lstStyle/>
          <a:p>
            <a:pPr marL="285750" indent="-285750" algn="just">
              <a:lnSpc>
                <a:spcPct val="90000"/>
              </a:lnSpc>
            </a:pPr>
            <a:r>
              <a:rPr lang="en-US" altLang="en-PK" sz="2000" dirty="0"/>
              <a:t>Jean, a statistical database programmer, is trying to write a large statistical program needed by her company.  Programmers in this company are encouraged to write about their work and to publish their algorithms  in professional journals.  After months of tedious programming, Jean has found herself stuck on several parts of the program.  Her manager not recognizing the complexity of the problem, wants the job completed within the next few days.  Not knowing how to solve the problems, Jean remembers that a coworker had given her source listings from his current work and from an early version of a commercial software package developed at another company.  On studying these programs, she sees two areas of code which could be directly incorporated into her own program.  She uses segments of code from both her coworker and the commercial software, but does not tell anyone or mention it in the documentation.  She completes the project and turns it in a day ahead of time.</a:t>
            </a:r>
          </a:p>
          <a:p>
            <a:pPr marL="285750" indent="-285750">
              <a:lnSpc>
                <a:spcPct val="90000"/>
              </a:lnSpc>
            </a:pPr>
            <a:endParaRPr lang="en-US" altLang="en-PK" sz="2000" b="1"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5226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2261"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Date Placeholder 3">
            <a:extLst>
              <a:ext uri="{FF2B5EF4-FFF2-40B4-BE49-F238E27FC236}">
                <a16:creationId xmlns:a16="http://schemas.microsoft.com/office/drawing/2014/main" id="{2F831CA9-84ED-4F1F-846C-C4B330975115}"/>
              </a:ext>
            </a:extLst>
          </p:cNvPr>
          <p:cNvSpPr txBox="1">
            <a:spLocks noGrp="1"/>
          </p:cNvSpPr>
          <p:nvPr/>
        </p:nvSpPr>
        <p:spPr bwMode="auto">
          <a:xfrm>
            <a:off x="0" y="6553200"/>
            <a:ext cx="2819400" cy="30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defRPr sz="2400">
                <a:solidFill>
                  <a:schemeClr val="tx1"/>
                </a:solidFill>
                <a:latin typeface="Times New Roman" panose="02020603050405020304" pitchFamily="18" charset="0"/>
                <a:cs typeface="Times New Roman" panose="02020603050405020304" pitchFamily="18" charset="0"/>
              </a:defRPr>
            </a:lvl1pPr>
            <a:lvl2pPr marL="742950" indent="-285750">
              <a:defRPr sz="2400">
                <a:solidFill>
                  <a:schemeClr val="tx1"/>
                </a:solidFill>
                <a:latin typeface="Times New Roman" panose="02020603050405020304" pitchFamily="18" charset="0"/>
                <a:cs typeface="Times New Roman" panose="02020603050405020304" pitchFamily="18" charset="0"/>
              </a:defRPr>
            </a:lvl2pPr>
            <a:lvl3pPr marL="1143000" indent="-228600">
              <a:defRPr sz="2400">
                <a:solidFill>
                  <a:schemeClr val="tx1"/>
                </a:solidFill>
                <a:latin typeface="Times New Roman" panose="02020603050405020304" pitchFamily="18" charset="0"/>
                <a:cs typeface="Times New Roman" panose="02020603050405020304" pitchFamily="18" charset="0"/>
              </a:defRPr>
            </a:lvl3pPr>
            <a:lvl4pPr marL="1600200" indent="-228600">
              <a:defRPr sz="2400">
                <a:solidFill>
                  <a:schemeClr val="tx1"/>
                </a:solidFill>
                <a:latin typeface="Times New Roman" panose="02020603050405020304" pitchFamily="18" charset="0"/>
                <a:cs typeface="Times New Roman" panose="02020603050405020304" pitchFamily="18" charset="0"/>
              </a:defRPr>
            </a:lvl4pPr>
            <a:lvl5pPr marL="2057400" indent="-228600">
              <a:defRPr sz="2400">
                <a:solidFill>
                  <a:schemeClr val="tx1"/>
                </a:solidFill>
                <a:latin typeface="Times New Roman" panose="02020603050405020304" pitchFamily="18" charset="0"/>
                <a:cs typeface="Times New Roman" panose="02020603050405020304" pitchFamily="18" charset="0"/>
              </a:defRPr>
            </a:lvl5pPr>
            <a:lvl6pPr marL="2514600" indent="-228600"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6pPr>
            <a:lvl7pPr marL="2971800" indent="-228600"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7pPr>
            <a:lvl8pPr marL="3429000" indent="-228600"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8pPr>
            <a:lvl9pPr marL="3886200" indent="-228600"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9pPr>
          </a:lstStyle>
          <a:p>
            <a:pPr eaLnBrk="0" hangingPunct="0"/>
            <a:r>
              <a:rPr lang="en-US" altLang="en-PK" sz="1400">
                <a:latin typeface="Arial" panose="020B0604020202020204" pitchFamily="34" charset="0"/>
              </a:rPr>
              <a:t>CS 3500</a:t>
            </a:r>
          </a:p>
        </p:txBody>
      </p:sp>
      <p:sp>
        <p:nvSpPr>
          <p:cNvPr id="10243" name="Slide Number Placeholder 5">
            <a:extLst>
              <a:ext uri="{FF2B5EF4-FFF2-40B4-BE49-F238E27FC236}">
                <a16:creationId xmlns:a16="http://schemas.microsoft.com/office/drawing/2014/main" id="{47C27EC2-E1D8-4DC3-BE5F-3C3E1922D2E1}"/>
              </a:ext>
            </a:extLst>
          </p:cNvPr>
          <p:cNvSpPr txBox="1">
            <a:spLocks noGrp="1"/>
          </p:cNvSpPr>
          <p:nvPr/>
        </p:nvSpPr>
        <p:spPr bwMode="auto">
          <a:xfrm>
            <a:off x="7161213" y="6551613"/>
            <a:ext cx="1905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defRPr sz="2400">
                <a:solidFill>
                  <a:schemeClr val="tx1"/>
                </a:solidFill>
                <a:latin typeface="Times New Roman" panose="02020603050405020304" pitchFamily="18" charset="0"/>
                <a:cs typeface="Times New Roman" panose="02020603050405020304" pitchFamily="18" charset="0"/>
              </a:defRPr>
            </a:lvl1pPr>
            <a:lvl2pPr marL="742950" indent="-285750">
              <a:defRPr sz="2400">
                <a:solidFill>
                  <a:schemeClr val="tx1"/>
                </a:solidFill>
                <a:latin typeface="Times New Roman" panose="02020603050405020304" pitchFamily="18" charset="0"/>
                <a:cs typeface="Times New Roman" panose="02020603050405020304" pitchFamily="18" charset="0"/>
              </a:defRPr>
            </a:lvl2pPr>
            <a:lvl3pPr marL="1143000" indent="-228600">
              <a:defRPr sz="2400">
                <a:solidFill>
                  <a:schemeClr val="tx1"/>
                </a:solidFill>
                <a:latin typeface="Times New Roman" panose="02020603050405020304" pitchFamily="18" charset="0"/>
                <a:cs typeface="Times New Roman" panose="02020603050405020304" pitchFamily="18" charset="0"/>
              </a:defRPr>
            </a:lvl3pPr>
            <a:lvl4pPr marL="1600200" indent="-228600">
              <a:defRPr sz="2400">
                <a:solidFill>
                  <a:schemeClr val="tx1"/>
                </a:solidFill>
                <a:latin typeface="Times New Roman" panose="02020603050405020304" pitchFamily="18" charset="0"/>
                <a:cs typeface="Times New Roman" panose="02020603050405020304" pitchFamily="18" charset="0"/>
              </a:defRPr>
            </a:lvl4pPr>
            <a:lvl5pPr marL="2057400" indent="-228600">
              <a:defRPr sz="2400">
                <a:solidFill>
                  <a:schemeClr val="tx1"/>
                </a:solidFill>
                <a:latin typeface="Times New Roman" panose="02020603050405020304" pitchFamily="18" charset="0"/>
                <a:cs typeface="Times New Roman" panose="02020603050405020304" pitchFamily="18" charset="0"/>
              </a:defRPr>
            </a:lvl5pPr>
            <a:lvl6pPr marL="2514600" indent="-228600"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6pPr>
            <a:lvl7pPr marL="2971800" indent="-228600"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7pPr>
            <a:lvl8pPr marL="3429000" indent="-228600"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8pPr>
            <a:lvl9pPr marL="3886200" indent="-228600"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9pPr>
          </a:lstStyle>
          <a:p>
            <a:pPr algn="r" eaLnBrk="0" hangingPunct="0"/>
            <a:r>
              <a:rPr lang="en-US" altLang="en-PK" sz="1400">
                <a:latin typeface="Arial" panose="020B0604020202020204" pitchFamily="34" charset="0"/>
              </a:rPr>
              <a:t>L20 - </a:t>
            </a:r>
            <a:fld id="{78F75FE7-8F1A-4F94-B8AF-B41EB252EFE4}" type="slidenum">
              <a:rPr lang="en-US" altLang="en-PK" sz="1400">
                <a:latin typeface="Arial" panose="020B0604020202020204" pitchFamily="34" charset="0"/>
              </a:rPr>
              <a:pPr algn="r" eaLnBrk="0" hangingPunct="0"/>
              <a:t>6</a:t>
            </a:fld>
            <a:endParaRPr lang="en-US" altLang="en-PK" sz="1400">
              <a:latin typeface="Arial" panose="020B0604020202020204" pitchFamily="34" charset="0"/>
            </a:endParaRPr>
          </a:p>
        </p:txBody>
      </p:sp>
      <p:sp>
        <p:nvSpPr>
          <p:cNvPr id="10244" name="Rectangle 2">
            <a:extLst>
              <a:ext uri="{FF2B5EF4-FFF2-40B4-BE49-F238E27FC236}">
                <a16:creationId xmlns:a16="http://schemas.microsoft.com/office/drawing/2014/main" id="{F3DF3943-CFAD-4757-9405-19D016A1591F}"/>
              </a:ext>
            </a:extLst>
          </p:cNvPr>
          <p:cNvSpPr>
            <a:spLocks noGrp="1" noChangeArrowheads="1"/>
          </p:cNvSpPr>
          <p:nvPr>
            <p:ph type="title" idx="4294967295"/>
          </p:nvPr>
        </p:nvSpPr>
        <p:spPr>
          <a:xfrm>
            <a:off x="457200" y="266700"/>
            <a:ext cx="8001000" cy="1143000"/>
          </a:xfrm>
        </p:spPr>
        <p:txBody>
          <a:bodyPr lIns="92075" tIns="46038" rIns="92075" bIns="46038" anchor="t"/>
          <a:lstStyle/>
          <a:p>
            <a:r>
              <a:rPr lang="en-US" altLang="en-PK" b="1" dirty="0"/>
              <a:t>Scenario 2</a:t>
            </a:r>
          </a:p>
        </p:txBody>
      </p:sp>
      <p:sp>
        <p:nvSpPr>
          <p:cNvPr id="353283" name="Rectangle 3">
            <a:extLst>
              <a:ext uri="{FF2B5EF4-FFF2-40B4-BE49-F238E27FC236}">
                <a16:creationId xmlns:a16="http://schemas.microsoft.com/office/drawing/2014/main" id="{4AB3AC8B-2CE3-4AC5-AD5D-2CCFB7F8A2DA}"/>
              </a:ext>
            </a:extLst>
          </p:cNvPr>
          <p:cNvSpPr>
            <a:spLocks noGrp="1" noChangeArrowheads="1"/>
          </p:cNvSpPr>
          <p:nvPr>
            <p:ph type="body" idx="4294967295"/>
          </p:nvPr>
        </p:nvSpPr>
        <p:spPr>
          <a:xfrm>
            <a:off x="228600" y="838200"/>
            <a:ext cx="8915400" cy="4876800"/>
          </a:xfrm>
        </p:spPr>
        <p:txBody>
          <a:bodyPr lIns="92075" tIns="46038" rIns="92075" bIns="46038">
            <a:normAutofit fontScale="92500" lnSpcReduction="10000"/>
          </a:bodyPr>
          <a:lstStyle/>
          <a:p>
            <a:pPr marL="285750" indent="-285750">
              <a:lnSpc>
                <a:spcPct val="90000"/>
              </a:lnSpc>
            </a:pPr>
            <a:endParaRPr lang="en-US" altLang="en-PK" sz="2000" b="1" dirty="0"/>
          </a:p>
          <a:p>
            <a:pPr marL="285750" indent="-285750" algn="just">
              <a:lnSpc>
                <a:spcPct val="90000"/>
              </a:lnSpc>
            </a:pPr>
            <a:r>
              <a:rPr lang="en-US" altLang="en-PK" sz="2000" dirty="0"/>
              <a:t>Three years ago Diane started her own consulting business.  She has been so successful that she now has several people working for her and has many clients.  Their consulting work included advising on how to network microcomputers, designing database management systems, and advising about security.</a:t>
            </a:r>
          </a:p>
          <a:p>
            <a:pPr marL="285750" indent="-285750" algn="just">
              <a:lnSpc>
                <a:spcPct val="90000"/>
              </a:lnSpc>
              <a:buFontTx/>
              <a:buNone/>
            </a:pPr>
            <a:r>
              <a:rPr lang="en-US" altLang="en-PK" sz="2000" dirty="0"/>
              <a:t>	Presently she is designing a database management system for the personnel office of a medium-sized company.  Diane has involved the client in the design process, informing the CEO, the directory of computing, and the director of personnel about the progress of the system.  Diane has described several options to the client.  Because the system is going to cost more than they panned, the client has decided to opt for a less secure system.  She believes the information they will be storing is extremely sensitive.  It will include performance evaluations, medical records for filing insurance claims, salaries, and so forth.</a:t>
            </a:r>
          </a:p>
          <a:p>
            <a:pPr marL="285750" indent="-285750" algn="just">
              <a:lnSpc>
                <a:spcPct val="90000"/>
              </a:lnSpc>
              <a:buFontTx/>
              <a:buNone/>
            </a:pPr>
            <a:r>
              <a:rPr lang="en-US" altLang="en-PK" sz="2000" dirty="0"/>
              <a:t>	With weak security, employees working on microcomputers may be able to figure out ways to get access to this data, not to mention the possibilities for on-line access from hackers.  Diane feels strongly that the system should be much more secure.  She has tried to explain the risks, but the CEO, director of computing and director of personnel all agree that less security will do.  What should she do?  Should she refuse to build the system as they request?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5328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5328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5328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3283" grpId="0" build="p" autoUpdateAnimBg="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Date Placeholder 3">
            <a:extLst>
              <a:ext uri="{FF2B5EF4-FFF2-40B4-BE49-F238E27FC236}">
                <a16:creationId xmlns:a16="http://schemas.microsoft.com/office/drawing/2014/main" id="{E5BA6CDA-AA44-49A6-9A60-36E0F7C545FF}"/>
              </a:ext>
            </a:extLst>
          </p:cNvPr>
          <p:cNvSpPr txBox="1">
            <a:spLocks noGrp="1"/>
          </p:cNvSpPr>
          <p:nvPr/>
        </p:nvSpPr>
        <p:spPr bwMode="auto">
          <a:xfrm>
            <a:off x="0" y="6553200"/>
            <a:ext cx="2819400" cy="30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defRPr sz="2400">
                <a:solidFill>
                  <a:schemeClr val="tx1"/>
                </a:solidFill>
                <a:latin typeface="Times New Roman" panose="02020603050405020304" pitchFamily="18" charset="0"/>
                <a:cs typeface="Times New Roman" panose="02020603050405020304" pitchFamily="18" charset="0"/>
              </a:defRPr>
            </a:lvl1pPr>
            <a:lvl2pPr marL="742950" indent="-285750">
              <a:defRPr sz="2400">
                <a:solidFill>
                  <a:schemeClr val="tx1"/>
                </a:solidFill>
                <a:latin typeface="Times New Roman" panose="02020603050405020304" pitchFamily="18" charset="0"/>
                <a:cs typeface="Times New Roman" panose="02020603050405020304" pitchFamily="18" charset="0"/>
              </a:defRPr>
            </a:lvl2pPr>
            <a:lvl3pPr marL="1143000" indent="-228600">
              <a:defRPr sz="2400">
                <a:solidFill>
                  <a:schemeClr val="tx1"/>
                </a:solidFill>
                <a:latin typeface="Times New Roman" panose="02020603050405020304" pitchFamily="18" charset="0"/>
                <a:cs typeface="Times New Roman" panose="02020603050405020304" pitchFamily="18" charset="0"/>
              </a:defRPr>
            </a:lvl3pPr>
            <a:lvl4pPr marL="1600200" indent="-228600">
              <a:defRPr sz="2400">
                <a:solidFill>
                  <a:schemeClr val="tx1"/>
                </a:solidFill>
                <a:latin typeface="Times New Roman" panose="02020603050405020304" pitchFamily="18" charset="0"/>
                <a:cs typeface="Times New Roman" panose="02020603050405020304" pitchFamily="18" charset="0"/>
              </a:defRPr>
            </a:lvl4pPr>
            <a:lvl5pPr marL="2057400" indent="-228600">
              <a:defRPr sz="2400">
                <a:solidFill>
                  <a:schemeClr val="tx1"/>
                </a:solidFill>
                <a:latin typeface="Times New Roman" panose="02020603050405020304" pitchFamily="18" charset="0"/>
                <a:cs typeface="Times New Roman" panose="02020603050405020304" pitchFamily="18" charset="0"/>
              </a:defRPr>
            </a:lvl5pPr>
            <a:lvl6pPr marL="2514600" indent="-228600"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6pPr>
            <a:lvl7pPr marL="2971800" indent="-228600"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7pPr>
            <a:lvl8pPr marL="3429000" indent="-228600"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8pPr>
            <a:lvl9pPr marL="3886200" indent="-228600"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9pPr>
          </a:lstStyle>
          <a:p>
            <a:pPr eaLnBrk="0" hangingPunct="0"/>
            <a:r>
              <a:rPr lang="en-US" altLang="en-PK" sz="1400">
                <a:latin typeface="Arial" panose="020B0604020202020204" pitchFamily="34" charset="0"/>
              </a:rPr>
              <a:t>CS 3500</a:t>
            </a:r>
          </a:p>
        </p:txBody>
      </p:sp>
      <p:sp>
        <p:nvSpPr>
          <p:cNvPr id="12291" name="Slide Number Placeholder 5">
            <a:extLst>
              <a:ext uri="{FF2B5EF4-FFF2-40B4-BE49-F238E27FC236}">
                <a16:creationId xmlns:a16="http://schemas.microsoft.com/office/drawing/2014/main" id="{E8E159EC-39A9-4A05-AF5C-7C3B5656521C}"/>
              </a:ext>
            </a:extLst>
          </p:cNvPr>
          <p:cNvSpPr txBox="1">
            <a:spLocks noGrp="1"/>
          </p:cNvSpPr>
          <p:nvPr/>
        </p:nvSpPr>
        <p:spPr bwMode="auto">
          <a:xfrm>
            <a:off x="7161213" y="6551613"/>
            <a:ext cx="1905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defRPr sz="2400">
                <a:solidFill>
                  <a:schemeClr val="tx1"/>
                </a:solidFill>
                <a:latin typeface="Times New Roman" panose="02020603050405020304" pitchFamily="18" charset="0"/>
                <a:cs typeface="Times New Roman" panose="02020603050405020304" pitchFamily="18" charset="0"/>
              </a:defRPr>
            </a:lvl1pPr>
            <a:lvl2pPr marL="742950" indent="-285750">
              <a:defRPr sz="2400">
                <a:solidFill>
                  <a:schemeClr val="tx1"/>
                </a:solidFill>
                <a:latin typeface="Times New Roman" panose="02020603050405020304" pitchFamily="18" charset="0"/>
                <a:cs typeface="Times New Roman" panose="02020603050405020304" pitchFamily="18" charset="0"/>
              </a:defRPr>
            </a:lvl2pPr>
            <a:lvl3pPr marL="1143000" indent="-228600">
              <a:defRPr sz="2400">
                <a:solidFill>
                  <a:schemeClr val="tx1"/>
                </a:solidFill>
                <a:latin typeface="Times New Roman" panose="02020603050405020304" pitchFamily="18" charset="0"/>
                <a:cs typeface="Times New Roman" panose="02020603050405020304" pitchFamily="18" charset="0"/>
              </a:defRPr>
            </a:lvl3pPr>
            <a:lvl4pPr marL="1600200" indent="-228600">
              <a:defRPr sz="2400">
                <a:solidFill>
                  <a:schemeClr val="tx1"/>
                </a:solidFill>
                <a:latin typeface="Times New Roman" panose="02020603050405020304" pitchFamily="18" charset="0"/>
                <a:cs typeface="Times New Roman" panose="02020603050405020304" pitchFamily="18" charset="0"/>
              </a:defRPr>
            </a:lvl4pPr>
            <a:lvl5pPr marL="2057400" indent="-228600">
              <a:defRPr sz="2400">
                <a:solidFill>
                  <a:schemeClr val="tx1"/>
                </a:solidFill>
                <a:latin typeface="Times New Roman" panose="02020603050405020304" pitchFamily="18" charset="0"/>
                <a:cs typeface="Times New Roman" panose="02020603050405020304" pitchFamily="18" charset="0"/>
              </a:defRPr>
            </a:lvl5pPr>
            <a:lvl6pPr marL="2514600" indent="-228600"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6pPr>
            <a:lvl7pPr marL="2971800" indent="-228600"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7pPr>
            <a:lvl8pPr marL="3429000" indent="-228600"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8pPr>
            <a:lvl9pPr marL="3886200" indent="-228600"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9pPr>
          </a:lstStyle>
          <a:p>
            <a:pPr algn="r" eaLnBrk="0" hangingPunct="0"/>
            <a:r>
              <a:rPr lang="en-US" altLang="en-PK" sz="1400">
                <a:latin typeface="Arial" panose="020B0604020202020204" pitchFamily="34" charset="0"/>
              </a:rPr>
              <a:t>L20 - </a:t>
            </a:r>
            <a:fld id="{B77CAD1F-65D4-4C01-BD9B-8D56B889E6B0}" type="slidenum">
              <a:rPr lang="en-US" altLang="en-PK" sz="1400">
                <a:latin typeface="Arial" panose="020B0604020202020204" pitchFamily="34" charset="0"/>
              </a:rPr>
              <a:pPr algn="r" eaLnBrk="0" hangingPunct="0"/>
              <a:t>7</a:t>
            </a:fld>
            <a:endParaRPr lang="en-US" altLang="en-PK" sz="1400">
              <a:latin typeface="Arial" panose="020B0604020202020204" pitchFamily="34" charset="0"/>
            </a:endParaRPr>
          </a:p>
        </p:txBody>
      </p:sp>
      <p:sp>
        <p:nvSpPr>
          <p:cNvPr id="12292" name="Rectangle 2">
            <a:extLst>
              <a:ext uri="{FF2B5EF4-FFF2-40B4-BE49-F238E27FC236}">
                <a16:creationId xmlns:a16="http://schemas.microsoft.com/office/drawing/2014/main" id="{ADFDB509-9359-4406-8B2C-C15BBDF80D84}"/>
              </a:ext>
            </a:extLst>
          </p:cNvPr>
          <p:cNvSpPr>
            <a:spLocks noGrp="1" noChangeArrowheads="1"/>
          </p:cNvSpPr>
          <p:nvPr>
            <p:ph type="title" idx="4294967295"/>
          </p:nvPr>
        </p:nvSpPr>
        <p:spPr>
          <a:xfrm>
            <a:off x="457200" y="0"/>
            <a:ext cx="7772400" cy="1143000"/>
          </a:xfrm>
        </p:spPr>
        <p:txBody>
          <a:bodyPr lIns="92075" tIns="46038" rIns="92075" bIns="46038" anchor="t"/>
          <a:lstStyle/>
          <a:p>
            <a:br>
              <a:rPr lang="en-US" altLang="en-PK" dirty="0"/>
            </a:br>
            <a:r>
              <a:rPr lang="en-US" altLang="en-PK" b="1" dirty="0"/>
              <a:t>Scenario 3</a:t>
            </a:r>
          </a:p>
        </p:txBody>
      </p:sp>
      <p:sp>
        <p:nvSpPr>
          <p:cNvPr id="354307" name="Rectangle 3">
            <a:extLst>
              <a:ext uri="{FF2B5EF4-FFF2-40B4-BE49-F238E27FC236}">
                <a16:creationId xmlns:a16="http://schemas.microsoft.com/office/drawing/2014/main" id="{B85E6119-D42B-4C68-9289-13C5D38462B9}"/>
              </a:ext>
            </a:extLst>
          </p:cNvPr>
          <p:cNvSpPr>
            <a:spLocks noGrp="1" noChangeArrowheads="1"/>
          </p:cNvSpPr>
          <p:nvPr>
            <p:ph type="body" idx="4294967295"/>
          </p:nvPr>
        </p:nvSpPr>
        <p:spPr>
          <a:xfrm>
            <a:off x="533400" y="1219200"/>
            <a:ext cx="8077200" cy="4419600"/>
          </a:xfrm>
        </p:spPr>
        <p:txBody>
          <a:bodyPr lIns="92075" tIns="46038" rIns="92075" bIns="46038">
            <a:normAutofit fontScale="92500" lnSpcReduction="10000"/>
          </a:bodyPr>
          <a:lstStyle/>
          <a:p>
            <a:pPr marL="285750" indent="-285750" algn="just">
              <a:lnSpc>
                <a:spcPct val="90000"/>
              </a:lnSpc>
            </a:pPr>
            <a:r>
              <a:rPr lang="en-US" altLang="en-PK" sz="2000" dirty="0"/>
              <a:t>Max works in a large state department of alcoholism and drug abuse.  The agency administers programs for individuals with alcohol and drug problems, and maintains a huge database of information on the clients who use their services.  Some of the data files contain the names and current addresses of clients.</a:t>
            </a:r>
          </a:p>
          <a:p>
            <a:pPr marL="285750" indent="-285750" algn="just">
              <a:lnSpc>
                <a:spcPct val="90000"/>
              </a:lnSpc>
              <a:buFontTx/>
              <a:buNone/>
            </a:pPr>
            <a:r>
              <a:rPr lang="en-US" altLang="en-PK" sz="2000" dirty="0"/>
              <a:t>	Max has been asked to take a look at the track records of the treatment programs.  He is to put together a report that contains the number of clients seen in each program each month for the past five years, length of each client’s treatment, number of clients who return after completion of a program, criminal histories of clients, and so on.  In order to put together this report, Max has been given access to all files in the agency’s mainframe computer.  After assembling the data into a new file that includes the client names, he downloads it to the computer in his office.</a:t>
            </a:r>
          </a:p>
          <a:p>
            <a:pPr marL="285750" indent="-285750" algn="just">
              <a:lnSpc>
                <a:spcPct val="90000"/>
              </a:lnSpc>
              <a:buFontTx/>
              <a:buNone/>
            </a:pPr>
            <a:r>
              <a:rPr lang="en-US" altLang="en-PK" sz="2000" dirty="0"/>
              <a:t>	Under pressure to get the report finished by the deadline, Max decides he will have to work at home over the weekend in order to finish on time.  He copies the information onto several disks and takes them home.  After finishing the report he leaves the disks at home and forgets about them.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5430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5430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5430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4307" grpId="0" build="p" autoUpdateAnimBg="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Date Placeholder 3">
            <a:extLst>
              <a:ext uri="{FF2B5EF4-FFF2-40B4-BE49-F238E27FC236}">
                <a16:creationId xmlns:a16="http://schemas.microsoft.com/office/drawing/2014/main" id="{7B39B672-AD79-4B91-931C-F8667E93D8CE}"/>
              </a:ext>
            </a:extLst>
          </p:cNvPr>
          <p:cNvSpPr txBox="1">
            <a:spLocks noGrp="1"/>
          </p:cNvSpPr>
          <p:nvPr/>
        </p:nvSpPr>
        <p:spPr bwMode="auto">
          <a:xfrm>
            <a:off x="0" y="6553200"/>
            <a:ext cx="2819400" cy="30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defRPr sz="2400">
                <a:solidFill>
                  <a:schemeClr val="tx1"/>
                </a:solidFill>
                <a:latin typeface="Times New Roman" panose="02020603050405020304" pitchFamily="18" charset="0"/>
                <a:cs typeface="Times New Roman" panose="02020603050405020304" pitchFamily="18" charset="0"/>
              </a:defRPr>
            </a:lvl1pPr>
            <a:lvl2pPr marL="742950" indent="-285750">
              <a:defRPr sz="2400">
                <a:solidFill>
                  <a:schemeClr val="tx1"/>
                </a:solidFill>
                <a:latin typeface="Times New Roman" panose="02020603050405020304" pitchFamily="18" charset="0"/>
                <a:cs typeface="Times New Roman" panose="02020603050405020304" pitchFamily="18" charset="0"/>
              </a:defRPr>
            </a:lvl2pPr>
            <a:lvl3pPr marL="1143000" indent="-228600">
              <a:defRPr sz="2400">
                <a:solidFill>
                  <a:schemeClr val="tx1"/>
                </a:solidFill>
                <a:latin typeface="Times New Roman" panose="02020603050405020304" pitchFamily="18" charset="0"/>
                <a:cs typeface="Times New Roman" panose="02020603050405020304" pitchFamily="18" charset="0"/>
              </a:defRPr>
            </a:lvl3pPr>
            <a:lvl4pPr marL="1600200" indent="-228600">
              <a:defRPr sz="2400">
                <a:solidFill>
                  <a:schemeClr val="tx1"/>
                </a:solidFill>
                <a:latin typeface="Times New Roman" panose="02020603050405020304" pitchFamily="18" charset="0"/>
                <a:cs typeface="Times New Roman" panose="02020603050405020304" pitchFamily="18" charset="0"/>
              </a:defRPr>
            </a:lvl4pPr>
            <a:lvl5pPr marL="2057400" indent="-228600">
              <a:defRPr sz="2400">
                <a:solidFill>
                  <a:schemeClr val="tx1"/>
                </a:solidFill>
                <a:latin typeface="Times New Roman" panose="02020603050405020304" pitchFamily="18" charset="0"/>
                <a:cs typeface="Times New Roman" panose="02020603050405020304" pitchFamily="18" charset="0"/>
              </a:defRPr>
            </a:lvl5pPr>
            <a:lvl6pPr marL="2514600" indent="-228600"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6pPr>
            <a:lvl7pPr marL="2971800" indent="-228600"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7pPr>
            <a:lvl8pPr marL="3429000" indent="-228600"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8pPr>
            <a:lvl9pPr marL="3886200" indent="-228600"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9pPr>
          </a:lstStyle>
          <a:p>
            <a:pPr eaLnBrk="0" hangingPunct="0"/>
            <a:r>
              <a:rPr lang="en-US" altLang="en-PK" sz="1400" dirty="0">
                <a:latin typeface="Arial" panose="020B0604020202020204" pitchFamily="34" charset="0"/>
              </a:rPr>
              <a:t>CS 3500</a:t>
            </a:r>
          </a:p>
        </p:txBody>
      </p:sp>
      <p:sp>
        <p:nvSpPr>
          <p:cNvPr id="14339" name="Slide Number Placeholder 5">
            <a:extLst>
              <a:ext uri="{FF2B5EF4-FFF2-40B4-BE49-F238E27FC236}">
                <a16:creationId xmlns:a16="http://schemas.microsoft.com/office/drawing/2014/main" id="{E6A42F44-172C-4D14-A0A6-8570AC8AA3F6}"/>
              </a:ext>
            </a:extLst>
          </p:cNvPr>
          <p:cNvSpPr txBox="1">
            <a:spLocks noGrp="1"/>
          </p:cNvSpPr>
          <p:nvPr/>
        </p:nvSpPr>
        <p:spPr bwMode="auto">
          <a:xfrm>
            <a:off x="7161213" y="6551613"/>
            <a:ext cx="1905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defRPr sz="2400">
                <a:solidFill>
                  <a:schemeClr val="tx1"/>
                </a:solidFill>
                <a:latin typeface="Times New Roman" panose="02020603050405020304" pitchFamily="18" charset="0"/>
                <a:cs typeface="Times New Roman" panose="02020603050405020304" pitchFamily="18" charset="0"/>
              </a:defRPr>
            </a:lvl1pPr>
            <a:lvl2pPr marL="742950" indent="-285750">
              <a:defRPr sz="2400">
                <a:solidFill>
                  <a:schemeClr val="tx1"/>
                </a:solidFill>
                <a:latin typeface="Times New Roman" panose="02020603050405020304" pitchFamily="18" charset="0"/>
                <a:cs typeface="Times New Roman" panose="02020603050405020304" pitchFamily="18" charset="0"/>
              </a:defRPr>
            </a:lvl2pPr>
            <a:lvl3pPr marL="1143000" indent="-228600">
              <a:defRPr sz="2400">
                <a:solidFill>
                  <a:schemeClr val="tx1"/>
                </a:solidFill>
                <a:latin typeface="Times New Roman" panose="02020603050405020304" pitchFamily="18" charset="0"/>
                <a:cs typeface="Times New Roman" panose="02020603050405020304" pitchFamily="18" charset="0"/>
              </a:defRPr>
            </a:lvl3pPr>
            <a:lvl4pPr marL="1600200" indent="-228600">
              <a:defRPr sz="2400">
                <a:solidFill>
                  <a:schemeClr val="tx1"/>
                </a:solidFill>
                <a:latin typeface="Times New Roman" panose="02020603050405020304" pitchFamily="18" charset="0"/>
                <a:cs typeface="Times New Roman" panose="02020603050405020304" pitchFamily="18" charset="0"/>
              </a:defRPr>
            </a:lvl4pPr>
            <a:lvl5pPr marL="2057400" indent="-228600">
              <a:defRPr sz="2400">
                <a:solidFill>
                  <a:schemeClr val="tx1"/>
                </a:solidFill>
                <a:latin typeface="Times New Roman" panose="02020603050405020304" pitchFamily="18" charset="0"/>
                <a:cs typeface="Times New Roman" panose="02020603050405020304" pitchFamily="18" charset="0"/>
              </a:defRPr>
            </a:lvl5pPr>
            <a:lvl6pPr marL="2514600" indent="-228600"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6pPr>
            <a:lvl7pPr marL="2971800" indent="-228600"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7pPr>
            <a:lvl8pPr marL="3429000" indent="-228600"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8pPr>
            <a:lvl9pPr marL="3886200" indent="-228600"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9pPr>
          </a:lstStyle>
          <a:p>
            <a:pPr algn="r" eaLnBrk="0" hangingPunct="0"/>
            <a:r>
              <a:rPr lang="en-US" altLang="en-PK" sz="1400" dirty="0">
                <a:latin typeface="Arial" panose="020B0604020202020204" pitchFamily="34" charset="0"/>
              </a:rPr>
              <a:t>L20 - </a:t>
            </a:r>
            <a:fld id="{3533A127-6D3F-4FC5-98DC-FD8ABF9249B8}" type="slidenum">
              <a:rPr lang="en-US" altLang="en-PK" sz="1400">
                <a:latin typeface="Arial" panose="020B0604020202020204" pitchFamily="34" charset="0"/>
              </a:rPr>
              <a:pPr algn="r" eaLnBrk="0" hangingPunct="0"/>
              <a:t>8</a:t>
            </a:fld>
            <a:endParaRPr lang="en-US" altLang="en-PK" sz="1400" dirty="0">
              <a:latin typeface="Arial" panose="020B0604020202020204" pitchFamily="34" charset="0"/>
            </a:endParaRPr>
          </a:p>
        </p:txBody>
      </p:sp>
      <p:sp>
        <p:nvSpPr>
          <p:cNvPr id="14340" name="Rectangle 2">
            <a:extLst>
              <a:ext uri="{FF2B5EF4-FFF2-40B4-BE49-F238E27FC236}">
                <a16:creationId xmlns:a16="http://schemas.microsoft.com/office/drawing/2014/main" id="{F8DFCB70-646F-4591-9016-A038228B5B75}"/>
              </a:ext>
            </a:extLst>
          </p:cNvPr>
          <p:cNvSpPr>
            <a:spLocks noGrp="1" noChangeArrowheads="1"/>
          </p:cNvSpPr>
          <p:nvPr>
            <p:ph type="title" idx="4294967295"/>
          </p:nvPr>
        </p:nvSpPr>
        <p:spPr>
          <a:xfrm>
            <a:off x="628650" y="681037"/>
            <a:ext cx="7886700" cy="1009652"/>
          </a:xfrm>
        </p:spPr>
        <p:txBody>
          <a:bodyPr lIns="92075" tIns="46038" rIns="92075" bIns="46038" anchor="t"/>
          <a:lstStyle/>
          <a:p>
            <a:r>
              <a:rPr lang="en-US" altLang="en-PK" b="1" dirty="0"/>
              <a:t>Scenario 4</a:t>
            </a:r>
          </a:p>
        </p:txBody>
      </p:sp>
      <p:sp>
        <p:nvSpPr>
          <p:cNvPr id="356355" name="Rectangle 3">
            <a:extLst>
              <a:ext uri="{FF2B5EF4-FFF2-40B4-BE49-F238E27FC236}">
                <a16:creationId xmlns:a16="http://schemas.microsoft.com/office/drawing/2014/main" id="{3DAA8E90-E168-498E-98C1-C40BB25A337E}"/>
              </a:ext>
            </a:extLst>
          </p:cNvPr>
          <p:cNvSpPr>
            <a:spLocks noGrp="1" noChangeArrowheads="1"/>
          </p:cNvSpPr>
          <p:nvPr>
            <p:ph type="body" idx="4294967295"/>
          </p:nvPr>
        </p:nvSpPr>
        <p:spPr/>
        <p:txBody>
          <a:bodyPr lIns="92075" tIns="46038" rIns="92075" bIns="46038"/>
          <a:lstStyle/>
          <a:p>
            <a:pPr marL="285750" indent="-285750" algn="just"/>
            <a:r>
              <a:rPr lang="en-US" altLang="en-PK" sz="2800" dirty="0"/>
              <a:t>In determining requirements for an information system to be used in an employment agency, the client explains that, when displaying applicants whose qualifications appear to match those required for a particular job, the names of white applicants are to be displayed ahead of those of nonwhite applicants, and names of male applicants are to be displayed ahead of those of female applicants.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5635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6355" grpId="0" build="p" autoUpdateAnimBg="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567</TotalTime>
  <Words>942</Words>
  <Application>Microsoft Office PowerPoint</Application>
  <PresentationFormat>On-screen Show (4:3)</PresentationFormat>
  <Paragraphs>45</Paragraphs>
  <Slides>8</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Calibri Light</vt:lpstr>
      <vt:lpstr>Times New Roman</vt:lpstr>
      <vt:lpstr>Wingdings</vt:lpstr>
      <vt:lpstr>Office Theme</vt:lpstr>
      <vt:lpstr>Week 7: Professional Practices</vt:lpstr>
      <vt:lpstr>Software Engineering Code of Ethics and Professional Practice</vt:lpstr>
      <vt:lpstr>PowerPoint Presentation</vt:lpstr>
      <vt:lpstr>PowerPoint Presentation</vt:lpstr>
      <vt:lpstr>Scenario 1</vt:lpstr>
      <vt:lpstr>Scenario 2</vt:lpstr>
      <vt:lpstr> Scenario 3</vt:lpstr>
      <vt:lpstr>Scenario 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Professional Practices</dc:title>
  <dc:creator>IBRAHIM</dc:creator>
  <cp:lastModifiedBy>Amber Sarfraz</cp:lastModifiedBy>
  <cp:revision>198</cp:revision>
  <dcterms:created xsi:type="dcterms:W3CDTF">2006-08-16T00:00:00Z</dcterms:created>
  <dcterms:modified xsi:type="dcterms:W3CDTF">2022-10-21T08:44:37Z</dcterms:modified>
</cp:coreProperties>
</file>