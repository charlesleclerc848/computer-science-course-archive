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6.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7.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8.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9.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306" r:id="rId4"/>
    <p:sldId id="310" r:id="rId5"/>
    <p:sldId id="331" r:id="rId6"/>
    <p:sldId id="332" r:id="rId7"/>
    <p:sldId id="321" r:id="rId8"/>
    <p:sldId id="323" r:id="rId9"/>
    <p:sldId id="335" r:id="rId10"/>
    <p:sldId id="334" r:id="rId11"/>
    <p:sldId id="333" r:id="rId12"/>
    <p:sldId id="336" r:id="rId13"/>
    <p:sldId id="337" r:id="rId14"/>
    <p:sldId id="338" r:id="rId15"/>
    <p:sldId id="339" r:id="rId16"/>
    <p:sldId id="340" r:id="rId17"/>
    <p:sldId id="341" r:id="rId18"/>
    <p:sldId id="325" r:id="rId19"/>
    <p:sldId id="342" r:id="rId20"/>
    <p:sldId id="343" r:id="rId21"/>
    <p:sldId id="344" r:id="rId22"/>
    <p:sldId id="329" r:id="rId23"/>
    <p:sldId id="326" r:id="rId24"/>
    <p:sldId id="328" r:id="rId25"/>
    <p:sldId id="327" r:id="rId26"/>
    <p:sldId id="313" r:id="rId27"/>
    <p:sldId id="31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5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6" autoAdjust="0"/>
    <p:restoredTop sz="94004" autoAdjust="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605E88-28C9-40AF-B377-8F3FFA29F2F9}" type="doc">
      <dgm:prSet loTypeId="urn:microsoft.com/office/officeart/2005/8/layout/cycle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3907AF8C-E74E-4914-B1D7-F85FCA092E9A}" type="pres">
      <dgm:prSet presAssocID="{3B605E88-28C9-40AF-B377-8F3FFA29F2F9}" presName="Name0" presStyleCnt="0">
        <dgm:presLayoutVars>
          <dgm:dir/>
          <dgm:resizeHandles val="exact"/>
        </dgm:presLayoutVars>
      </dgm:prSet>
      <dgm:spPr/>
      <dgm:t>
        <a:bodyPr/>
        <a:lstStyle/>
        <a:p>
          <a:endParaRPr lang="en-US"/>
        </a:p>
      </dgm:t>
    </dgm:pt>
    <dgm:pt modelId="{0C014568-2962-4055-9340-BF05E33810F9}" type="pres">
      <dgm:prSet presAssocID="{3B605E88-28C9-40AF-B377-8F3FFA29F2F9}" presName="cycle" presStyleCnt="0"/>
      <dgm:spPr/>
    </dgm:pt>
    <dgm:pt modelId="{05E69EC8-0E29-4BDC-A8B2-21BD491A0BBD}" type="pres">
      <dgm:prSet presAssocID="{7B913D88-0A63-4E28-8465-978B0AF0B5A9}" presName="nodeFirstNode" presStyleLbl="node1" presStyleIdx="0" presStyleCnt="5">
        <dgm:presLayoutVars>
          <dgm:bulletEnabled val="1"/>
        </dgm:presLayoutVars>
      </dgm:prSet>
      <dgm:spPr/>
      <dgm:t>
        <a:bodyPr/>
        <a:lstStyle/>
        <a:p>
          <a:endParaRPr lang="en-US"/>
        </a:p>
      </dgm:t>
    </dgm:pt>
    <dgm:pt modelId="{179E7DAB-F98A-4466-903A-AA55D3FABAC2}" type="pres">
      <dgm:prSet presAssocID="{FE20C5D6-6FD5-401B-AF27-4193E0B9BA7A}" presName="sibTransFirstNode" presStyleLbl="bgShp" presStyleIdx="0" presStyleCnt="1"/>
      <dgm:spPr/>
      <dgm:t>
        <a:bodyPr/>
        <a:lstStyle/>
        <a:p>
          <a:endParaRPr lang="en-US"/>
        </a:p>
      </dgm:t>
    </dgm:pt>
    <dgm:pt modelId="{1819C758-0EF1-471D-BE1E-FD5485E4DBBA}" type="pres">
      <dgm:prSet presAssocID="{FF0AF41F-3F38-4D90-B879-99863303EB82}" presName="nodeFollowingNodes" presStyleLbl="node1" presStyleIdx="1" presStyleCnt="5">
        <dgm:presLayoutVars>
          <dgm:bulletEnabled val="1"/>
        </dgm:presLayoutVars>
      </dgm:prSet>
      <dgm:spPr/>
      <dgm:t>
        <a:bodyPr/>
        <a:lstStyle/>
        <a:p>
          <a:endParaRPr lang="en-US"/>
        </a:p>
      </dgm:t>
    </dgm:pt>
    <dgm:pt modelId="{58424D1C-5C6C-43BE-AC27-89C8EA129EC3}" type="pres">
      <dgm:prSet presAssocID="{245E56F9-2648-48F5-B488-71B4DE3A4147}" presName="nodeFollowingNodes" presStyleLbl="node1" presStyleIdx="2" presStyleCnt="5">
        <dgm:presLayoutVars>
          <dgm:bulletEnabled val="1"/>
        </dgm:presLayoutVars>
      </dgm:prSet>
      <dgm:spPr/>
      <dgm:t>
        <a:bodyPr/>
        <a:lstStyle/>
        <a:p>
          <a:endParaRPr lang="en-US"/>
        </a:p>
      </dgm:t>
    </dgm:pt>
    <dgm:pt modelId="{27A9BA05-5968-4B7A-A6AF-DAD7FF2A47A0}" type="pres">
      <dgm:prSet presAssocID="{C6E30F3D-2C0C-4B4A-873B-5E4D2D9D5F9A}" presName="nodeFollowingNodes" presStyleLbl="node1" presStyleIdx="3" presStyleCnt="5">
        <dgm:presLayoutVars>
          <dgm:bulletEnabled val="1"/>
        </dgm:presLayoutVars>
      </dgm:prSet>
      <dgm:spPr/>
      <dgm:t>
        <a:bodyPr/>
        <a:lstStyle/>
        <a:p>
          <a:endParaRPr lang="en-US"/>
        </a:p>
      </dgm:t>
    </dgm:pt>
    <dgm:pt modelId="{7ABF6D14-16FF-45A4-A22F-56F607B5B8F5}" type="pres">
      <dgm:prSet presAssocID="{219BE00F-9FE3-408C-B474-2730DE7594D3}" presName="nodeFollowingNodes" presStyleLbl="node1" presStyleIdx="4" presStyleCnt="5">
        <dgm:presLayoutVars>
          <dgm:bulletEnabled val="1"/>
        </dgm:presLayoutVars>
      </dgm:prSet>
      <dgm:spPr/>
      <dgm:t>
        <a:bodyPr/>
        <a:lstStyle/>
        <a:p>
          <a:endParaRPr lang="en-US"/>
        </a:p>
      </dgm:t>
    </dgm:pt>
  </dgm:ptLst>
  <dgm:cxnLst>
    <dgm:cxn modelId="{C38D8C5A-2BEB-45FE-8734-8DF9801D2E03}" type="presOf" srcId="{7B913D88-0A63-4E28-8465-978B0AF0B5A9}" destId="{05E69EC8-0E29-4BDC-A8B2-21BD491A0BBD}" srcOrd="0" destOrd="0" presId="urn:microsoft.com/office/officeart/2005/8/layout/cycle3"/>
    <dgm:cxn modelId="{74DAEB4B-FEC1-46F6-B251-F5E55D8B19FE}" type="presOf" srcId="{3B605E88-28C9-40AF-B377-8F3FFA29F2F9}" destId="{3907AF8C-E74E-4914-B1D7-F85FCA092E9A}" srcOrd="0" destOrd="0" presId="urn:microsoft.com/office/officeart/2005/8/layout/cycle3"/>
    <dgm:cxn modelId="{218639C5-09C5-4486-9E52-71B76E43E517}" srcId="{3B605E88-28C9-40AF-B377-8F3FFA29F2F9}" destId="{245E56F9-2648-48F5-B488-71B4DE3A4147}" srcOrd="2" destOrd="0" parTransId="{2C5B9D70-8D03-44EF-8715-2274A78BBE48}" sibTransId="{415347D5-00BC-4EA4-90EA-708AC24F0E97}"/>
    <dgm:cxn modelId="{6F5BBD76-6ADF-4763-8A1F-42964A9ABD27}" type="presOf" srcId="{245E56F9-2648-48F5-B488-71B4DE3A4147}" destId="{58424D1C-5C6C-43BE-AC27-89C8EA129EC3}" srcOrd="0" destOrd="0" presId="urn:microsoft.com/office/officeart/2005/8/layout/cycle3"/>
    <dgm:cxn modelId="{BBBFBDFA-0AEE-434F-BB9B-9E794593333A}" srcId="{3B605E88-28C9-40AF-B377-8F3FFA29F2F9}" destId="{219BE00F-9FE3-408C-B474-2730DE7594D3}" srcOrd="4" destOrd="0" parTransId="{908F32C5-6EC6-44A4-8684-979D1C909D8F}" sibTransId="{7E81B2C3-89DC-4B04-A0D9-2D6CC4B3BB56}"/>
    <dgm:cxn modelId="{5F87FD62-BDCB-486A-89CC-615DFE2E795C}" type="presOf" srcId="{FF0AF41F-3F38-4D90-B879-99863303EB82}" destId="{1819C758-0EF1-471D-BE1E-FD5485E4DBBA}" srcOrd="0" destOrd="0" presId="urn:microsoft.com/office/officeart/2005/8/layout/cycle3"/>
    <dgm:cxn modelId="{7C18FBE0-A3C5-4920-AAC2-F67ED4531A18}" srcId="{3B605E88-28C9-40AF-B377-8F3FFA29F2F9}" destId="{7B913D88-0A63-4E28-8465-978B0AF0B5A9}" srcOrd="0" destOrd="0" parTransId="{417C871C-23D8-44D4-9277-277C7FEF2891}" sibTransId="{FE20C5D6-6FD5-401B-AF27-4193E0B9BA7A}"/>
    <dgm:cxn modelId="{EE97536E-A828-4A72-8456-E5BCF070B805}" type="presOf" srcId="{C6E30F3D-2C0C-4B4A-873B-5E4D2D9D5F9A}" destId="{27A9BA05-5968-4B7A-A6AF-DAD7FF2A47A0}" srcOrd="0" destOrd="0" presId="urn:microsoft.com/office/officeart/2005/8/layout/cycle3"/>
    <dgm:cxn modelId="{AE1AF309-78C3-44A2-A462-BFD7FB41207C}" srcId="{3B605E88-28C9-40AF-B377-8F3FFA29F2F9}" destId="{C6E30F3D-2C0C-4B4A-873B-5E4D2D9D5F9A}" srcOrd="3" destOrd="0" parTransId="{195D625A-2E39-4DF6-A7D1-A40A7BA1F34D}" sibTransId="{548BB238-6626-4110-948C-245F92ABBF79}"/>
    <dgm:cxn modelId="{3A56FA53-C5A1-4757-A43D-218F069CDE11}" type="presOf" srcId="{FE20C5D6-6FD5-401B-AF27-4193E0B9BA7A}" destId="{179E7DAB-F98A-4466-903A-AA55D3FABAC2}" srcOrd="0" destOrd="0" presId="urn:microsoft.com/office/officeart/2005/8/layout/cycle3"/>
    <dgm:cxn modelId="{7B529ACA-AF57-431D-B66A-81F470080F8E}" type="presOf" srcId="{219BE00F-9FE3-408C-B474-2730DE7594D3}" destId="{7ABF6D14-16FF-45A4-A22F-56F607B5B8F5}" srcOrd="0" destOrd="0" presId="urn:microsoft.com/office/officeart/2005/8/layout/cycle3"/>
    <dgm:cxn modelId="{42487567-1EFA-4CDA-BC8E-29938D2D5F8B}" srcId="{3B605E88-28C9-40AF-B377-8F3FFA29F2F9}" destId="{FF0AF41F-3F38-4D90-B879-99863303EB82}" srcOrd="1" destOrd="0" parTransId="{0A6AAD71-A01A-415E-8BE7-F2B8F83D6AD8}" sibTransId="{CFEF47D0-A159-4FA4-97D6-8BD45DEC0652}"/>
    <dgm:cxn modelId="{E69F1E14-0FE1-4B0A-B13E-CBBC760FFC7E}" type="presParOf" srcId="{3907AF8C-E74E-4914-B1D7-F85FCA092E9A}" destId="{0C014568-2962-4055-9340-BF05E33810F9}" srcOrd="0" destOrd="0" presId="urn:microsoft.com/office/officeart/2005/8/layout/cycle3"/>
    <dgm:cxn modelId="{4C4819E1-6C9D-4723-BFE7-1FF03443F0BE}" type="presParOf" srcId="{0C014568-2962-4055-9340-BF05E33810F9}" destId="{05E69EC8-0E29-4BDC-A8B2-21BD491A0BBD}" srcOrd="0" destOrd="0" presId="urn:microsoft.com/office/officeart/2005/8/layout/cycle3"/>
    <dgm:cxn modelId="{5A0D3DFE-B62C-4538-B7C6-BB333FB8901B}" type="presParOf" srcId="{0C014568-2962-4055-9340-BF05E33810F9}" destId="{179E7DAB-F98A-4466-903A-AA55D3FABAC2}" srcOrd="1" destOrd="0" presId="urn:microsoft.com/office/officeart/2005/8/layout/cycle3"/>
    <dgm:cxn modelId="{F0CFC56D-3999-45AD-AC9F-9E07048CAB4F}" type="presParOf" srcId="{0C014568-2962-4055-9340-BF05E33810F9}" destId="{1819C758-0EF1-471D-BE1E-FD5485E4DBBA}" srcOrd="2" destOrd="0" presId="urn:microsoft.com/office/officeart/2005/8/layout/cycle3"/>
    <dgm:cxn modelId="{4BF9C2AE-AC60-4650-B355-442B34EE9881}" type="presParOf" srcId="{0C014568-2962-4055-9340-BF05E33810F9}" destId="{58424D1C-5C6C-43BE-AC27-89C8EA129EC3}" srcOrd="3" destOrd="0" presId="urn:microsoft.com/office/officeart/2005/8/layout/cycle3"/>
    <dgm:cxn modelId="{BE482BE3-1347-4884-94FB-7FBEB0B5FC06}" type="presParOf" srcId="{0C014568-2962-4055-9340-BF05E33810F9}" destId="{27A9BA05-5968-4B7A-A6AF-DAD7FF2A47A0}" srcOrd="4" destOrd="0" presId="urn:microsoft.com/office/officeart/2005/8/layout/cycle3"/>
    <dgm:cxn modelId="{A1A575B5-F55D-4663-A6F7-CA3FB0402E02}" type="presParOf" srcId="{0C014568-2962-4055-9340-BF05E33810F9}" destId="{7ABF6D14-16FF-45A4-A22F-56F607B5B8F5}"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2E859763-796D-4A34-A0CF-F659E60BF27F}" type="presOf" srcId="{245E56F9-2648-48F5-B488-71B4DE3A4147}" destId="{19DDDAC6-92E2-40EA-B0EA-D32BF4980C94}"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B6E4A2C0-FDEC-4132-896F-965A044FA722}" type="presOf" srcId="{245E56F9-2648-48F5-B488-71B4DE3A4147}" destId="{C8CB46B1-E79C-457E-A28D-1EE2F9EBEE32}" srcOrd="0" destOrd="0" presId="urn:microsoft.com/office/officeart/2005/8/layout/chart3"/>
    <dgm:cxn modelId="{AA5A821C-C1E8-44CD-992C-F01055C1366E}" type="presOf" srcId="{3B605E88-28C9-40AF-B377-8F3FFA29F2F9}" destId="{CB892D60-2B20-46C3-87BC-F58EAA848156}" srcOrd="0" destOrd="0" presId="urn:microsoft.com/office/officeart/2005/8/layout/chart3"/>
    <dgm:cxn modelId="{36F5CC30-EA42-42FE-B1F5-96FDE2A872F4}" type="presOf" srcId="{219BE00F-9FE3-408C-B474-2730DE7594D3}" destId="{C0B1907C-499B-43A5-8352-581C1F6219E1}"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194245B2-BC2C-44C7-B1E4-25F26E535C94}" type="presOf" srcId="{7B913D88-0A63-4E28-8465-978B0AF0B5A9}" destId="{F0915EC1-A275-4419-B6DD-9DC54319BF3E}" srcOrd="0" destOrd="0" presId="urn:microsoft.com/office/officeart/2005/8/layout/chart3"/>
    <dgm:cxn modelId="{2E7E20A2-CCF4-4431-A55D-4A3BC6D76FBB}" type="presOf" srcId="{FF0AF41F-3F38-4D90-B879-99863303EB82}" destId="{AC9DC32F-869B-4DFB-A37E-E3D67D647138}" srcOrd="1" destOrd="0" presId="urn:microsoft.com/office/officeart/2005/8/layout/chart3"/>
    <dgm:cxn modelId="{F3949A2E-6416-492E-8731-C8997468B6C5}" type="presOf" srcId="{FF0AF41F-3F38-4D90-B879-99863303EB82}" destId="{B908182B-DF5B-4F6C-8EEA-512201C7CDC9}" srcOrd="0" destOrd="0" presId="urn:microsoft.com/office/officeart/2005/8/layout/chart3"/>
    <dgm:cxn modelId="{3D31D434-E893-418B-B829-3BE1B0D2F728}" type="presOf" srcId="{219BE00F-9FE3-408C-B474-2730DE7594D3}" destId="{87C899A1-74D4-4481-A2C9-1D4677F9080D}" srcOrd="1" destOrd="0" presId="urn:microsoft.com/office/officeart/2005/8/layout/chart3"/>
    <dgm:cxn modelId="{0DAA82B8-A9B0-4F11-A072-DD36AB9651D3}" type="presOf" srcId="{7B913D88-0A63-4E28-8465-978B0AF0B5A9}" destId="{E9DE9BBF-436E-4DEA-A2C7-203A042957F6}" srcOrd="1" destOrd="0" presId="urn:microsoft.com/office/officeart/2005/8/layout/chart3"/>
    <dgm:cxn modelId="{FE03625E-4C8A-4F68-B319-D7E0C3A6266E}" type="presOf" srcId="{C6E30F3D-2C0C-4B4A-873B-5E4D2D9D5F9A}" destId="{75645940-2EEE-4E50-8B17-F4838C4D281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648E5DC2-F28D-4AC8-ADC1-D7A50DD38516}" type="presOf" srcId="{C6E30F3D-2C0C-4B4A-873B-5E4D2D9D5F9A}" destId="{FF3DB6A0-593B-467F-AA9B-F6E930064387}"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AE75D003-75FB-493A-8296-2AB49A5B0E2A}" type="presParOf" srcId="{CB892D60-2B20-46C3-87BC-F58EAA848156}" destId="{F0915EC1-A275-4419-B6DD-9DC54319BF3E}" srcOrd="0" destOrd="0" presId="urn:microsoft.com/office/officeart/2005/8/layout/chart3"/>
    <dgm:cxn modelId="{C15B29C9-0A15-4FF9-90CF-578529A0FE1D}" type="presParOf" srcId="{CB892D60-2B20-46C3-87BC-F58EAA848156}" destId="{E9DE9BBF-436E-4DEA-A2C7-203A042957F6}" srcOrd="1" destOrd="0" presId="urn:microsoft.com/office/officeart/2005/8/layout/chart3"/>
    <dgm:cxn modelId="{1117EBA7-B5C6-4F51-ADE6-BE960C2BEE65}" type="presParOf" srcId="{CB892D60-2B20-46C3-87BC-F58EAA848156}" destId="{B908182B-DF5B-4F6C-8EEA-512201C7CDC9}" srcOrd="2" destOrd="0" presId="urn:microsoft.com/office/officeart/2005/8/layout/chart3"/>
    <dgm:cxn modelId="{FEEBDCF4-9C9D-46E0-A343-8950E6A55AEA}" type="presParOf" srcId="{CB892D60-2B20-46C3-87BC-F58EAA848156}" destId="{AC9DC32F-869B-4DFB-A37E-E3D67D647138}" srcOrd="3" destOrd="0" presId="urn:microsoft.com/office/officeart/2005/8/layout/chart3"/>
    <dgm:cxn modelId="{BEA92682-DC53-4841-9CCE-D910611A23A1}" type="presParOf" srcId="{CB892D60-2B20-46C3-87BC-F58EAA848156}" destId="{C8CB46B1-E79C-457E-A28D-1EE2F9EBEE32}" srcOrd="4" destOrd="0" presId="urn:microsoft.com/office/officeart/2005/8/layout/chart3"/>
    <dgm:cxn modelId="{5604F056-0687-4FD4-9393-B466E69B2A5C}" type="presParOf" srcId="{CB892D60-2B20-46C3-87BC-F58EAA848156}" destId="{19DDDAC6-92E2-40EA-B0EA-D32BF4980C94}" srcOrd="5" destOrd="0" presId="urn:microsoft.com/office/officeart/2005/8/layout/chart3"/>
    <dgm:cxn modelId="{28A1D8FB-2EB4-49E0-A03A-2329B4148637}" type="presParOf" srcId="{CB892D60-2B20-46C3-87BC-F58EAA848156}" destId="{75645940-2EEE-4E50-8B17-F4838C4D2812}" srcOrd="6" destOrd="0" presId="urn:microsoft.com/office/officeart/2005/8/layout/chart3"/>
    <dgm:cxn modelId="{B0BA49ED-1ABA-4CDD-9B4F-46AA792B3890}" type="presParOf" srcId="{CB892D60-2B20-46C3-87BC-F58EAA848156}" destId="{FF3DB6A0-593B-467F-AA9B-F6E930064387}" srcOrd="7" destOrd="0" presId="urn:microsoft.com/office/officeart/2005/8/layout/chart3"/>
    <dgm:cxn modelId="{A3648A35-B95C-4733-A44D-2523A54FC71F}" type="presParOf" srcId="{CB892D60-2B20-46C3-87BC-F58EAA848156}" destId="{C0B1907C-499B-43A5-8352-581C1F6219E1}" srcOrd="8" destOrd="0" presId="urn:microsoft.com/office/officeart/2005/8/layout/chart3"/>
    <dgm:cxn modelId="{0F529A58-4672-4729-81D3-8BB49B7091CD}"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5A0682C-7491-43B7-B87B-1966C8F864DA}" type="presOf" srcId="{219BE00F-9FE3-408C-B474-2730DE7594D3}" destId="{87C899A1-74D4-4481-A2C9-1D4677F9080D}" srcOrd="1" destOrd="0" presId="urn:microsoft.com/office/officeart/2005/8/layout/chart3"/>
    <dgm:cxn modelId="{6CD8BADF-8DCC-4248-B810-45D29F8AC968}" type="presOf" srcId="{FF0AF41F-3F38-4D90-B879-99863303EB82}" destId="{AC9DC32F-869B-4DFB-A37E-E3D67D647138}" srcOrd="1" destOrd="0" presId="urn:microsoft.com/office/officeart/2005/8/layout/chart3"/>
    <dgm:cxn modelId="{F1BCE9B4-091F-496F-A99E-5EB496B4EC84}"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AE1AF309-78C3-44A2-A462-BFD7FB41207C}" srcId="{3B605E88-28C9-40AF-B377-8F3FFA29F2F9}" destId="{C6E30F3D-2C0C-4B4A-873B-5E4D2D9D5F9A}" srcOrd="3" destOrd="0" parTransId="{195D625A-2E39-4DF6-A7D1-A40A7BA1F34D}" sibTransId="{548BB238-6626-4110-948C-245F92ABBF79}"/>
    <dgm:cxn modelId="{BBBFBDFA-0AEE-434F-BB9B-9E794593333A}" srcId="{3B605E88-28C9-40AF-B377-8F3FFA29F2F9}" destId="{219BE00F-9FE3-408C-B474-2730DE7594D3}" srcOrd="4" destOrd="0" parTransId="{908F32C5-6EC6-44A4-8684-979D1C909D8F}" sibTransId="{7E81B2C3-89DC-4B04-A0D9-2D6CC4B3BB56}"/>
    <dgm:cxn modelId="{74B19631-2262-41D7-B069-070343605D29}" type="presOf" srcId="{C6E30F3D-2C0C-4B4A-873B-5E4D2D9D5F9A}" destId="{FF3DB6A0-593B-467F-AA9B-F6E930064387}" srcOrd="1" destOrd="0" presId="urn:microsoft.com/office/officeart/2005/8/layout/chart3"/>
    <dgm:cxn modelId="{B877FD4A-416D-44F7-89EC-5173293ACB82}" type="presOf" srcId="{245E56F9-2648-48F5-B488-71B4DE3A4147}" destId="{19DDDAC6-92E2-40EA-B0EA-D32BF4980C94}" srcOrd="1" destOrd="0" presId="urn:microsoft.com/office/officeart/2005/8/layout/chart3"/>
    <dgm:cxn modelId="{5C36C1DD-1696-49AB-879A-FD457CD0EDDE}" type="presOf" srcId="{7B913D88-0A63-4E28-8465-978B0AF0B5A9}" destId="{E9DE9BBF-436E-4DEA-A2C7-203A042957F6}" srcOrd="1" destOrd="0" presId="urn:microsoft.com/office/officeart/2005/8/layout/chart3"/>
    <dgm:cxn modelId="{BB2735A1-774D-46F1-BEE6-DF302EA9085B}" type="presOf" srcId="{C6E30F3D-2C0C-4B4A-873B-5E4D2D9D5F9A}" destId="{75645940-2EEE-4E50-8B17-F4838C4D2812}" srcOrd="0" destOrd="0" presId="urn:microsoft.com/office/officeart/2005/8/layout/chart3"/>
    <dgm:cxn modelId="{12743950-9C73-47A4-8C69-34AF2809B2F4}"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ECDC3978-917D-4E33-817B-8FCAB51E48C1}" type="presOf" srcId="{245E56F9-2648-48F5-B488-71B4DE3A4147}" destId="{C8CB46B1-E79C-457E-A28D-1EE2F9EBEE32}" srcOrd="0" destOrd="0" presId="urn:microsoft.com/office/officeart/2005/8/layout/chart3"/>
    <dgm:cxn modelId="{79047141-0145-4CE8-86BE-EEFE8BC9DB26}" type="presOf" srcId="{219BE00F-9FE3-408C-B474-2730DE7594D3}" destId="{C0B1907C-499B-43A5-8352-581C1F6219E1}" srcOrd="0" destOrd="0" presId="urn:microsoft.com/office/officeart/2005/8/layout/chart3"/>
    <dgm:cxn modelId="{00D7C1A4-1529-49A7-97B3-1197BC92E924}" type="presOf" srcId="{7B913D88-0A63-4E28-8465-978B0AF0B5A9}" destId="{F0915EC1-A275-4419-B6DD-9DC54319BF3E}"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81CCD7E5-3FC3-4CFB-801C-7BBC30BFBCB4}" type="presParOf" srcId="{CB892D60-2B20-46C3-87BC-F58EAA848156}" destId="{F0915EC1-A275-4419-B6DD-9DC54319BF3E}" srcOrd="0" destOrd="0" presId="urn:microsoft.com/office/officeart/2005/8/layout/chart3"/>
    <dgm:cxn modelId="{6CBDEC99-84F3-4575-83D0-AEB56EEA9304}" type="presParOf" srcId="{CB892D60-2B20-46C3-87BC-F58EAA848156}" destId="{E9DE9BBF-436E-4DEA-A2C7-203A042957F6}" srcOrd="1" destOrd="0" presId="urn:microsoft.com/office/officeart/2005/8/layout/chart3"/>
    <dgm:cxn modelId="{81E66261-233E-47FC-92AF-C33DE30056F5}" type="presParOf" srcId="{CB892D60-2B20-46C3-87BC-F58EAA848156}" destId="{B908182B-DF5B-4F6C-8EEA-512201C7CDC9}" srcOrd="2" destOrd="0" presId="urn:microsoft.com/office/officeart/2005/8/layout/chart3"/>
    <dgm:cxn modelId="{D42A2A19-4D42-4B8B-A6E0-9A054546A855}" type="presParOf" srcId="{CB892D60-2B20-46C3-87BC-F58EAA848156}" destId="{AC9DC32F-869B-4DFB-A37E-E3D67D647138}" srcOrd="3" destOrd="0" presId="urn:microsoft.com/office/officeart/2005/8/layout/chart3"/>
    <dgm:cxn modelId="{D9950B2C-876E-4E88-A2B6-AB748033B96A}" type="presParOf" srcId="{CB892D60-2B20-46C3-87BC-F58EAA848156}" destId="{C8CB46B1-E79C-457E-A28D-1EE2F9EBEE32}" srcOrd="4" destOrd="0" presId="urn:microsoft.com/office/officeart/2005/8/layout/chart3"/>
    <dgm:cxn modelId="{C1CAEF49-E39D-4950-9C10-58711C437258}" type="presParOf" srcId="{CB892D60-2B20-46C3-87BC-F58EAA848156}" destId="{19DDDAC6-92E2-40EA-B0EA-D32BF4980C94}" srcOrd="5" destOrd="0" presId="urn:microsoft.com/office/officeart/2005/8/layout/chart3"/>
    <dgm:cxn modelId="{E8B6366D-5222-4C56-AB85-9378D9C6988C}" type="presParOf" srcId="{CB892D60-2B20-46C3-87BC-F58EAA848156}" destId="{75645940-2EEE-4E50-8B17-F4838C4D2812}" srcOrd="6" destOrd="0" presId="urn:microsoft.com/office/officeart/2005/8/layout/chart3"/>
    <dgm:cxn modelId="{11336CDB-67FF-4FBB-800F-8BF39CCE7347}" type="presParOf" srcId="{CB892D60-2B20-46C3-87BC-F58EAA848156}" destId="{FF3DB6A0-593B-467F-AA9B-F6E930064387}" srcOrd="7" destOrd="0" presId="urn:microsoft.com/office/officeart/2005/8/layout/chart3"/>
    <dgm:cxn modelId="{2F688198-F9DC-4844-8FE9-1C50AC92DD53}" type="presParOf" srcId="{CB892D60-2B20-46C3-87BC-F58EAA848156}" destId="{C0B1907C-499B-43A5-8352-581C1F6219E1}" srcOrd="8" destOrd="0" presId="urn:microsoft.com/office/officeart/2005/8/layout/chart3"/>
    <dgm:cxn modelId="{8FC2F7E8-BF99-4F1F-9B84-F16EEFECBD78}"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828CB49D-234B-4EA7-A409-19F72CFC599C}" type="presOf" srcId="{245E56F9-2648-48F5-B488-71B4DE3A4147}" destId="{19DDDAC6-92E2-40EA-B0EA-D32BF4980C94}"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1840210D-4014-4C9B-AC33-B47E48472B3E}" type="presOf" srcId="{219BE00F-9FE3-408C-B474-2730DE7594D3}" destId="{87C899A1-74D4-4481-A2C9-1D4677F9080D}" srcOrd="1" destOrd="0" presId="urn:microsoft.com/office/officeart/2005/8/layout/chart3"/>
    <dgm:cxn modelId="{DACF1921-D443-4051-BB91-F91219F68A12}" type="presOf" srcId="{C6E30F3D-2C0C-4B4A-873B-5E4D2D9D5F9A}" destId="{FF3DB6A0-593B-467F-AA9B-F6E930064387}" srcOrd="1" destOrd="0" presId="urn:microsoft.com/office/officeart/2005/8/layout/chart3"/>
    <dgm:cxn modelId="{FA30E95E-31E7-4BF4-BE6E-7F9B48154845}" type="presOf" srcId="{245E56F9-2648-48F5-B488-71B4DE3A4147}" destId="{C8CB46B1-E79C-457E-A28D-1EE2F9EBEE32}"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E0D574F8-F559-4AC7-8574-29C976CEAA19}" type="presOf" srcId="{3B605E88-28C9-40AF-B377-8F3FFA29F2F9}" destId="{CB892D60-2B20-46C3-87BC-F58EAA848156}" srcOrd="0" destOrd="0" presId="urn:microsoft.com/office/officeart/2005/8/layout/chart3"/>
    <dgm:cxn modelId="{C54A23D8-0DA0-403F-84B2-33E521749707}" type="presOf" srcId="{219BE00F-9FE3-408C-B474-2730DE7594D3}" destId="{C0B1907C-499B-43A5-8352-581C1F6219E1}" srcOrd="0" destOrd="0" presId="urn:microsoft.com/office/officeart/2005/8/layout/chart3"/>
    <dgm:cxn modelId="{B8CF2DF8-D414-48F4-AFBF-332D2624944E}" type="presOf" srcId="{FF0AF41F-3F38-4D90-B879-99863303EB82}" destId="{AC9DC32F-869B-4DFB-A37E-E3D67D647138}"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FE9507BF-2324-4DC2-9C2A-FAF9D60E7C7C}" type="presOf" srcId="{C6E30F3D-2C0C-4B4A-873B-5E4D2D9D5F9A}" destId="{75645940-2EEE-4E50-8B17-F4838C4D2812}" srcOrd="0" destOrd="0" presId="urn:microsoft.com/office/officeart/2005/8/layout/chart3"/>
    <dgm:cxn modelId="{5F338AAF-BC29-4345-A868-B138F106A830}" type="presOf" srcId="{7B913D88-0A63-4E28-8465-978B0AF0B5A9}" destId="{F0915EC1-A275-4419-B6DD-9DC54319BF3E}" srcOrd="0" destOrd="0" presId="urn:microsoft.com/office/officeart/2005/8/layout/chart3"/>
    <dgm:cxn modelId="{9B71644E-4718-4B60-8B10-6EE2A8220F2D}" type="presOf" srcId="{FF0AF41F-3F38-4D90-B879-99863303EB82}" destId="{B908182B-DF5B-4F6C-8EEA-512201C7CDC9}" srcOrd="0" destOrd="0" presId="urn:microsoft.com/office/officeart/2005/8/layout/chart3"/>
    <dgm:cxn modelId="{19EACA30-3410-45B4-AD68-D04B9575622C}" type="presOf" srcId="{7B913D88-0A63-4E28-8465-978B0AF0B5A9}" destId="{E9DE9BBF-436E-4DEA-A2C7-203A042957F6}"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4EF6C909-4F03-4410-96FC-172B816BF078}" type="presParOf" srcId="{CB892D60-2B20-46C3-87BC-F58EAA848156}" destId="{F0915EC1-A275-4419-B6DD-9DC54319BF3E}" srcOrd="0" destOrd="0" presId="urn:microsoft.com/office/officeart/2005/8/layout/chart3"/>
    <dgm:cxn modelId="{D7DD1C40-7EB6-4704-93B8-F807C5BD277D}" type="presParOf" srcId="{CB892D60-2B20-46C3-87BC-F58EAA848156}" destId="{E9DE9BBF-436E-4DEA-A2C7-203A042957F6}" srcOrd="1" destOrd="0" presId="urn:microsoft.com/office/officeart/2005/8/layout/chart3"/>
    <dgm:cxn modelId="{740BB423-F742-4B47-9970-44B917154B25}" type="presParOf" srcId="{CB892D60-2B20-46C3-87BC-F58EAA848156}" destId="{B908182B-DF5B-4F6C-8EEA-512201C7CDC9}" srcOrd="2" destOrd="0" presId="urn:microsoft.com/office/officeart/2005/8/layout/chart3"/>
    <dgm:cxn modelId="{9999DDDA-315C-45FE-A993-39C564C0ABDF}" type="presParOf" srcId="{CB892D60-2B20-46C3-87BC-F58EAA848156}" destId="{AC9DC32F-869B-4DFB-A37E-E3D67D647138}" srcOrd="3" destOrd="0" presId="urn:microsoft.com/office/officeart/2005/8/layout/chart3"/>
    <dgm:cxn modelId="{85EA8D41-E64D-4E17-9456-78FD6885D513}" type="presParOf" srcId="{CB892D60-2B20-46C3-87BC-F58EAA848156}" destId="{C8CB46B1-E79C-457E-A28D-1EE2F9EBEE32}" srcOrd="4" destOrd="0" presId="urn:microsoft.com/office/officeart/2005/8/layout/chart3"/>
    <dgm:cxn modelId="{846C5C6E-F5C1-4A1B-A165-04BDF698B22B}" type="presParOf" srcId="{CB892D60-2B20-46C3-87BC-F58EAA848156}" destId="{19DDDAC6-92E2-40EA-B0EA-D32BF4980C94}" srcOrd="5" destOrd="0" presId="urn:microsoft.com/office/officeart/2005/8/layout/chart3"/>
    <dgm:cxn modelId="{A0AC8BFA-E20B-4453-B6E4-A86B6343D232}" type="presParOf" srcId="{CB892D60-2B20-46C3-87BC-F58EAA848156}" destId="{75645940-2EEE-4E50-8B17-F4838C4D2812}" srcOrd="6" destOrd="0" presId="urn:microsoft.com/office/officeart/2005/8/layout/chart3"/>
    <dgm:cxn modelId="{DA1E9FCB-1853-4886-B395-C098FF5F471D}" type="presParOf" srcId="{CB892D60-2B20-46C3-87BC-F58EAA848156}" destId="{FF3DB6A0-593B-467F-AA9B-F6E930064387}" srcOrd="7" destOrd="0" presId="urn:microsoft.com/office/officeart/2005/8/layout/chart3"/>
    <dgm:cxn modelId="{7D0F08AF-70CB-45FF-8B60-64020B6D0254}" type="presParOf" srcId="{CB892D60-2B20-46C3-87BC-F58EAA848156}" destId="{C0B1907C-499B-43A5-8352-581C1F6219E1}" srcOrd="8" destOrd="0" presId="urn:microsoft.com/office/officeart/2005/8/layout/chart3"/>
    <dgm:cxn modelId="{0C3D5967-9335-4B09-8341-6482E36F81AB}"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236E4719-21EB-4ABF-8571-B5512AFB19D1}" type="presOf" srcId="{245E56F9-2648-48F5-B488-71B4DE3A4147}" destId="{C8CB46B1-E79C-457E-A28D-1EE2F9EBEE32}" srcOrd="0" destOrd="0" presId="urn:microsoft.com/office/officeart/2005/8/layout/chart3"/>
    <dgm:cxn modelId="{5590DF4D-D4F9-4900-A5B4-396ABEB0055B}" type="presOf" srcId="{245E56F9-2648-48F5-B488-71B4DE3A4147}" destId="{19DDDAC6-92E2-40EA-B0EA-D32BF4980C94}" srcOrd="1" destOrd="0" presId="urn:microsoft.com/office/officeart/2005/8/layout/chart3"/>
    <dgm:cxn modelId="{AFECA8BE-B7C6-4A50-8A90-480553BF8B01}" type="presOf" srcId="{FF0AF41F-3F38-4D90-B879-99863303EB82}" destId="{B908182B-DF5B-4F6C-8EEA-512201C7CDC9}"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9F3D86DE-6D01-4535-A667-8303AB8760D1}" type="presOf" srcId="{7B913D88-0A63-4E28-8465-978B0AF0B5A9}" destId="{F0915EC1-A275-4419-B6DD-9DC54319BF3E}" srcOrd="0" destOrd="0" presId="urn:microsoft.com/office/officeart/2005/8/layout/chart3"/>
    <dgm:cxn modelId="{4EF01F9F-EF7F-437C-BB2B-21C8381F7E69}" type="presOf" srcId="{C6E30F3D-2C0C-4B4A-873B-5E4D2D9D5F9A}" destId="{FF3DB6A0-593B-467F-AA9B-F6E930064387}" srcOrd="1" destOrd="0" presId="urn:microsoft.com/office/officeart/2005/8/layout/chart3"/>
    <dgm:cxn modelId="{F069EE5C-68DC-4F32-ACD1-6C6BCEADEBAB}" type="presOf" srcId="{FF0AF41F-3F38-4D90-B879-99863303EB82}" destId="{AC9DC32F-869B-4DFB-A37E-E3D67D647138}"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CCD9CE46-1403-46BF-B224-0344482CCEAD}"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1FAD1967-4C5F-463D-847F-84DD64E2D0D9}" type="presOf" srcId="{C6E30F3D-2C0C-4B4A-873B-5E4D2D9D5F9A}" destId="{75645940-2EEE-4E50-8B17-F4838C4D2812}" srcOrd="0" destOrd="0" presId="urn:microsoft.com/office/officeart/2005/8/layout/chart3"/>
    <dgm:cxn modelId="{5C1CAE37-B35B-4E08-A1E1-1874A149B7A8}" type="presOf" srcId="{219BE00F-9FE3-408C-B474-2730DE7594D3}" destId="{87C899A1-74D4-4481-A2C9-1D4677F9080D}"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4D1E64A8-8F82-4677-B7AB-7A6BAC3D73DF}" type="presOf" srcId="{219BE00F-9FE3-408C-B474-2730DE7594D3}" destId="{C0B1907C-499B-43A5-8352-581C1F6219E1}" srcOrd="0" destOrd="0" presId="urn:microsoft.com/office/officeart/2005/8/layout/chart3"/>
    <dgm:cxn modelId="{03AB874D-4D20-49B3-84A8-02B704CBF772}" type="presOf" srcId="{7B913D88-0A63-4E28-8465-978B0AF0B5A9}" destId="{E9DE9BBF-436E-4DEA-A2C7-203A042957F6}"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406096F8-C753-474E-828C-E4D37EDC6D59}" type="presParOf" srcId="{CB892D60-2B20-46C3-87BC-F58EAA848156}" destId="{F0915EC1-A275-4419-B6DD-9DC54319BF3E}" srcOrd="0" destOrd="0" presId="urn:microsoft.com/office/officeart/2005/8/layout/chart3"/>
    <dgm:cxn modelId="{12F9C0C5-2482-489F-A5D4-1EA9B4880E89}" type="presParOf" srcId="{CB892D60-2B20-46C3-87BC-F58EAA848156}" destId="{E9DE9BBF-436E-4DEA-A2C7-203A042957F6}" srcOrd="1" destOrd="0" presId="urn:microsoft.com/office/officeart/2005/8/layout/chart3"/>
    <dgm:cxn modelId="{C777ED6C-C5A9-41E3-BBFB-3EA031155324}" type="presParOf" srcId="{CB892D60-2B20-46C3-87BC-F58EAA848156}" destId="{B908182B-DF5B-4F6C-8EEA-512201C7CDC9}" srcOrd="2" destOrd="0" presId="urn:microsoft.com/office/officeart/2005/8/layout/chart3"/>
    <dgm:cxn modelId="{2E55BF3D-4A02-407A-80E4-0FCD79B9302A}" type="presParOf" srcId="{CB892D60-2B20-46C3-87BC-F58EAA848156}" destId="{AC9DC32F-869B-4DFB-A37E-E3D67D647138}" srcOrd="3" destOrd="0" presId="urn:microsoft.com/office/officeart/2005/8/layout/chart3"/>
    <dgm:cxn modelId="{6FC452A3-4625-4029-99A7-7B19DCBE4416}" type="presParOf" srcId="{CB892D60-2B20-46C3-87BC-F58EAA848156}" destId="{C8CB46B1-E79C-457E-A28D-1EE2F9EBEE32}" srcOrd="4" destOrd="0" presId="urn:microsoft.com/office/officeart/2005/8/layout/chart3"/>
    <dgm:cxn modelId="{FA253757-DFF9-4A1E-815F-9C55420A1249}" type="presParOf" srcId="{CB892D60-2B20-46C3-87BC-F58EAA848156}" destId="{19DDDAC6-92E2-40EA-B0EA-D32BF4980C94}" srcOrd="5" destOrd="0" presId="urn:microsoft.com/office/officeart/2005/8/layout/chart3"/>
    <dgm:cxn modelId="{58D5FE86-1E96-46F8-B535-8E377A7F0BE9}" type="presParOf" srcId="{CB892D60-2B20-46C3-87BC-F58EAA848156}" destId="{75645940-2EEE-4E50-8B17-F4838C4D2812}" srcOrd="6" destOrd="0" presId="urn:microsoft.com/office/officeart/2005/8/layout/chart3"/>
    <dgm:cxn modelId="{A70E87F5-03BC-4F4D-B6E4-2BDDE275CC10}" type="presParOf" srcId="{CB892D60-2B20-46C3-87BC-F58EAA848156}" destId="{FF3DB6A0-593B-467F-AA9B-F6E930064387}" srcOrd="7" destOrd="0" presId="urn:microsoft.com/office/officeart/2005/8/layout/chart3"/>
    <dgm:cxn modelId="{6E359124-E603-4BF2-96B0-775241490459}" type="presParOf" srcId="{CB892D60-2B20-46C3-87BC-F58EAA848156}" destId="{C0B1907C-499B-43A5-8352-581C1F6219E1}" srcOrd="8" destOrd="0" presId="urn:microsoft.com/office/officeart/2005/8/layout/chart3"/>
    <dgm:cxn modelId="{AF8A3414-DDA0-48D1-AF9B-8D98A76519D2}"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8E18B61C-FD5F-453F-9BA1-1B8170AF5C25}" type="presOf" srcId="{3B605E88-28C9-40AF-B377-8F3FFA29F2F9}" destId="{CB892D60-2B20-46C3-87BC-F58EAA848156}"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5A9E4C9B-1B44-4465-BD1A-373F5919ABF0}" type="presOf" srcId="{C6E30F3D-2C0C-4B4A-873B-5E4D2D9D5F9A}" destId="{FF3DB6A0-593B-467F-AA9B-F6E930064387}" srcOrd="1" destOrd="0" presId="urn:microsoft.com/office/officeart/2005/8/layout/chart3"/>
    <dgm:cxn modelId="{A7861DDD-F2E2-4D4F-A6F1-B3001A465E22}" type="presOf" srcId="{FF0AF41F-3F38-4D90-B879-99863303EB82}" destId="{AC9DC32F-869B-4DFB-A37E-E3D67D647138}" srcOrd="1" destOrd="0" presId="urn:microsoft.com/office/officeart/2005/8/layout/chart3"/>
    <dgm:cxn modelId="{65386E28-2D3D-48D6-9C27-D5826D65B733}" type="presOf" srcId="{219BE00F-9FE3-408C-B474-2730DE7594D3}" destId="{C0B1907C-499B-43A5-8352-581C1F6219E1}" srcOrd="0" destOrd="0" presId="urn:microsoft.com/office/officeart/2005/8/layout/chart3"/>
    <dgm:cxn modelId="{CF39F880-67E5-4320-B5B6-B9FA70658DC9}" type="presOf" srcId="{219BE00F-9FE3-408C-B474-2730DE7594D3}" destId="{87C899A1-74D4-4481-A2C9-1D4677F9080D}"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A35941E6-D469-4E2D-A27E-46BE263AC499}" type="presOf" srcId="{7B913D88-0A63-4E28-8465-978B0AF0B5A9}" destId="{E9DE9BBF-436E-4DEA-A2C7-203A042957F6}" srcOrd="1" destOrd="0" presId="urn:microsoft.com/office/officeart/2005/8/layout/chart3"/>
    <dgm:cxn modelId="{01A26D16-A074-43BC-A234-FA6363D5BE78}" type="presOf" srcId="{245E56F9-2648-48F5-B488-71B4DE3A4147}" destId="{C8CB46B1-E79C-457E-A28D-1EE2F9EBEE32}"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50486AF-98CD-4A26-A672-E27E98869851}" type="presOf" srcId="{7B913D88-0A63-4E28-8465-978B0AF0B5A9}" destId="{F0915EC1-A275-4419-B6DD-9DC54319BF3E}" srcOrd="0" destOrd="0" presId="urn:microsoft.com/office/officeart/2005/8/layout/chart3"/>
    <dgm:cxn modelId="{3EC059E5-5411-497D-8F33-202C857D749A}" type="presOf" srcId="{FF0AF41F-3F38-4D90-B879-99863303EB82}" destId="{B908182B-DF5B-4F6C-8EEA-512201C7CDC9}" srcOrd="0" destOrd="0" presId="urn:microsoft.com/office/officeart/2005/8/layout/chart3"/>
    <dgm:cxn modelId="{BA57B774-A379-490F-ABC6-39BFFC3A7D7E}" type="presOf" srcId="{C6E30F3D-2C0C-4B4A-873B-5E4D2D9D5F9A}" destId="{75645940-2EEE-4E50-8B17-F4838C4D281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E6528E6F-6BA9-4DAE-9569-86767B075E16}" type="presOf" srcId="{245E56F9-2648-48F5-B488-71B4DE3A4147}" destId="{19DDDAC6-92E2-40EA-B0EA-D32BF4980C94}"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8C700DA7-0BFF-4834-8684-B89EDF40D754}" type="presParOf" srcId="{CB892D60-2B20-46C3-87BC-F58EAA848156}" destId="{F0915EC1-A275-4419-B6DD-9DC54319BF3E}" srcOrd="0" destOrd="0" presId="urn:microsoft.com/office/officeart/2005/8/layout/chart3"/>
    <dgm:cxn modelId="{24DD8167-40C2-4BB4-BE0B-52E76B6A3535}" type="presParOf" srcId="{CB892D60-2B20-46C3-87BC-F58EAA848156}" destId="{E9DE9BBF-436E-4DEA-A2C7-203A042957F6}" srcOrd="1" destOrd="0" presId="urn:microsoft.com/office/officeart/2005/8/layout/chart3"/>
    <dgm:cxn modelId="{9029883C-2261-4624-B4B0-49591147EB83}" type="presParOf" srcId="{CB892D60-2B20-46C3-87BC-F58EAA848156}" destId="{B908182B-DF5B-4F6C-8EEA-512201C7CDC9}" srcOrd="2" destOrd="0" presId="urn:microsoft.com/office/officeart/2005/8/layout/chart3"/>
    <dgm:cxn modelId="{251CAFCA-DD2D-4623-9CE0-84D590115EA5}" type="presParOf" srcId="{CB892D60-2B20-46C3-87BC-F58EAA848156}" destId="{AC9DC32F-869B-4DFB-A37E-E3D67D647138}" srcOrd="3" destOrd="0" presId="urn:microsoft.com/office/officeart/2005/8/layout/chart3"/>
    <dgm:cxn modelId="{7CDF8C39-2354-4DC7-898B-4BC3EFF87214}" type="presParOf" srcId="{CB892D60-2B20-46C3-87BC-F58EAA848156}" destId="{C8CB46B1-E79C-457E-A28D-1EE2F9EBEE32}" srcOrd="4" destOrd="0" presId="urn:microsoft.com/office/officeart/2005/8/layout/chart3"/>
    <dgm:cxn modelId="{4FC85653-F376-47EB-91C7-9CAA91F9BDBE}" type="presParOf" srcId="{CB892D60-2B20-46C3-87BC-F58EAA848156}" destId="{19DDDAC6-92E2-40EA-B0EA-D32BF4980C94}" srcOrd="5" destOrd="0" presId="urn:microsoft.com/office/officeart/2005/8/layout/chart3"/>
    <dgm:cxn modelId="{5148A79A-0730-48BC-85FB-5BA7AA700F39}" type="presParOf" srcId="{CB892D60-2B20-46C3-87BC-F58EAA848156}" destId="{75645940-2EEE-4E50-8B17-F4838C4D2812}" srcOrd="6" destOrd="0" presId="urn:microsoft.com/office/officeart/2005/8/layout/chart3"/>
    <dgm:cxn modelId="{B72BCDAC-4C3C-419B-B477-EFD318CE326D}" type="presParOf" srcId="{CB892D60-2B20-46C3-87BC-F58EAA848156}" destId="{FF3DB6A0-593B-467F-AA9B-F6E930064387}" srcOrd="7" destOrd="0" presId="urn:microsoft.com/office/officeart/2005/8/layout/chart3"/>
    <dgm:cxn modelId="{A3987E01-D43E-44BF-B7DD-DFEC2F674BD2}" type="presParOf" srcId="{CB892D60-2B20-46C3-87BC-F58EAA848156}" destId="{C0B1907C-499B-43A5-8352-581C1F6219E1}" srcOrd="8" destOrd="0" presId="urn:microsoft.com/office/officeart/2005/8/layout/chart3"/>
    <dgm:cxn modelId="{826B8A44-CA18-429A-BDD0-17575748CDCD}"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218639C5-09C5-4486-9E52-71B76E43E517}" srcId="{3B605E88-28C9-40AF-B377-8F3FFA29F2F9}" destId="{245E56F9-2648-48F5-B488-71B4DE3A4147}" srcOrd="2" destOrd="0" parTransId="{2C5B9D70-8D03-44EF-8715-2274A78BBE48}" sibTransId="{415347D5-00BC-4EA4-90EA-708AC24F0E97}"/>
    <dgm:cxn modelId="{97DD02CA-D255-4B99-AD1B-7819A60D7C4A}" type="presOf" srcId="{219BE00F-9FE3-408C-B474-2730DE7594D3}" destId="{87C899A1-74D4-4481-A2C9-1D4677F9080D}" srcOrd="1" destOrd="0" presId="urn:microsoft.com/office/officeart/2005/8/layout/chart3"/>
    <dgm:cxn modelId="{BFDCD277-1CB7-41A2-9E6A-062AA2BDE7AE}" type="presOf" srcId="{7B913D88-0A63-4E28-8465-978B0AF0B5A9}" destId="{F0915EC1-A275-4419-B6DD-9DC54319BF3E}" srcOrd="0" destOrd="0" presId="urn:microsoft.com/office/officeart/2005/8/layout/chart3"/>
    <dgm:cxn modelId="{3146F610-F470-4991-B196-8525A39A31DE}" type="presOf" srcId="{FF0AF41F-3F38-4D90-B879-99863303EB82}" destId="{AC9DC32F-869B-4DFB-A37E-E3D67D647138}" srcOrd="1" destOrd="0" presId="urn:microsoft.com/office/officeart/2005/8/layout/chart3"/>
    <dgm:cxn modelId="{011CE9DF-2F35-4E3A-85EA-D8AA16FFF8E1}" type="presOf" srcId="{245E56F9-2648-48F5-B488-71B4DE3A4147}" destId="{19DDDAC6-92E2-40EA-B0EA-D32BF4980C94}" srcOrd="1" destOrd="0" presId="urn:microsoft.com/office/officeart/2005/8/layout/chart3"/>
    <dgm:cxn modelId="{5116D2C4-3DBB-4687-92C8-53119767B710}" type="presOf" srcId="{219BE00F-9FE3-408C-B474-2730DE7594D3}" destId="{C0B1907C-499B-43A5-8352-581C1F6219E1}" srcOrd="0" destOrd="0" presId="urn:microsoft.com/office/officeart/2005/8/layout/chart3"/>
    <dgm:cxn modelId="{CC44AD5A-C0F6-4E30-9C76-526E61CAC97D}" type="presOf" srcId="{245E56F9-2648-48F5-B488-71B4DE3A4147}" destId="{C8CB46B1-E79C-457E-A28D-1EE2F9EBEE3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7C18FBE0-A3C5-4920-AAC2-F67ED4531A18}" srcId="{3B605E88-28C9-40AF-B377-8F3FFA29F2F9}" destId="{7B913D88-0A63-4E28-8465-978B0AF0B5A9}" srcOrd="0" destOrd="0" parTransId="{417C871C-23D8-44D4-9277-277C7FEF2891}" sibTransId="{FE20C5D6-6FD5-401B-AF27-4193E0B9BA7A}"/>
    <dgm:cxn modelId="{FF37D86B-488B-4C8C-A06F-7A5E1D92BF4D}" type="presOf" srcId="{7B913D88-0A63-4E28-8465-978B0AF0B5A9}" destId="{E9DE9BBF-436E-4DEA-A2C7-203A042957F6}" srcOrd="1" destOrd="0" presId="urn:microsoft.com/office/officeart/2005/8/layout/chart3"/>
    <dgm:cxn modelId="{F228B83E-7DDD-4A89-8784-07774BCFA048}" type="presOf" srcId="{3B605E88-28C9-40AF-B377-8F3FFA29F2F9}" destId="{CB892D60-2B20-46C3-87BC-F58EAA848156}"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9B5D5116-15C5-4697-953B-12DE1DC97736}" type="presOf" srcId="{C6E30F3D-2C0C-4B4A-873B-5E4D2D9D5F9A}" destId="{FF3DB6A0-593B-467F-AA9B-F6E930064387}" srcOrd="1" destOrd="0" presId="urn:microsoft.com/office/officeart/2005/8/layout/chart3"/>
    <dgm:cxn modelId="{8DC36312-9B35-4D86-95CF-918E6CE3A364}" type="presOf" srcId="{C6E30F3D-2C0C-4B4A-873B-5E4D2D9D5F9A}" destId="{75645940-2EEE-4E50-8B17-F4838C4D2812}" srcOrd="0" destOrd="0" presId="urn:microsoft.com/office/officeart/2005/8/layout/chart3"/>
    <dgm:cxn modelId="{180C4F31-BE99-4635-ACA1-70B4CCDF540E}" type="presOf" srcId="{FF0AF41F-3F38-4D90-B879-99863303EB82}" destId="{B908182B-DF5B-4F6C-8EEA-512201C7CDC9}"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4C0C043A-4DF6-4DBE-80AB-209AF4AC20B1}" type="presParOf" srcId="{CB892D60-2B20-46C3-87BC-F58EAA848156}" destId="{F0915EC1-A275-4419-B6DD-9DC54319BF3E}" srcOrd="0" destOrd="0" presId="urn:microsoft.com/office/officeart/2005/8/layout/chart3"/>
    <dgm:cxn modelId="{BDB6CD76-2F82-4108-945D-83F5E534A093}" type="presParOf" srcId="{CB892D60-2B20-46C3-87BC-F58EAA848156}" destId="{E9DE9BBF-436E-4DEA-A2C7-203A042957F6}" srcOrd="1" destOrd="0" presId="urn:microsoft.com/office/officeart/2005/8/layout/chart3"/>
    <dgm:cxn modelId="{05C25868-5F87-4F6D-8A34-0259DC178246}" type="presParOf" srcId="{CB892D60-2B20-46C3-87BC-F58EAA848156}" destId="{B908182B-DF5B-4F6C-8EEA-512201C7CDC9}" srcOrd="2" destOrd="0" presId="urn:microsoft.com/office/officeart/2005/8/layout/chart3"/>
    <dgm:cxn modelId="{41FCC7C6-0814-405B-97B5-A1F40943196D}" type="presParOf" srcId="{CB892D60-2B20-46C3-87BC-F58EAA848156}" destId="{AC9DC32F-869B-4DFB-A37E-E3D67D647138}" srcOrd="3" destOrd="0" presId="urn:microsoft.com/office/officeart/2005/8/layout/chart3"/>
    <dgm:cxn modelId="{A90AB598-529E-4D03-B2F0-B55C3EEC43B0}" type="presParOf" srcId="{CB892D60-2B20-46C3-87BC-F58EAA848156}" destId="{C8CB46B1-E79C-457E-A28D-1EE2F9EBEE32}" srcOrd="4" destOrd="0" presId="urn:microsoft.com/office/officeart/2005/8/layout/chart3"/>
    <dgm:cxn modelId="{EB01D69C-5E43-41FA-86B2-E9686E09F071}" type="presParOf" srcId="{CB892D60-2B20-46C3-87BC-F58EAA848156}" destId="{19DDDAC6-92E2-40EA-B0EA-D32BF4980C94}" srcOrd="5" destOrd="0" presId="urn:microsoft.com/office/officeart/2005/8/layout/chart3"/>
    <dgm:cxn modelId="{CF575943-E429-4487-8341-AD72D1CF4089}" type="presParOf" srcId="{CB892D60-2B20-46C3-87BC-F58EAA848156}" destId="{75645940-2EEE-4E50-8B17-F4838C4D2812}" srcOrd="6" destOrd="0" presId="urn:microsoft.com/office/officeart/2005/8/layout/chart3"/>
    <dgm:cxn modelId="{688F0C85-88CD-4E62-A092-18078132D499}" type="presParOf" srcId="{CB892D60-2B20-46C3-87BC-F58EAA848156}" destId="{FF3DB6A0-593B-467F-AA9B-F6E930064387}" srcOrd="7" destOrd="0" presId="urn:microsoft.com/office/officeart/2005/8/layout/chart3"/>
    <dgm:cxn modelId="{16365D81-DA7B-475C-A4C4-1E4BC4876E06}" type="presParOf" srcId="{CB892D60-2B20-46C3-87BC-F58EAA848156}" destId="{C0B1907C-499B-43A5-8352-581C1F6219E1}" srcOrd="8" destOrd="0" presId="urn:microsoft.com/office/officeart/2005/8/layout/chart3"/>
    <dgm:cxn modelId="{3FFCC74C-E6CB-4600-B56E-7B60DCF5F5F1}"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AAB052B6-96A1-4DE1-9637-540F2D54A4CC}" type="presOf" srcId="{7B913D88-0A63-4E28-8465-978B0AF0B5A9}" destId="{E9DE9BBF-436E-4DEA-A2C7-203A042957F6}" srcOrd="1" destOrd="0" presId="urn:microsoft.com/office/officeart/2005/8/layout/chart3"/>
    <dgm:cxn modelId="{03C1CBE0-CD71-47E9-AB9F-330543BBFEB0}" type="presOf" srcId="{FF0AF41F-3F38-4D90-B879-99863303EB82}" destId="{AC9DC32F-869B-4DFB-A37E-E3D67D647138}"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3BDA022D-5001-4520-BFE0-FBD447374488}" type="presOf" srcId="{FF0AF41F-3F38-4D90-B879-99863303EB82}" destId="{B908182B-DF5B-4F6C-8EEA-512201C7CDC9}" srcOrd="0" destOrd="0" presId="urn:microsoft.com/office/officeart/2005/8/layout/chart3"/>
    <dgm:cxn modelId="{8DCE0772-47E4-49C6-AD71-A6D40DFD5442}" type="presOf" srcId="{C6E30F3D-2C0C-4B4A-873B-5E4D2D9D5F9A}" destId="{FF3DB6A0-593B-467F-AA9B-F6E930064387}" srcOrd="1" destOrd="0" presId="urn:microsoft.com/office/officeart/2005/8/layout/chart3"/>
    <dgm:cxn modelId="{AB8AEEE6-D58C-46A2-9007-BB992E51314A}" type="presOf" srcId="{219BE00F-9FE3-408C-B474-2730DE7594D3}" destId="{C0B1907C-499B-43A5-8352-581C1F6219E1}" srcOrd="0" destOrd="0" presId="urn:microsoft.com/office/officeart/2005/8/layout/chart3"/>
    <dgm:cxn modelId="{578B62DE-78DE-45B2-9FBA-0DFFC4E74214}" type="presOf" srcId="{219BE00F-9FE3-408C-B474-2730DE7594D3}" destId="{87C899A1-74D4-4481-A2C9-1D4677F9080D}"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BED437F4-A61E-4A14-958B-9FDC36357276}" type="presOf" srcId="{245E56F9-2648-48F5-B488-71B4DE3A4147}" destId="{19DDDAC6-92E2-40EA-B0EA-D32BF4980C94}" srcOrd="1" destOrd="0" presId="urn:microsoft.com/office/officeart/2005/8/layout/chart3"/>
    <dgm:cxn modelId="{1907E83E-9660-4DD7-92AA-DAB958F6B2D0}" type="presOf" srcId="{3B605E88-28C9-40AF-B377-8F3FFA29F2F9}" destId="{CB892D60-2B20-46C3-87BC-F58EAA848156}" srcOrd="0" destOrd="0" presId="urn:microsoft.com/office/officeart/2005/8/layout/chart3"/>
    <dgm:cxn modelId="{BCC02541-0CAE-40C9-B732-CA2C358DB677}" type="presOf" srcId="{7B913D88-0A63-4E28-8465-978B0AF0B5A9}" destId="{F0915EC1-A275-4419-B6DD-9DC54319BF3E}"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51D69EBB-68BB-4509-B254-995E9BA81D00}" type="presOf" srcId="{C6E30F3D-2C0C-4B4A-873B-5E4D2D9D5F9A}" destId="{75645940-2EEE-4E50-8B17-F4838C4D2812}"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CF99AA32-D09B-40AD-A6E3-4D34C766E5EC}" type="presOf" srcId="{245E56F9-2648-48F5-B488-71B4DE3A4147}" destId="{C8CB46B1-E79C-457E-A28D-1EE2F9EBEE32}" srcOrd="0" destOrd="0" presId="urn:microsoft.com/office/officeart/2005/8/layout/chart3"/>
    <dgm:cxn modelId="{EC75F01E-138F-40F2-B27D-6E2487759B1E}" type="presParOf" srcId="{CB892D60-2B20-46C3-87BC-F58EAA848156}" destId="{F0915EC1-A275-4419-B6DD-9DC54319BF3E}" srcOrd="0" destOrd="0" presId="urn:microsoft.com/office/officeart/2005/8/layout/chart3"/>
    <dgm:cxn modelId="{EDC666C3-6F83-4A32-95E6-61E832158D5A}" type="presParOf" srcId="{CB892D60-2B20-46C3-87BC-F58EAA848156}" destId="{E9DE9BBF-436E-4DEA-A2C7-203A042957F6}" srcOrd="1" destOrd="0" presId="urn:microsoft.com/office/officeart/2005/8/layout/chart3"/>
    <dgm:cxn modelId="{CB01DD5F-DB2D-485B-B334-5D5EE5A4F98E}" type="presParOf" srcId="{CB892D60-2B20-46C3-87BC-F58EAA848156}" destId="{B908182B-DF5B-4F6C-8EEA-512201C7CDC9}" srcOrd="2" destOrd="0" presId="urn:microsoft.com/office/officeart/2005/8/layout/chart3"/>
    <dgm:cxn modelId="{60D68AB6-C5D2-4A3E-A489-4A8E52052D65}" type="presParOf" srcId="{CB892D60-2B20-46C3-87BC-F58EAA848156}" destId="{AC9DC32F-869B-4DFB-A37E-E3D67D647138}" srcOrd="3" destOrd="0" presId="urn:microsoft.com/office/officeart/2005/8/layout/chart3"/>
    <dgm:cxn modelId="{BFEB9D4D-1D30-48C2-BE3A-E595D4D9C629}" type="presParOf" srcId="{CB892D60-2B20-46C3-87BC-F58EAA848156}" destId="{C8CB46B1-E79C-457E-A28D-1EE2F9EBEE32}" srcOrd="4" destOrd="0" presId="urn:microsoft.com/office/officeart/2005/8/layout/chart3"/>
    <dgm:cxn modelId="{972B5DE6-FFF5-4CD8-8056-BB486AC6A4DC}" type="presParOf" srcId="{CB892D60-2B20-46C3-87BC-F58EAA848156}" destId="{19DDDAC6-92E2-40EA-B0EA-D32BF4980C94}" srcOrd="5" destOrd="0" presId="urn:microsoft.com/office/officeart/2005/8/layout/chart3"/>
    <dgm:cxn modelId="{5769D530-F753-4716-8F49-33BD84493F14}" type="presParOf" srcId="{CB892D60-2B20-46C3-87BC-F58EAA848156}" destId="{75645940-2EEE-4E50-8B17-F4838C4D2812}" srcOrd="6" destOrd="0" presId="urn:microsoft.com/office/officeart/2005/8/layout/chart3"/>
    <dgm:cxn modelId="{F3948CF3-D553-4571-B66D-A9C874B580CE}" type="presParOf" srcId="{CB892D60-2B20-46C3-87BC-F58EAA848156}" destId="{FF3DB6A0-593B-467F-AA9B-F6E930064387}" srcOrd="7" destOrd="0" presId="urn:microsoft.com/office/officeart/2005/8/layout/chart3"/>
    <dgm:cxn modelId="{CB9F42B7-3C35-48C0-87BC-E1D14E131882}" type="presParOf" srcId="{CB892D60-2B20-46C3-87BC-F58EAA848156}" destId="{C0B1907C-499B-43A5-8352-581C1F6219E1}" srcOrd="8" destOrd="0" presId="urn:microsoft.com/office/officeart/2005/8/layout/chart3"/>
    <dgm:cxn modelId="{1B49C4C5-778A-414B-81DD-58644B15ABDB}"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13749573-5EE8-44D8-939D-B28DC4750CB9}" type="presOf" srcId="{C6E30F3D-2C0C-4B4A-873B-5E4D2D9D5F9A}" destId="{75645940-2EEE-4E50-8B17-F4838C4D281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77A6F990-7B55-43DE-9AD5-CA586FBBE57F}" type="presOf" srcId="{245E56F9-2648-48F5-B488-71B4DE3A4147}" destId="{C8CB46B1-E79C-457E-A28D-1EE2F9EBEE32}" srcOrd="0" destOrd="0" presId="urn:microsoft.com/office/officeart/2005/8/layout/chart3"/>
    <dgm:cxn modelId="{6D01410E-216C-4B61-BF98-50B31D8489A3}" type="presOf" srcId="{219BE00F-9FE3-408C-B474-2730DE7594D3}" destId="{87C899A1-74D4-4481-A2C9-1D4677F9080D}" srcOrd="1" destOrd="0" presId="urn:microsoft.com/office/officeart/2005/8/layout/chart3"/>
    <dgm:cxn modelId="{E8883C16-FFFB-4BA7-8AEA-6582118BA487}" type="presOf" srcId="{219BE00F-9FE3-408C-B474-2730DE7594D3}" destId="{C0B1907C-499B-43A5-8352-581C1F6219E1}" srcOrd="0" destOrd="0" presId="urn:microsoft.com/office/officeart/2005/8/layout/chart3"/>
    <dgm:cxn modelId="{69AD4D36-56A5-409A-93BB-7FF52FFE64B6}" type="presOf" srcId="{3B605E88-28C9-40AF-B377-8F3FFA29F2F9}" destId="{CB892D60-2B20-46C3-87BC-F58EAA848156}"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42487567-1EFA-4CDA-BC8E-29938D2D5F8B}" srcId="{3B605E88-28C9-40AF-B377-8F3FFA29F2F9}" destId="{FF0AF41F-3F38-4D90-B879-99863303EB82}" srcOrd="1" destOrd="0" parTransId="{0A6AAD71-A01A-415E-8BE7-F2B8F83D6AD8}" sibTransId="{CFEF47D0-A159-4FA4-97D6-8BD45DEC0652}"/>
    <dgm:cxn modelId="{BD6E3579-7DD8-4891-AC9E-DC3A714E73CE}" type="presOf" srcId="{FF0AF41F-3F38-4D90-B879-99863303EB82}" destId="{AC9DC32F-869B-4DFB-A37E-E3D67D647138}" srcOrd="1" destOrd="0" presId="urn:microsoft.com/office/officeart/2005/8/layout/chart3"/>
    <dgm:cxn modelId="{6EC06EE1-E433-428B-8823-F90DACACE071}" type="presOf" srcId="{245E56F9-2648-48F5-B488-71B4DE3A4147}" destId="{19DDDAC6-92E2-40EA-B0EA-D32BF4980C94}" srcOrd="1" destOrd="0" presId="urn:microsoft.com/office/officeart/2005/8/layout/chart3"/>
    <dgm:cxn modelId="{3848DD9E-1E0E-4D77-91F3-49B13AEB6518}" type="presOf" srcId="{C6E30F3D-2C0C-4B4A-873B-5E4D2D9D5F9A}" destId="{FF3DB6A0-593B-467F-AA9B-F6E930064387}"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9A856F08-8CFC-4D39-8572-0D28DF18022F}" type="presOf" srcId="{FF0AF41F-3F38-4D90-B879-99863303EB82}" destId="{B908182B-DF5B-4F6C-8EEA-512201C7CDC9}" srcOrd="0" destOrd="0" presId="urn:microsoft.com/office/officeart/2005/8/layout/chart3"/>
    <dgm:cxn modelId="{D21163D1-54DB-4AB3-A1D1-5BCB31BA6397}" type="presOf" srcId="{7B913D88-0A63-4E28-8465-978B0AF0B5A9}" destId="{F0915EC1-A275-4419-B6DD-9DC54319BF3E}" srcOrd="0" destOrd="0" presId="urn:microsoft.com/office/officeart/2005/8/layout/chart3"/>
    <dgm:cxn modelId="{A62789C5-CFB5-4351-9661-6040856B83E3}" type="presOf" srcId="{7B913D88-0A63-4E28-8465-978B0AF0B5A9}" destId="{E9DE9BBF-436E-4DEA-A2C7-203A042957F6}"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395D1E21-6CFA-49E4-8BFB-6A4FC5EA9D0C}" type="presParOf" srcId="{CB892D60-2B20-46C3-87BC-F58EAA848156}" destId="{F0915EC1-A275-4419-B6DD-9DC54319BF3E}" srcOrd="0" destOrd="0" presId="urn:microsoft.com/office/officeart/2005/8/layout/chart3"/>
    <dgm:cxn modelId="{A5A7D383-ED2D-41C7-90CB-8E267249625B}" type="presParOf" srcId="{CB892D60-2B20-46C3-87BC-F58EAA848156}" destId="{E9DE9BBF-436E-4DEA-A2C7-203A042957F6}" srcOrd="1" destOrd="0" presId="urn:microsoft.com/office/officeart/2005/8/layout/chart3"/>
    <dgm:cxn modelId="{3529F3B5-BEC4-4F9B-97D8-ADCCB7DCA7E1}" type="presParOf" srcId="{CB892D60-2B20-46C3-87BC-F58EAA848156}" destId="{B908182B-DF5B-4F6C-8EEA-512201C7CDC9}" srcOrd="2" destOrd="0" presId="urn:microsoft.com/office/officeart/2005/8/layout/chart3"/>
    <dgm:cxn modelId="{FF215052-4071-470A-A6DB-0E82D67E4CBE}" type="presParOf" srcId="{CB892D60-2B20-46C3-87BC-F58EAA848156}" destId="{AC9DC32F-869B-4DFB-A37E-E3D67D647138}" srcOrd="3" destOrd="0" presId="urn:microsoft.com/office/officeart/2005/8/layout/chart3"/>
    <dgm:cxn modelId="{1F6E188D-5DCB-4FD2-A1F3-CEF59683BF26}" type="presParOf" srcId="{CB892D60-2B20-46C3-87BC-F58EAA848156}" destId="{C8CB46B1-E79C-457E-A28D-1EE2F9EBEE32}" srcOrd="4" destOrd="0" presId="urn:microsoft.com/office/officeart/2005/8/layout/chart3"/>
    <dgm:cxn modelId="{D81323EF-5C0A-49F8-ABB8-B3DC482454B0}" type="presParOf" srcId="{CB892D60-2B20-46C3-87BC-F58EAA848156}" destId="{19DDDAC6-92E2-40EA-B0EA-D32BF4980C94}" srcOrd="5" destOrd="0" presId="urn:microsoft.com/office/officeart/2005/8/layout/chart3"/>
    <dgm:cxn modelId="{46D9F660-BEA3-497C-B66E-8C76520F5C9A}" type="presParOf" srcId="{CB892D60-2B20-46C3-87BC-F58EAA848156}" destId="{75645940-2EEE-4E50-8B17-F4838C4D2812}" srcOrd="6" destOrd="0" presId="urn:microsoft.com/office/officeart/2005/8/layout/chart3"/>
    <dgm:cxn modelId="{201F79CC-F6BA-471A-BED4-6C99EF634EA6}" type="presParOf" srcId="{CB892D60-2B20-46C3-87BC-F58EAA848156}" destId="{FF3DB6A0-593B-467F-AA9B-F6E930064387}" srcOrd="7" destOrd="0" presId="urn:microsoft.com/office/officeart/2005/8/layout/chart3"/>
    <dgm:cxn modelId="{94B70ABE-280F-4839-A911-0B7BD76B613D}" type="presParOf" srcId="{CB892D60-2B20-46C3-87BC-F58EAA848156}" destId="{C0B1907C-499B-43A5-8352-581C1F6219E1}" srcOrd="8" destOrd="0" presId="urn:microsoft.com/office/officeart/2005/8/layout/chart3"/>
    <dgm:cxn modelId="{84B32861-C0A9-4582-806B-5265E88D9B04}"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7B8726F7-CE44-43EF-A264-A4CE628D11C5}" type="presOf" srcId="{FF0AF41F-3F38-4D90-B879-99863303EB82}" destId="{B908182B-DF5B-4F6C-8EEA-512201C7CDC9}" srcOrd="0" destOrd="0" presId="urn:microsoft.com/office/officeart/2005/8/layout/chart3"/>
    <dgm:cxn modelId="{8B8C1373-5E91-4C07-80EF-1F70F587D10F}" type="presOf" srcId="{219BE00F-9FE3-408C-B474-2730DE7594D3}" destId="{87C899A1-74D4-4481-A2C9-1D4677F9080D}"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4BEEC958-E249-48FD-ACF2-D883A155DD4E}" type="presOf" srcId="{C6E30F3D-2C0C-4B4A-873B-5E4D2D9D5F9A}" destId="{75645940-2EEE-4E50-8B17-F4838C4D2812}" srcOrd="0" destOrd="0" presId="urn:microsoft.com/office/officeart/2005/8/layout/chart3"/>
    <dgm:cxn modelId="{D3B878E4-C7F6-4F91-8768-E17DDC3F9823}" type="presOf" srcId="{245E56F9-2648-48F5-B488-71B4DE3A4147}" destId="{19DDDAC6-92E2-40EA-B0EA-D32BF4980C94}" srcOrd="1" destOrd="0" presId="urn:microsoft.com/office/officeart/2005/8/layout/chart3"/>
    <dgm:cxn modelId="{EEABB289-C631-47D1-BDC5-35987B212B49}" type="presOf" srcId="{245E56F9-2648-48F5-B488-71B4DE3A4147}" destId="{C8CB46B1-E79C-457E-A28D-1EE2F9EBEE3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86BAF10D-7060-44FE-A6B0-98F9FF256EFF}" type="presOf" srcId="{7B913D88-0A63-4E28-8465-978B0AF0B5A9}" destId="{E9DE9BBF-436E-4DEA-A2C7-203A042957F6}" srcOrd="1"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3A3DD121-8510-4972-8B0D-6C648B65F010}" type="presOf" srcId="{C6E30F3D-2C0C-4B4A-873B-5E4D2D9D5F9A}" destId="{FF3DB6A0-593B-467F-AA9B-F6E930064387}" srcOrd="1" destOrd="0" presId="urn:microsoft.com/office/officeart/2005/8/layout/chart3"/>
    <dgm:cxn modelId="{338A13E4-B097-4741-89D8-2E862C83247E}" type="presOf" srcId="{3B605E88-28C9-40AF-B377-8F3FFA29F2F9}" destId="{CB892D60-2B20-46C3-87BC-F58EAA848156}" srcOrd="0" destOrd="0" presId="urn:microsoft.com/office/officeart/2005/8/layout/chart3"/>
    <dgm:cxn modelId="{DD11DE39-75EA-4BC0-9B88-0E5E3EF6CF73}" type="presOf" srcId="{219BE00F-9FE3-408C-B474-2730DE7594D3}" destId="{C0B1907C-499B-43A5-8352-581C1F6219E1}"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34F25023-208F-41DB-99C2-CCD973ACC2AA}" type="presOf" srcId="{FF0AF41F-3F38-4D90-B879-99863303EB82}" destId="{AC9DC32F-869B-4DFB-A37E-E3D67D647138}"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D29A7D3-699A-425A-A0D2-C424F54488AA}" type="presOf" srcId="{7B913D88-0A63-4E28-8465-978B0AF0B5A9}" destId="{F0915EC1-A275-4419-B6DD-9DC54319BF3E}" srcOrd="0" destOrd="0" presId="urn:microsoft.com/office/officeart/2005/8/layout/chart3"/>
    <dgm:cxn modelId="{D95F3B53-4E90-44B9-B60A-56EEB80A4402}" type="presParOf" srcId="{CB892D60-2B20-46C3-87BC-F58EAA848156}" destId="{F0915EC1-A275-4419-B6DD-9DC54319BF3E}" srcOrd="0" destOrd="0" presId="urn:microsoft.com/office/officeart/2005/8/layout/chart3"/>
    <dgm:cxn modelId="{F38FB1CC-F821-452D-8748-6B349FDC2644}" type="presParOf" srcId="{CB892D60-2B20-46C3-87BC-F58EAA848156}" destId="{E9DE9BBF-436E-4DEA-A2C7-203A042957F6}" srcOrd="1" destOrd="0" presId="urn:microsoft.com/office/officeart/2005/8/layout/chart3"/>
    <dgm:cxn modelId="{7470C10F-CC3D-4215-B30E-57FAFC69F00D}" type="presParOf" srcId="{CB892D60-2B20-46C3-87BC-F58EAA848156}" destId="{B908182B-DF5B-4F6C-8EEA-512201C7CDC9}" srcOrd="2" destOrd="0" presId="urn:microsoft.com/office/officeart/2005/8/layout/chart3"/>
    <dgm:cxn modelId="{28078B9B-522C-493B-BC16-8643988D2BD4}" type="presParOf" srcId="{CB892D60-2B20-46C3-87BC-F58EAA848156}" destId="{AC9DC32F-869B-4DFB-A37E-E3D67D647138}" srcOrd="3" destOrd="0" presId="urn:microsoft.com/office/officeart/2005/8/layout/chart3"/>
    <dgm:cxn modelId="{59B1C3EF-2509-4239-9BDA-42FB5DA6D5BE}" type="presParOf" srcId="{CB892D60-2B20-46C3-87BC-F58EAA848156}" destId="{C8CB46B1-E79C-457E-A28D-1EE2F9EBEE32}" srcOrd="4" destOrd="0" presId="urn:microsoft.com/office/officeart/2005/8/layout/chart3"/>
    <dgm:cxn modelId="{C828E01B-23AD-4989-8946-E8D985687A8F}" type="presParOf" srcId="{CB892D60-2B20-46C3-87BC-F58EAA848156}" destId="{19DDDAC6-92E2-40EA-B0EA-D32BF4980C94}" srcOrd="5" destOrd="0" presId="urn:microsoft.com/office/officeart/2005/8/layout/chart3"/>
    <dgm:cxn modelId="{A0F26369-A2D1-425A-A7A2-2E9873C30D5D}" type="presParOf" srcId="{CB892D60-2B20-46C3-87BC-F58EAA848156}" destId="{75645940-2EEE-4E50-8B17-F4838C4D2812}" srcOrd="6" destOrd="0" presId="urn:microsoft.com/office/officeart/2005/8/layout/chart3"/>
    <dgm:cxn modelId="{90BEB6FC-AE9C-4347-B437-F70566A62A40}" type="presParOf" srcId="{CB892D60-2B20-46C3-87BC-F58EAA848156}" destId="{FF3DB6A0-593B-467F-AA9B-F6E930064387}" srcOrd="7" destOrd="0" presId="urn:microsoft.com/office/officeart/2005/8/layout/chart3"/>
    <dgm:cxn modelId="{BCAE67FD-2FE4-4DBE-9BA7-6421422D1B12}" type="presParOf" srcId="{CB892D60-2B20-46C3-87BC-F58EAA848156}" destId="{C0B1907C-499B-43A5-8352-581C1F6219E1}" srcOrd="8" destOrd="0" presId="urn:microsoft.com/office/officeart/2005/8/layout/chart3"/>
    <dgm:cxn modelId="{CDD329E3-0DFA-40B3-9A38-C046C447A15A}"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89BC40D8-C91A-4293-BA84-0CA28A6942E1}" type="presOf" srcId="{219BE00F-9FE3-408C-B474-2730DE7594D3}" destId="{C0B1907C-499B-43A5-8352-581C1F6219E1}" srcOrd="0" destOrd="0" presId="urn:microsoft.com/office/officeart/2005/8/layout/chart3"/>
    <dgm:cxn modelId="{72D62303-529C-42DA-83A9-C34F9248FDBF}" type="presOf" srcId="{7B913D88-0A63-4E28-8465-978B0AF0B5A9}" destId="{E9DE9BBF-436E-4DEA-A2C7-203A042957F6}" srcOrd="1" destOrd="0" presId="urn:microsoft.com/office/officeart/2005/8/layout/chart3"/>
    <dgm:cxn modelId="{401E9912-B67F-48DC-A00A-1A7767025E6C}" type="presOf" srcId="{3B605E88-28C9-40AF-B377-8F3FFA29F2F9}" destId="{CB892D60-2B20-46C3-87BC-F58EAA848156}" srcOrd="0" destOrd="0" presId="urn:microsoft.com/office/officeart/2005/8/layout/chart3"/>
    <dgm:cxn modelId="{A1482C6D-D413-4EF2-BFCD-24817152B62F}" type="presOf" srcId="{C6E30F3D-2C0C-4B4A-873B-5E4D2D9D5F9A}" destId="{75645940-2EEE-4E50-8B17-F4838C4D2812}"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5AB1293F-8AF3-4D4B-ABD9-FFBA49C79B96}" type="presOf" srcId="{245E56F9-2648-48F5-B488-71B4DE3A4147}" destId="{19DDDAC6-92E2-40EA-B0EA-D32BF4980C94}" srcOrd="1" destOrd="0" presId="urn:microsoft.com/office/officeart/2005/8/layout/chart3"/>
    <dgm:cxn modelId="{7DDEF918-CACE-426B-A739-A83FB6561CC4}" type="presOf" srcId="{7B913D88-0A63-4E28-8465-978B0AF0B5A9}" destId="{F0915EC1-A275-4419-B6DD-9DC54319BF3E}"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E260EE48-0BA0-466B-A406-4E4C2D062E02}" type="presOf" srcId="{245E56F9-2648-48F5-B488-71B4DE3A4147}" destId="{C8CB46B1-E79C-457E-A28D-1EE2F9EBEE32}" srcOrd="0" destOrd="0" presId="urn:microsoft.com/office/officeart/2005/8/layout/chart3"/>
    <dgm:cxn modelId="{832D8759-2774-4BA3-9847-A8F22DB940B0}" type="presOf" srcId="{219BE00F-9FE3-408C-B474-2730DE7594D3}" destId="{87C899A1-74D4-4481-A2C9-1D4677F9080D}" srcOrd="1" destOrd="0" presId="urn:microsoft.com/office/officeart/2005/8/layout/chart3"/>
    <dgm:cxn modelId="{908EC3BB-B267-41C0-82A3-AF5D5CA1C249}"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0565456B-DCEC-4ED2-B95C-023CD1A32924}" type="presOf" srcId="{FF0AF41F-3F38-4D90-B879-99863303EB82}" destId="{AC9DC32F-869B-4DFB-A37E-E3D67D647138}" srcOrd="1" destOrd="0" presId="urn:microsoft.com/office/officeart/2005/8/layout/chart3"/>
    <dgm:cxn modelId="{83D2CCB2-2941-4D3D-AEB8-A5E010100298}" type="presOf" srcId="{C6E30F3D-2C0C-4B4A-873B-5E4D2D9D5F9A}" destId="{FF3DB6A0-593B-467F-AA9B-F6E930064387}"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D49A42C9-0AC2-4489-96E5-4E2B17837180}" type="presParOf" srcId="{CB892D60-2B20-46C3-87BC-F58EAA848156}" destId="{F0915EC1-A275-4419-B6DD-9DC54319BF3E}" srcOrd="0" destOrd="0" presId="urn:microsoft.com/office/officeart/2005/8/layout/chart3"/>
    <dgm:cxn modelId="{5B986540-815C-4FCF-A2EC-32D4CF6C65B8}" type="presParOf" srcId="{CB892D60-2B20-46C3-87BC-F58EAA848156}" destId="{E9DE9BBF-436E-4DEA-A2C7-203A042957F6}" srcOrd="1" destOrd="0" presId="urn:microsoft.com/office/officeart/2005/8/layout/chart3"/>
    <dgm:cxn modelId="{6FBB638A-DDCD-4396-95C2-D2F6B9158754}" type="presParOf" srcId="{CB892D60-2B20-46C3-87BC-F58EAA848156}" destId="{B908182B-DF5B-4F6C-8EEA-512201C7CDC9}" srcOrd="2" destOrd="0" presId="urn:microsoft.com/office/officeart/2005/8/layout/chart3"/>
    <dgm:cxn modelId="{847C4367-91A9-444C-AF68-B64157024E18}" type="presParOf" srcId="{CB892D60-2B20-46C3-87BC-F58EAA848156}" destId="{AC9DC32F-869B-4DFB-A37E-E3D67D647138}" srcOrd="3" destOrd="0" presId="urn:microsoft.com/office/officeart/2005/8/layout/chart3"/>
    <dgm:cxn modelId="{FA7B7568-9A41-466B-95BE-9FD6426C9C5B}" type="presParOf" srcId="{CB892D60-2B20-46C3-87BC-F58EAA848156}" destId="{C8CB46B1-E79C-457E-A28D-1EE2F9EBEE32}" srcOrd="4" destOrd="0" presId="urn:microsoft.com/office/officeart/2005/8/layout/chart3"/>
    <dgm:cxn modelId="{7B0EF1DC-C05A-4965-9347-D651CC870A7E}" type="presParOf" srcId="{CB892D60-2B20-46C3-87BC-F58EAA848156}" destId="{19DDDAC6-92E2-40EA-B0EA-D32BF4980C94}" srcOrd="5" destOrd="0" presId="urn:microsoft.com/office/officeart/2005/8/layout/chart3"/>
    <dgm:cxn modelId="{62C9CD0A-1158-464D-8752-A263EE235C42}" type="presParOf" srcId="{CB892D60-2B20-46C3-87BC-F58EAA848156}" destId="{75645940-2EEE-4E50-8B17-F4838C4D2812}" srcOrd="6" destOrd="0" presId="urn:microsoft.com/office/officeart/2005/8/layout/chart3"/>
    <dgm:cxn modelId="{8F8B6060-7E42-41FF-AE7B-9F44F2D6461D}" type="presParOf" srcId="{CB892D60-2B20-46C3-87BC-F58EAA848156}" destId="{FF3DB6A0-593B-467F-AA9B-F6E930064387}" srcOrd="7" destOrd="0" presId="urn:microsoft.com/office/officeart/2005/8/layout/chart3"/>
    <dgm:cxn modelId="{51E189E2-12FD-4BA5-9AA7-9F90279C9C68}" type="presParOf" srcId="{CB892D60-2B20-46C3-87BC-F58EAA848156}" destId="{C0B1907C-499B-43A5-8352-581C1F6219E1}" srcOrd="8" destOrd="0" presId="urn:microsoft.com/office/officeart/2005/8/layout/chart3"/>
    <dgm:cxn modelId="{CF2476FB-F29B-46BC-93C1-D4BDD74A0013}"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8BE8011F-6D02-4E4A-BF0A-AEC682B94D0A}" type="presOf" srcId="{7B913D88-0A63-4E28-8465-978B0AF0B5A9}" destId="{F0915EC1-A275-4419-B6DD-9DC54319BF3E}" srcOrd="0" destOrd="0" presId="urn:microsoft.com/office/officeart/2005/8/layout/chart3"/>
    <dgm:cxn modelId="{D819E607-8572-4F89-ABBA-AAEAB3C12067}"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AE1AF309-78C3-44A2-A462-BFD7FB41207C}" srcId="{3B605E88-28C9-40AF-B377-8F3FFA29F2F9}" destId="{C6E30F3D-2C0C-4B4A-873B-5E4D2D9D5F9A}" srcOrd="3" destOrd="0" parTransId="{195D625A-2E39-4DF6-A7D1-A40A7BA1F34D}" sibTransId="{548BB238-6626-4110-948C-245F92ABBF79}"/>
    <dgm:cxn modelId="{BBBFBDFA-0AEE-434F-BB9B-9E794593333A}" srcId="{3B605E88-28C9-40AF-B377-8F3FFA29F2F9}" destId="{219BE00F-9FE3-408C-B474-2730DE7594D3}" srcOrd="4" destOrd="0" parTransId="{908F32C5-6EC6-44A4-8684-979D1C909D8F}" sibTransId="{7E81B2C3-89DC-4B04-A0D9-2D6CC4B3BB56}"/>
    <dgm:cxn modelId="{7C84AB49-F9E3-40A6-A4AE-F1C9C6AC4268}" type="presOf" srcId="{7B913D88-0A63-4E28-8465-978B0AF0B5A9}" destId="{E9DE9BBF-436E-4DEA-A2C7-203A042957F6}" srcOrd="1" destOrd="0" presId="urn:microsoft.com/office/officeart/2005/8/layout/chart3"/>
    <dgm:cxn modelId="{19C6F729-0AC4-4283-BDA2-2C160807FBF2}" type="presOf" srcId="{FF0AF41F-3F38-4D90-B879-99863303EB82}" destId="{AC9DC32F-869B-4DFB-A37E-E3D67D647138}" srcOrd="1" destOrd="0" presId="urn:microsoft.com/office/officeart/2005/8/layout/chart3"/>
    <dgm:cxn modelId="{71829553-EDF4-4A9B-BBA2-E8E8C8296449}" type="presOf" srcId="{245E56F9-2648-48F5-B488-71B4DE3A4147}" destId="{C8CB46B1-E79C-457E-A28D-1EE2F9EBEE32}" srcOrd="0" destOrd="0" presId="urn:microsoft.com/office/officeart/2005/8/layout/chart3"/>
    <dgm:cxn modelId="{3CA46C22-B0C6-488B-8B8F-142079ADA634}" type="presOf" srcId="{245E56F9-2648-48F5-B488-71B4DE3A4147}" destId="{19DDDAC6-92E2-40EA-B0EA-D32BF4980C94}"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64E59F40-E3EA-4915-BFE1-A92ACE656071}" type="presOf" srcId="{FF0AF41F-3F38-4D90-B879-99863303EB82}" destId="{B908182B-DF5B-4F6C-8EEA-512201C7CDC9}" srcOrd="0" destOrd="0" presId="urn:microsoft.com/office/officeart/2005/8/layout/chart3"/>
    <dgm:cxn modelId="{D9B6F819-4109-48D5-86AA-D97428103960}" type="presOf" srcId="{C6E30F3D-2C0C-4B4A-873B-5E4D2D9D5F9A}" destId="{75645940-2EEE-4E50-8B17-F4838C4D2812}" srcOrd="0" destOrd="0" presId="urn:microsoft.com/office/officeart/2005/8/layout/chart3"/>
    <dgm:cxn modelId="{21F7D9A3-1047-4CC8-8CF9-6BFA70AF8F2D}" type="presOf" srcId="{219BE00F-9FE3-408C-B474-2730DE7594D3}" destId="{87C899A1-74D4-4481-A2C9-1D4677F9080D}" srcOrd="1" destOrd="0" presId="urn:microsoft.com/office/officeart/2005/8/layout/chart3"/>
    <dgm:cxn modelId="{561D97A2-9995-4699-9D97-5547BDC70554}" type="presOf" srcId="{C6E30F3D-2C0C-4B4A-873B-5E4D2D9D5F9A}" destId="{FF3DB6A0-593B-467F-AA9B-F6E930064387}"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74D3EB9C-A7EE-4704-9244-FE60FB84D811}" type="presOf" srcId="{219BE00F-9FE3-408C-B474-2730DE7594D3}" destId="{C0B1907C-499B-43A5-8352-581C1F6219E1}" srcOrd="0" destOrd="0" presId="urn:microsoft.com/office/officeart/2005/8/layout/chart3"/>
    <dgm:cxn modelId="{25F3579E-9E07-404D-8624-5B3A374E0AB9}" type="presParOf" srcId="{CB892D60-2B20-46C3-87BC-F58EAA848156}" destId="{F0915EC1-A275-4419-B6DD-9DC54319BF3E}" srcOrd="0" destOrd="0" presId="urn:microsoft.com/office/officeart/2005/8/layout/chart3"/>
    <dgm:cxn modelId="{36E9B07B-D55A-454B-942E-3B4DD3AB2B6F}" type="presParOf" srcId="{CB892D60-2B20-46C3-87BC-F58EAA848156}" destId="{E9DE9BBF-436E-4DEA-A2C7-203A042957F6}" srcOrd="1" destOrd="0" presId="urn:microsoft.com/office/officeart/2005/8/layout/chart3"/>
    <dgm:cxn modelId="{DBADA71A-692B-46E8-B6F1-CC64C950367B}" type="presParOf" srcId="{CB892D60-2B20-46C3-87BC-F58EAA848156}" destId="{B908182B-DF5B-4F6C-8EEA-512201C7CDC9}" srcOrd="2" destOrd="0" presId="urn:microsoft.com/office/officeart/2005/8/layout/chart3"/>
    <dgm:cxn modelId="{5FFF0FC8-24BD-486F-941E-C1A9C4335FE4}" type="presParOf" srcId="{CB892D60-2B20-46C3-87BC-F58EAA848156}" destId="{AC9DC32F-869B-4DFB-A37E-E3D67D647138}" srcOrd="3" destOrd="0" presId="urn:microsoft.com/office/officeart/2005/8/layout/chart3"/>
    <dgm:cxn modelId="{83CF4C63-974E-4D52-BB77-5DACA51D9E23}" type="presParOf" srcId="{CB892D60-2B20-46C3-87BC-F58EAA848156}" destId="{C8CB46B1-E79C-457E-A28D-1EE2F9EBEE32}" srcOrd="4" destOrd="0" presId="urn:microsoft.com/office/officeart/2005/8/layout/chart3"/>
    <dgm:cxn modelId="{51190526-CC93-4837-B957-585AA42A8B39}" type="presParOf" srcId="{CB892D60-2B20-46C3-87BC-F58EAA848156}" destId="{19DDDAC6-92E2-40EA-B0EA-D32BF4980C94}" srcOrd="5" destOrd="0" presId="urn:microsoft.com/office/officeart/2005/8/layout/chart3"/>
    <dgm:cxn modelId="{5CDF091D-2474-429D-9D77-20E80298B081}" type="presParOf" srcId="{CB892D60-2B20-46C3-87BC-F58EAA848156}" destId="{75645940-2EEE-4E50-8B17-F4838C4D2812}" srcOrd="6" destOrd="0" presId="urn:microsoft.com/office/officeart/2005/8/layout/chart3"/>
    <dgm:cxn modelId="{54CA21B4-29D4-4E88-A59F-03050517D0C5}" type="presParOf" srcId="{CB892D60-2B20-46C3-87BC-F58EAA848156}" destId="{FF3DB6A0-593B-467F-AA9B-F6E930064387}" srcOrd="7" destOrd="0" presId="urn:microsoft.com/office/officeart/2005/8/layout/chart3"/>
    <dgm:cxn modelId="{C7A296F4-3D30-476C-A4AA-F98297F7A5BD}" type="presParOf" srcId="{CB892D60-2B20-46C3-87BC-F58EAA848156}" destId="{C0B1907C-499B-43A5-8352-581C1F6219E1}" srcOrd="8" destOrd="0" presId="urn:microsoft.com/office/officeart/2005/8/layout/chart3"/>
    <dgm:cxn modelId="{E7B8D148-E5A1-4717-AADC-D4035EF07E17}"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0EB8762F-22B9-4FE2-813A-BEB02864E066}" type="presOf" srcId="{FF0AF41F-3F38-4D90-B879-99863303EB82}" destId="{AC9DC32F-869B-4DFB-A37E-E3D67D647138}" srcOrd="1" destOrd="0" presId="urn:microsoft.com/office/officeart/2005/8/layout/chart3"/>
    <dgm:cxn modelId="{BD5B0DEA-457C-497D-93C8-491D3B162120}" type="presOf" srcId="{7B913D88-0A63-4E28-8465-978B0AF0B5A9}" destId="{F0915EC1-A275-4419-B6DD-9DC54319BF3E}" srcOrd="0" destOrd="0" presId="urn:microsoft.com/office/officeart/2005/8/layout/chart3"/>
    <dgm:cxn modelId="{A2960D56-1896-419F-B1A3-D20CF62BCD94}" type="presOf" srcId="{FF0AF41F-3F38-4D90-B879-99863303EB82}" destId="{B908182B-DF5B-4F6C-8EEA-512201C7CDC9}"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42487567-1EFA-4CDA-BC8E-29938D2D5F8B}" srcId="{3B605E88-28C9-40AF-B377-8F3FFA29F2F9}" destId="{FF0AF41F-3F38-4D90-B879-99863303EB82}" srcOrd="1" destOrd="0" parTransId="{0A6AAD71-A01A-415E-8BE7-F2B8F83D6AD8}" sibTransId="{CFEF47D0-A159-4FA4-97D6-8BD45DEC0652}"/>
    <dgm:cxn modelId="{F68CFF2F-2B28-4F74-AD3D-7C61D17DBEB2}" type="presOf" srcId="{C6E30F3D-2C0C-4B4A-873B-5E4D2D9D5F9A}" destId="{FF3DB6A0-593B-467F-AA9B-F6E930064387}" srcOrd="1" destOrd="0" presId="urn:microsoft.com/office/officeart/2005/8/layout/chart3"/>
    <dgm:cxn modelId="{A24706BB-E957-44E5-BC4C-1721C8218597}" type="presOf" srcId="{C6E30F3D-2C0C-4B4A-873B-5E4D2D9D5F9A}" destId="{75645940-2EEE-4E50-8B17-F4838C4D2812}" srcOrd="0" destOrd="0" presId="urn:microsoft.com/office/officeart/2005/8/layout/chart3"/>
    <dgm:cxn modelId="{CF7E8E2A-D9EF-4519-8147-5F0F539EB56E}" type="presOf" srcId="{7B913D88-0A63-4E28-8465-978B0AF0B5A9}" destId="{E9DE9BBF-436E-4DEA-A2C7-203A042957F6}" srcOrd="1" destOrd="0" presId="urn:microsoft.com/office/officeart/2005/8/layout/chart3"/>
    <dgm:cxn modelId="{9FA101B6-CBF6-495D-B864-05227511E621}" type="presOf" srcId="{3B605E88-28C9-40AF-B377-8F3FFA29F2F9}" destId="{CB892D60-2B20-46C3-87BC-F58EAA848156}"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9A4467A4-31C6-414A-AA14-389ED29E2865}" type="presOf" srcId="{219BE00F-9FE3-408C-B474-2730DE7594D3}" destId="{87C899A1-74D4-4481-A2C9-1D4677F9080D}" srcOrd="1" destOrd="0" presId="urn:microsoft.com/office/officeart/2005/8/layout/chart3"/>
    <dgm:cxn modelId="{0556BA66-FB8A-4B93-B061-7758EDB72AE7}" type="presOf" srcId="{245E56F9-2648-48F5-B488-71B4DE3A4147}" destId="{C8CB46B1-E79C-457E-A28D-1EE2F9EBEE32}"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A1307220-A904-41C8-A1E2-53DDDEC66624}" type="presOf" srcId="{219BE00F-9FE3-408C-B474-2730DE7594D3}" destId="{C0B1907C-499B-43A5-8352-581C1F6219E1}" srcOrd="0" destOrd="0" presId="urn:microsoft.com/office/officeart/2005/8/layout/chart3"/>
    <dgm:cxn modelId="{8EE05699-94DC-4322-A13F-685E620FE382}" type="presOf" srcId="{245E56F9-2648-48F5-B488-71B4DE3A4147}" destId="{19DDDAC6-92E2-40EA-B0EA-D32BF4980C94}" srcOrd="1" destOrd="0" presId="urn:microsoft.com/office/officeart/2005/8/layout/chart3"/>
    <dgm:cxn modelId="{35CAAC12-C0F6-49AA-A1D5-8A2AAB1D89FA}" type="presParOf" srcId="{CB892D60-2B20-46C3-87BC-F58EAA848156}" destId="{F0915EC1-A275-4419-B6DD-9DC54319BF3E}" srcOrd="0" destOrd="0" presId="urn:microsoft.com/office/officeart/2005/8/layout/chart3"/>
    <dgm:cxn modelId="{34963682-644E-47C8-BECD-F960777F3F68}" type="presParOf" srcId="{CB892D60-2B20-46C3-87BC-F58EAA848156}" destId="{E9DE9BBF-436E-4DEA-A2C7-203A042957F6}" srcOrd="1" destOrd="0" presId="urn:microsoft.com/office/officeart/2005/8/layout/chart3"/>
    <dgm:cxn modelId="{46AAE125-32C7-46DA-BB77-B759D2DC189C}" type="presParOf" srcId="{CB892D60-2B20-46C3-87BC-F58EAA848156}" destId="{B908182B-DF5B-4F6C-8EEA-512201C7CDC9}" srcOrd="2" destOrd="0" presId="urn:microsoft.com/office/officeart/2005/8/layout/chart3"/>
    <dgm:cxn modelId="{1697ADB9-84AE-4FCF-851B-8B98E56B1E21}" type="presParOf" srcId="{CB892D60-2B20-46C3-87BC-F58EAA848156}" destId="{AC9DC32F-869B-4DFB-A37E-E3D67D647138}" srcOrd="3" destOrd="0" presId="urn:microsoft.com/office/officeart/2005/8/layout/chart3"/>
    <dgm:cxn modelId="{70950A98-C78C-4484-934B-B90A0184EFA4}" type="presParOf" srcId="{CB892D60-2B20-46C3-87BC-F58EAA848156}" destId="{C8CB46B1-E79C-457E-A28D-1EE2F9EBEE32}" srcOrd="4" destOrd="0" presId="urn:microsoft.com/office/officeart/2005/8/layout/chart3"/>
    <dgm:cxn modelId="{58501D90-E756-4E1B-B2D2-9B828C88ED7B}" type="presParOf" srcId="{CB892D60-2B20-46C3-87BC-F58EAA848156}" destId="{19DDDAC6-92E2-40EA-B0EA-D32BF4980C94}" srcOrd="5" destOrd="0" presId="urn:microsoft.com/office/officeart/2005/8/layout/chart3"/>
    <dgm:cxn modelId="{4061D739-09BD-40B5-94DC-EF49652A86C1}" type="presParOf" srcId="{CB892D60-2B20-46C3-87BC-F58EAA848156}" destId="{75645940-2EEE-4E50-8B17-F4838C4D2812}" srcOrd="6" destOrd="0" presId="urn:microsoft.com/office/officeart/2005/8/layout/chart3"/>
    <dgm:cxn modelId="{8D59F8FC-C6D8-4764-B364-99D92709CD41}" type="presParOf" srcId="{CB892D60-2B20-46C3-87BC-F58EAA848156}" destId="{FF3DB6A0-593B-467F-AA9B-F6E930064387}" srcOrd="7" destOrd="0" presId="urn:microsoft.com/office/officeart/2005/8/layout/chart3"/>
    <dgm:cxn modelId="{5C369E57-B283-4319-9EE2-0293CE6AEF0B}" type="presParOf" srcId="{CB892D60-2B20-46C3-87BC-F58EAA848156}" destId="{C0B1907C-499B-43A5-8352-581C1F6219E1}" srcOrd="8" destOrd="0" presId="urn:microsoft.com/office/officeart/2005/8/layout/chart3"/>
    <dgm:cxn modelId="{8BC569D6-9562-499D-B632-9DBF5EA1A309}"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218639C5-09C5-4486-9E52-71B76E43E517}" srcId="{3B605E88-28C9-40AF-B377-8F3FFA29F2F9}" destId="{245E56F9-2648-48F5-B488-71B4DE3A4147}" srcOrd="2" destOrd="0" parTransId="{2C5B9D70-8D03-44EF-8715-2274A78BBE48}" sibTransId="{415347D5-00BC-4EA4-90EA-708AC24F0E97}"/>
    <dgm:cxn modelId="{6BF99E93-5890-411F-AEDE-336967F21100}" type="presOf" srcId="{7B913D88-0A63-4E28-8465-978B0AF0B5A9}" destId="{F0915EC1-A275-4419-B6DD-9DC54319BF3E}" srcOrd="0" destOrd="0" presId="urn:microsoft.com/office/officeart/2005/8/layout/chart3"/>
    <dgm:cxn modelId="{847FCBEF-B608-46F9-9093-807A0C1FF351}" type="presOf" srcId="{FF0AF41F-3F38-4D90-B879-99863303EB82}" destId="{B908182B-DF5B-4F6C-8EEA-512201C7CDC9}"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1968D86-3EAF-4F69-9E5F-A9CB7DD0A594}" type="presOf" srcId="{FF0AF41F-3F38-4D90-B879-99863303EB82}" destId="{AC9DC32F-869B-4DFB-A37E-E3D67D647138}" srcOrd="1" destOrd="0" presId="urn:microsoft.com/office/officeart/2005/8/layout/chart3"/>
    <dgm:cxn modelId="{9465F85B-AAD8-4E5C-97FB-F0B45224844E}" type="presOf" srcId="{C6E30F3D-2C0C-4B4A-873B-5E4D2D9D5F9A}" destId="{75645940-2EEE-4E50-8B17-F4838C4D2812}" srcOrd="0" destOrd="0" presId="urn:microsoft.com/office/officeart/2005/8/layout/chart3"/>
    <dgm:cxn modelId="{0DABDD8E-27E7-46EB-9599-1C21CDA447E5}" type="presOf" srcId="{245E56F9-2648-48F5-B488-71B4DE3A4147}" destId="{19DDDAC6-92E2-40EA-B0EA-D32BF4980C94}" srcOrd="1" destOrd="0" presId="urn:microsoft.com/office/officeart/2005/8/layout/chart3"/>
    <dgm:cxn modelId="{F0679414-D7E4-4DE5-84A7-718A0F7D3FAC}" type="presOf" srcId="{219BE00F-9FE3-408C-B474-2730DE7594D3}" destId="{C0B1907C-499B-43A5-8352-581C1F6219E1}" srcOrd="0" destOrd="0" presId="urn:microsoft.com/office/officeart/2005/8/layout/chart3"/>
    <dgm:cxn modelId="{A9D16158-2C2F-4A3E-94D4-AC3D919CA132}" type="presOf" srcId="{7B913D88-0A63-4E28-8465-978B0AF0B5A9}" destId="{E9DE9BBF-436E-4DEA-A2C7-203A042957F6}" srcOrd="1" destOrd="0" presId="urn:microsoft.com/office/officeart/2005/8/layout/chart3"/>
    <dgm:cxn modelId="{6E0F15F6-6BC6-4AD9-BBE5-A9BBCA83A69B}" type="presOf" srcId="{245E56F9-2648-48F5-B488-71B4DE3A4147}" destId="{C8CB46B1-E79C-457E-A28D-1EE2F9EBEE3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CBC91376-36BA-429B-BEB2-D3E1B2874629}" type="presOf" srcId="{3B605E88-28C9-40AF-B377-8F3FFA29F2F9}" destId="{CB892D60-2B20-46C3-87BC-F58EAA848156}" srcOrd="0" destOrd="0" presId="urn:microsoft.com/office/officeart/2005/8/layout/chart3"/>
    <dgm:cxn modelId="{54DDF231-F917-467B-BCB5-08AA54272412}" type="presOf" srcId="{C6E30F3D-2C0C-4B4A-873B-5E4D2D9D5F9A}" destId="{FF3DB6A0-593B-467F-AA9B-F6E930064387}" srcOrd="1" destOrd="0" presId="urn:microsoft.com/office/officeart/2005/8/layout/chart3"/>
    <dgm:cxn modelId="{52F7BD80-33B6-4F76-9E3D-6B144FB13CFA}" type="presOf" srcId="{219BE00F-9FE3-408C-B474-2730DE7594D3}" destId="{87C899A1-74D4-4481-A2C9-1D4677F9080D}"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5054858C-397D-4A17-B272-0C05E4AD2B0E}" type="presParOf" srcId="{CB892D60-2B20-46C3-87BC-F58EAA848156}" destId="{F0915EC1-A275-4419-B6DD-9DC54319BF3E}" srcOrd="0" destOrd="0" presId="urn:microsoft.com/office/officeart/2005/8/layout/chart3"/>
    <dgm:cxn modelId="{01A1A5BC-3C90-4EE7-AA60-D99A16B78863}" type="presParOf" srcId="{CB892D60-2B20-46C3-87BC-F58EAA848156}" destId="{E9DE9BBF-436E-4DEA-A2C7-203A042957F6}" srcOrd="1" destOrd="0" presId="urn:microsoft.com/office/officeart/2005/8/layout/chart3"/>
    <dgm:cxn modelId="{83AAA693-5237-4DEE-B071-ED4B6CD42D1D}" type="presParOf" srcId="{CB892D60-2B20-46C3-87BC-F58EAA848156}" destId="{B908182B-DF5B-4F6C-8EEA-512201C7CDC9}" srcOrd="2" destOrd="0" presId="urn:microsoft.com/office/officeart/2005/8/layout/chart3"/>
    <dgm:cxn modelId="{9E18372B-BBB1-4AF9-910C-B77545EC41A1}" type="presParOf" srcId="{CB892D60-2B20-46C3-87BC-F58EAA848156}" destId="{AC9DC32F-869B-4DFB-A37E-E3D67D647138}" srcOrd="3" destOrd="0" presId="urn:microsoft.com/office/officeart/2005/8/layout/chart3"/>
    <dgm:cxn modelId="{C3379019-7C00-4B20-A364-AF92BFC8A22F}" type="presParOf" srcId="{CB892D60-2B20-46C3-87BC-F58EAA848156}" destId="{C8CB46B1-E79C-457E-A28D-1EE2F9EBEE32}" srcOrd="4" destOrd="0" presId="urn:microsoft.com/office/officeart/2005/8/layout/chart3"/>
    <dgm:cxn modelId="{A6293118-1440-4EAB-B07F-72F192F0EEE5}" type="presParOf" srcId="{CB892D60-2B20-46C3-87BC-F58EAA848156}" destId="{19DDDAC6-92E2-40EA-B0EA-D32BF4980C94}" srcOrd="5" destOrd="0" presId="urn:microsoft.com/office/officeart/2005/8/layout/chart3"/>
    <dgm:cxn modelId="{524FA43F-BED3-41BF-8351-A0DC834E1AAE}" type="presParOf" srcId="{CB892D60-2B20-46C3-87BC-F58EAA848156}" destId="{75645940-2EEE-4E50-8B17-F4838C4D2812}" srcOrd="6" destOrd="0" presId="urn:microsoft.com/office/officeart/2005/8/layout/chart3"/>
    <dgm:cxn modelId="{DFA54E58-5718-474B-8F51-FF8EE49817FD}" type="presParOf" srcId="{CB892D60-2B20-46C3-87BC-F58EAA848156}" destId="{FF3DB6A0-593B-467F-AA9B-F6E930064387}" srcOrd="7" destOrd="0" presId="urn:microsoft.com/office/officeart/2005/8/layout/chart3"/>
    <dgm:cxn modelId="{8D33B075-5D8E-4022-9C4B-F5F14C31B8B8}" type="presParOf" srcId="{CB892D60-2B20-46C3-87BC-F58EAA848156}" destId="{C0B1907C-499B-43A5-8352-581C1F6219E1}" srcOrd="8" destOrd="0" presId="urn:microsoft.com/office/officeart/2005/8/layout/chart3"/>
    <dgm:cxn modelId="{7E3F2E09-3D36-4CF2-995D-474F5B3D92D6}"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4098BA68-61E3-48E1-AF07-6EBCBC700D48}" type="presOf" srcId="{FF0AF41F-3F38-4D90-B879-99863303EB82}" destId="{AC9DC32F-869B-4DFB-A37E-E3D67D647138}"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1BB4D718-E94E-45AE-8778-26CADE424B62}" type="presOf" srcId="{219BE00F-9FE3-408C-B474-2730DE7594D3}" destId="{C0B1907C-499B-43A5-8352-581C1F6219E1}"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4D961552-0719-46E6-A84D-9326C6E101BF}" type="presOf" srcId="{7B913D88-0A63-4E28-8465-978B0AF0B5A9}" destId="{E9DE9BBF-436E-4DEA-A2C7-203A042957F6}" srcOrd="1" destOrd="0" presId="urn:microsoft.com/office/officeart/2005/8/layout/chart3"/>
    <dgm:cxn modelId="{FC4F62F4-FF36-4B96-B597-7F7DBB8BED32}" type="presOf" srcId="{219BE00F-9FE3-408C-B474-2730DE7594D3}" destId="{87C899A1-74D4-4481-A2C9-1D4677F9080D}" srcOrd="1" destOrd="0" presId="urn:microsoft.com/office/officeart/2005/8/layout/chart3"/>
    <dgm:cxn modelId="{B16057F6-7A67-49CE-B9FE-34FA9B251442}" type="presOf" srcId="{3B605E88-28C9-40AF-B377-8F3FFA29F2F9}" destId="{CB892D60-2B20-46C3-87BC-F58EAA848156}"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47389721-0DF2-4F88-826C-9B9E83935ABB}" type="presOf" srcId="{C6E30F3D-2C0C-4B4A-873B-5E4D2D9D5F9A}" destId="{FF3DB6A0-593B-467F-AA9B-F6E930064387}" srcOrd="1" destOrd="0" presId="urn:microsoft.com/office/officeart/2005/8/layout/chart3"/>
    <dgm:cxn modelId="{2BB9E2D9-4315-4BA5-BE44-64AFAEAA7CA0}" type="presOf" srcId="{245E56F9-2648-48F5-B488-71B4DE3A4147}" destId="{19DDDAC6-92E2-40EA-B0EA-D32BF4980C94}" srcOrd="1" destOrd="0" presId="urn:microsoft.com/office/officeart/2005/8/layout/chart3"/>
    <dgm:cxn modelId="{1FF09487-0390-4CB0-9626-3F655B0F93F2}" type="presOf" srcId="{C6E30F3D-2C0C-4B4A-873B-5E4D2D9D5F9A}" destId="{75645940-2EEE-4E50-8B17-F4838C4D2812}" srcOrd="0" destOrd="0" presId="urn:microsoft.com/office/officeart/2005/8/layout/chart3"/>
    <dgm:cxn modelId="{2DFCC6D6-BE59-4B8C-97D9-039DCB21F19B}" type="presOf" srcId="{7B913D88-0A63-4E28-8465-978B0AF0B5A9}" destId="{F0915EC1-A275-4419-B6DD-9DC54319BF3E}" srcOrd="0" destOrd="0" presId="urn:microsoft.com/office/officeart/2005/8/layout/chart3"/>
    <dgm:cxn modelId="{CE657C1A-4B4E-4912-BD9D-EDC368D51C4E}" type="presOf" srcId="{245E56F9-2648-48F5-B488-71B4DE3A4147}" destId="{C8CB46B1-E79C-457E-A28D-1EE2F9EBEE32}" srcOrd="0" destOrd="0" presId="urn:microsoft.com/office/officeart/2005/8/layout/chart3"/>
    <dgm:cxn modelId="{06BCB020-E68F-4C2D-BB81-3495E0C34A3A}" type="presOf" srcId="{FF0AF41F-3F38-4D90-B879-99863303EB82}" destId="{B908182B-DF5B-4F6C-8EEA-512201C7CDC9}"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71BDFDBE-0B05-4977-9310-15D601725591}" type="presParOf" srcId="{CB892D60-2B20-46C3-87BC-F58EAA848156}" destId="{F0915EC1-A275-4419-B6DD-9DC54319BF3E}" srcOrd="0" destOrd="0" presId="urn:microsoft.com/office/officeart/2005/8/layout/chart3"/>
    <dgm:cxn modelId="{F8E9B5F2-E8C8-4E9D-A6E6-A7CEA3014C94}" type="presParOf" srcId="{CB892D60-2B20-46C3-87BC-F58EAA848156}" destId="{E9DE9BBF-436E-4DEA-A2C7-203A042957F6}" srcOrd="1" destOrd="0" presId="urn:microsoft.com/office/officeart/2005/8/layout/chart3"/>
    <dgm:cxn modelId="{90CC642D-0917-49DB-B11C-DD9D1B8214B2}" type="presParOf" srcId="{CB892D60-2B20-46C3-87BC-F58EAA848156}" destId="{B908182B-DF5B-4F6C-8EEA-512201C7CDC9}" srcOrd="2" destOrd="0" presId="urn:microsoft.com/office/officeart/2005/8/layout/chart3"/>
    <dgm:cxn modelId="{9C873891-0A0B-499E-9D3E-0E98A8225621}" type="presParOf" srcId="{CB892D60-2B20-46C3-87BC-F58EAA848156}" destId="{AC9DC32F-869B-4DFB-A37E-E3D67D647138}" srcOrd="3" destOrd="0" presId="urn:microsoft.com/office/officeart/2005/8/layout/chart3"/>
    <dgm:cxn modelId="{A9D3938B-A745-45BA-9E38-E2B7E6A35A9B}" type="presParOf" srcId="{CB892D60-2B20-46C3-87BC-F58EAA848156}" destId="{C8CB46B1-E79C-457E-A28D-1EE2F9EBEE32}" srcOrd="4" destOrd="0" presId="urn:microsoft.com/office/officeart/2005/8/layout/chart3"/>
    <dgm:cxn modelId="{2EA0FA40-CC97-4906-9779-2D13CB246E35}" type="presParOf" srcId="{CB892D60-2B20-46C3-87BC-F58EAA848156}" destId="{19DDDAC6-92E2-40EA-B0EA-D32BF4980C94}" srcOrd="5" destOrd="0" presId="urn:microsoft.com/office/officeart/2005/8/layout/chart3"/>
    <dgm:cxn modelId="{47F0DD42-BA82-4AAB-A637-D2BAAB579547}" type="presParOf" srcId="{CB892D60-2B20-46C3-87BC-F58EAA848156}" destId="{75645940-2EEE-4E50-8B17-F4838C4D2812}" srcOrd="6" destOrd="0" presId="urn:microsoft.com/office/officeart/2005/8/layout/chart3"/>
    <dgm:cxn modelId="{890B111D-1435-4538-ABEE-2C8A62551D76}" type="presParOf" srcId="{CB892D60-2B20-46C3-87BC-F58EAA848156}" destId="{FF3DB6A0-593B-467F-AA9B-F6E930064387}" srcOrd="7" destOrd="0" presId="urn:microsoft.com/office/officeart/2005/8/layout/chart3"/>
    <dgm:cxn modelId="{5CF34C7E-519C-41AC-8873-70E2E0FE3CF0}" type="presParOf" srcId="{CB892D60-2B20-46C3-87BC-F58EAA848156}" destId="{C0B1907C-499B-43A5-8352-581C1F6219E1}" srcOrd="8" destOrd="0" presId="urn:microsoft.com/office/officeart/2005/8/layout/chart3"/>
    <dgm:cxn modelId="{3AA00A80-2F0E-4910-968C-571D4AF9E609}"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61173031-D2BD-4E8C-9FF9-25FB9BBF3EFC}" type="presOf" srcId="{245E56F9-2648-48F5-B488-71B4DE3A4147}" destId="{C8CB46B1-E79C-457E-A28D-1EE2F9EBEE3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2C6FCD97-E15C-4F27-BC0E-7E6A9502ED29}" type="presOf" srcId="{219BE00F-9FE3-408C-B474-2730DE7594D3}" destId="{C0B1907C-499B-43A5-8352-581C1F6219E1}" srcOrd="0" destOrd="0" presId="urn:microsoft.com/office/officeart/2005/8/layout/chart3"/>
    <dgm:cxn modelId="{55346F64-EC87-48A6-965B-1731C32874E3}" type="presOf" srcId="{7B913D88-0A63-4E28-8465-978B0AF0B5A9}" destId="{F0915EC1-A275-4419-B6DD-9DC54319BF3E}" srcOrd="0" destOrd="0" presId="urn:microsoft.com/office/officeart/2005/8/layout/chart3"/>
    <dgm:cxn modelId="{060C2FBE-0FBF-404A-AE73-43B4D8D81FED}" type="presOf" srcId="{C6E30F3D-2C0C-4B4A-873B-5E4D2D9D5F9A}" destId="{75645940-2EEE-4E50-8B17-F4838C4D2812}"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A5B14BAB-15DB-4E88-B5EA-9F2F84E93C62}" type="presOf" srcId="{245E56F9-2648-48F5-B488-71B4DE3A4147}" destId="{19DDDAC6-92E2-40EA-B0EA-D32BF4980C94}"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D755C016-0B06-4288-A379-725CAC3B2E02}" type="presOf" srcId="{FF0AF41F-3F38-4D90-B879-99863303EB82}" destId="{AC9DC32F-869B-4DFB-A37E-E3D67D647138}" srcOrd="1" destOrd="0" presId="urn:microsoft.com/office/officeart/2005/8/layout/chart3"/>
    <dgm:cxn modelId="{08D738F3-C7E3-44D1-A39D-7DAB8A924B25}" type="presOf" srcId="{7B913D88-0A63-4E28-8465-978B0AF0B5A9}" destId="{E9DE9BBF-436E-4DEA-A2C7-203A042957F6}" srcOrd="1" destOrd="0" presId="urn:microsoft.com/office/officeart/2005/8/layout/chart3"/>
    <dgm:cxn modelId="{44CD3343-46D4-44AB-B1D5-058EEC5BD604}" type="presOf" srcId="{219BE00F-9FE3-408C-B474-2730DE7594D3}" destId="{87C899A1-74D4-4481-A2C9-1D4677F9080D}" srcOrd="1" destOrd="0" presId="urn:microsoft.com/office/officeart/2005/8/layout/chart3"/>
    <dgm:cxn modelId="{AFE1E781-E942-4CCB-A977-A018E4261170}"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0B129051-290B-4027-8059-9664F57A6E72}" type="presOf" srcId="{C6E30F3D-2C0C-4B4A-873B-5E4D2D9D5F9A}" destId="{FF3DB6A0-593B-467F-AA9B-F6E930064387}" srcOrd="1" destOrd="0" presId="urn:microsoft.com/office/officeart/2005/8/layout/chart3"/>
    <dgm:cxn modelId="{FBE51BC4-B8B0-4250-85B6-331A9E4ED4F6}" type="presOf" srcId="{3B605E88-28C9-40AF-B377-8F3FFA29F2F9}" destId="{CB892D60-2B20-46C3-87BC-F58EAA848156}"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F5778C82-7253-47FC-A341-B6AEE367C9D1}" type="presParOf" srcId="{CB892D60-2B20-46C3-87BC-F58EAA848156}" destId="{F0915EC1-A275-4419-B6DD-9DC54319BF3E}" srcOrd="0" destOrd="0" presId="urn:microsoft.com/office/officeart/2005/8/layout/chart3"/>
    <dgm:cxn modelId="{AF0E2B72-585A-4DD6-AF46-183241D56BE4}" type="presParOf" srcId="{CB892D60-2B20-46C3-87BC-F58EAA848156}" destId="{E9DE9BBF-436E-4DEA-A2C7-203A042957F6}" srcOrd="1" destOrd="0" presId="urn:microsoft.com/office/officeart/2005/8/layout/chart3"/>
    <dgm:cxn modelId="{5650963A-F30C-4B6D-98FA-195E2C3864B8}" type="presParOf" srcId="{CB892D60-2B20-46C3-87BC-F58EAA848156}" destId="{B908182B-DF5B-4F6C-8EEA-512201C7CDC9}" srcOrd="2" destOrd="0" presId="urn:microsoft.com/office/officeart/2005/8/layout/chart3"/>
    <dgm:cxn modelId="{DC01D1C4-FB73-4DF9-A6F9-CC80F83F0DDA}" type="presParOf" srcId="{CB892D60-2B20-46C3-87BC-F58EAA848156}" destId="{AC9DC32F-869B-4DFB-A37E-E3D67D647138}" srcOrd="3" destOrd="0" presId="urn:microsoft.com/office/officeart/2005/8/layout/chart3"/>
    <dgm:cxn modelId="{C847037E-E1BB-4938-8224-914D13AD7C0C}" type="presParOf" srcId="{CB892D60-2B20-46C3-87BC-F58EAA848156}" destId="{C8CB46B1-E79C-457E-A28D-1EE2F9EBEE32}" srcOrd="4" destOrd="0" presId="urn:microsoft.com/office/officeart/2005/8/layout/chart3"/>
    <dgm:cxn modelId="{B6FE432A-F28A-4B32-B89B-3D231CF4A47F}" type="presParOf" srcId="{CB892D60-2B20-46C3-87BC-F58EAA848156}" destId="{19DDDAC6-92E2-40EA-B0EA-D32BF4980C94}" srcOrd="5" destOrd="0" presId="urn:microsoft.com/office/officeart/2005/8/layout/chart3"/>
    <dgm:cxn modelId="{99A02705-092A-44B1-B705-D4B1A27509DE}" type="presParOf" srcId="{CB892D60-2B20-46C3-87BC-F58EAA848156}" destId="{75645940-2EEE-4E50-8B17-F4838C4D2812}" srcOrd="6" destOrd="0" presId="urn:microsoft.com/office/officeart/2005/8/layout/chart3"/>
    <dgm:cxn modelId="{D896E4FC-6106-4925-8BA5-200BED64A721}" type="presParOf" srcId="{CB892D60-2B20-46C3-87BC-F58EAA848156}" destId="{FF3DB6A0-593B-467F-AA9B-F6E930064387}" srcOrd="7" destOrd="0" presId="urn:microsoft.com/office/officeart/2005/8/layout/chart3"/>
    <dgm:cxn modelId="{42E61548-E372-4A86-851C-A211B6E4891F}" type="presParOf" srcId="{CB892D60-2B20-46C3-87BC-F58EAA848156}" destId="{C0B1907C-499B-43A5-8352-581C1F6219E1}" srcOrd="8" destOrd="0" presId="urn:microsoft.com/office/officeart/2005/8/layout/chart3"/>
    <dgm:cxn modelId="{BDBF8A85-6162-4232-9E67-FD59667BFB20}"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439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1886" custLinFactNeighborY="0"/>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custLinFactNeighborX="-4396" custLinFactNeighborY="2512"/>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custLinFactNeighborX="-1256"/>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57264E37-EB44-42B5-9F4E-16163AC7EC06}" type="presOf" srcId="{FF0AF41F-3F38-4D90-B879-99863303EB82}" destId="{AC9DC32F-869B-4DFB-A37E-E3D67D647138}" srcOrd="1" destOrd="0" presId="urn:microsoft.com/office/officeart/2005/8/layout/chart3"/>
    <dgm:cxn modelId="{2C2CDD10-6E64-4A77-9B40-243DBA66C8A3}" type="presOf" srcId="{C6E30F3D-2C0C-4B4A-873B-5E4D2D9D5F9A}" destId="{75645940-2EEE-4E50-8B17-F4838C4D281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4AE3E439-1AA0-4289-AF52-7FE156EE23E8}" type="presOf" srcId="{FF0AF41F-3F38-4D90-B879-99863303EB82}" destId="{B908182B-DF5B-4F6C-8EEA-512201C7CDC9}" srcOrd="0" destOrd="0" presId="urn:microsoft.com/office/officeart/2005/8/layout/chart3"/>
    <dgm:cxn modelId="{68A4932D-7D24-431E-A750-FFFAF4D2C3DF}" type="presOf" srcId="{3B605E88-28C9-40AF-B377-8F3FFA29F2F9}" destId="{CB892D60-2B20-46C3-87BC-F58EAA848156}" srcOrd="0" destOrd="0" presId="urn:microsoft.com/office/officeart/2005/8/layout/chart3"/>
    <dgm:cxn modelId="{A9BBFFB2-3630-49A1-A23F-36345DB146E1}" type="presOf" srcId="{7B913D88-0A63-4E28-8465-978B0AF0B5A9}" destId="{F0915EC1-A275-4419-B6DD-9DC54319BF3E}"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5C535AD1-5C4F-4B03-9602-AFDEAB81BA68}" type="presOf" srcId="{C6E30F3D-2C0C-4B4A-873B-5E4D2D9D5F9A}" destId="{FF3DB6A0-593B-467F-AA9B-F6E930064387}"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4B5CFD0-5F66-4538-8EBE-4B65434582DD}" type="presOf" srcId="{245E56F9-2648-48F5-B488-71B4DE3A4147}" destId="{C8CB46B1-E79C-457E-A28D-1EE2F9EBEE32}" srcOrd="0" destOrd="0" presId="urn:microsoft.com/office/officeart/2005/8/layout/chart3"/>
    <dgm:cxn modelId="{997EB397-8D57-473C-90AA-5B196A7E3A1F}" type="presOf" srcId="{245E56F9-2648-48F5-B488-71B4DE3A4147}" destId="{19DDDAC6-92E2-40EA-B0EA-D32BF4980C94}" srcOrd="1" destOrd="0" presId="urn:microsoft.com/office/officeart/2005/8/layout/chart3"/>
    <dgm:cxn modelId="{988012F6-7741-42E8-B30A-FC0DD86E4DFA}" type="presOf" srcId="{219BE00F-9FE3-408C-B474-2730DE7594D3}" destId="{87C899A1-74D4-4481-A2C9-1D4677F9080D}" srcOrd="1" destOrd="0" presId="urn:microsoft.com/office/officeart/2005/8/layout/chart3"/>
    <dgm:cxn modelId="{9691F2BA-C202-47A3-BDC4-990757F3CF0C}" type="presOf" srcId="{7B913D88-0A63-4E28-8465-978B0AF0B5A9}" destId="{E9DE9BBF-436E-4DEA-A2C7-203A042957F6}" srcOrd="1" destOrd="0" presId="urn:microsoft.com/office/officeart/2005/8/layout/chart3"/>
    <dgm:cxn modelId="{BCFF8504-701E-4888-B999-4312CC0AC70D}" type="presOf" srcId="{219BE00F-9FE3-408C-B474-2730DE7594D3}" destId="{C0B1907C-499B-43A5-8352-581C1F6219E1}"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AE1AF309-78C3-44A2-A462-BFD7FB41207C}" srcId="{3B605E88-28C9-40AF-B377-8F3FFA29F2F9}" destId="{C6E30F3D-2C0C-4B4A-873B-5E4D2D9D5F9A}" srcOrd="3" destOrd="0" parTransId="{195D625A-2E39-4DF6-A7D1-A40A7BA1F34D}" sibTransId="{548BB238-6626-4110-948C-245F92ABBF79}"/>
    <dgm:cxn modelId="{0E200C98-E932-40F2-8955-FC6CB8933A61}" type="presParOf" srcId="{CB892D60-2B20-46C3-87BC-F58EAA848156}" destId="{F0915EC1-A275-4419-B6DD-9DC54319BF3E}" srcOrd="0" destOrd="0" presId="urn:microsoft.com/office/officeart/2005/8/layout/chart3"/>
    <dgm:cxn modelId="{1DF81E1E-25EC-47A2-9F55-6462F94E1275}" type="presParOf" srcId="{CB892D60-2B20-46C3-87BC-F58EAA848156}" destId="{E9DE9BBF-436E-4DEA-A2C7-203A042957F6}" srcOrd="1" destOrd="0" presId="urn:microsoft.com/office/officeart/2005/8/layout/chart3"/>
    <dgm:cxn modelId="{5867EB08-0D7E-4686-A7C4-17AD7A1D41A9}" type="presParOf" srcId="{CB892D60-2B20-46C3-87BC-F58EAA848156}" destId="{B908182B-DF5B-4F6C-8EEA-512201C7CDC9}" srcOrd="2" destOrd="0" presId="urn:microsoft.com/office/officeart/2005/8/layout/chart3"/>
    <dgm:cxn modelId="{4EC9C4E2-C5EF-43A0-A5D3-1DBF9F832BD2}" type="presParOf" srcId="{CB892D60-2B20-46C3-87BC-F58EAA848156}" destId="{AC9DC32F-869B-4DFB-A37E-E3D67D647138}" srcOrd="3" destOrd="0" presId="urn:microsoft.com/office/officeart/2005/8/layout/chart3"/>
    <dgm:cxn modelId="{885B9CFC-9945-4219-8705-EAFDB767D874}" type="presParOf" srcId="{CB892D60-2B20-46C3-87BC-F58EAA848156}" destId="{C8CB46B1-E79C-457E-A28D-1EE2F9EBEE32}" srcOrd="4" destOrd="0" presId="urn:microsoft.com/office/officeart/2005/8/layout/chart3"/>
    <dgm:cxn modelId="{9A6B02E6-F8CA-4040-B147-25E0FDAC6E3A}" type="presParOf" srcId="{CB892D60-2B20-46C3-87BC-F58EAA848156}" destId="{19DDDAC6-92E2-40EA-B0EA-D32BF4980C94}" srcOrd="5" destOrd="0" presId="urn:microsoft.com/office/officeart/2005/8/layout/chart3"/>
    <dgm:cxn modelId="{4D1E912D-1595-4FB5-BB67-CD18FDFA6357}" type="presParOf" srcId="{CB892D60-2B20-46C3-87BC-F58EAA848156}" destId="{75645940-2EEE-4E50-8B17-F4838C4D2812}" srcOrd="6" destOrd="0" presId="urn:microsoft.com/office/officeart/2005/8/layout/chart3"/>
    <dgm:cxn modelId="{F1F49FEF-5861-4738-93EA-2859CA96BAF5}" type="presParOf" srcId="{CB892D60-2B20-46C3-87BC-F58EAA848156}" destId="{FF3DB6A0-593B-467F-AA9B-F6E930064387}" srcOrd="7" destOrd="0" presId="urn:microsoft.com/office/officeart/2005/8/layout/chart3"/>
    <dgm:cxn modelId="{2A9B363F-935C-4007-9050-3BEC931FAF85}" type="presParOf" srcId="{CB892D60-2B20-46C3-87BC-F58EAA848156}" destId="{C0B1907C-499B-43A5-8352-581C1F6219E1}" srcOrd="8" destOrd="0" presId="urn:microsoft.com/office/officeart/2005/8/layout/chart3"/>
    <dgm:cxn modelId="{7A3CFA7A-0334-4318-A7FB-260AF28D332C}"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439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1886" custLinFactNeighborY="0"/>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custLinFactNeighborX="-4396" custLinFactNeighborY="2512"/>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custLinFactNeighborX="-1256"/>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E25C991D-FB3F-49B7-8473-78265C3260F6}" type="presOf" srcId="{C6E30F3D-2C0C-4B4A-873B-5E4D2D9D5F9A}" destId="{FF3DB6A0-593B-467F-AA9B-F6E930064387}" srcOrd="1" destOrd="0" presId="urn:microsoft.com/office/officeart/2005/8/layout/chart3"/>
    <dgm:cxn modelId="{A8700487-8785-4BDD-9911-513677981B41}" type="presOf" srcId="{219BE00F-9FE3-408C-B474-2730DE7594D3}" destId="{87C899A1-74D4-4481-A2C9-1D4677F9080D}"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03D162D4-187D-4E39-954F-009CB6B014CA}"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F9BF81AE-2E73-407F-8DA7-F67B88CF38E3}" type="presOf" srcId="{245E56F9-2648-48F5-B488-71B4DE3A4147}" destId="{19DDDAC6-92E2-40EA-B0EA-D32BF4980C94}" srcOrd="1" destOrd="0" presId="urn:microsoft.com/office/officeart/2005/8/layout/chart3"/>
    <dgm:cxn modelId="{87135B32-05C4-465A-A3C7-37F5B983C841}" type="presOf" srcId="{7B913D88-0A63-4E28-8465-978B0AF0B5A9}" destId="{E9DE9BBF-436E-4DEA-A2C7-203A042957F6}" srcOrd="1" destOrd="0" presId="urn:microsoft.com/office/officeart/2005/8/layout/chart3"/>
    <dgm:cxn modelId="{0B30193B-F9A9-43DD-AF64-E6374AECFC1D}" type="presOf" srcId="{C6E30F3D-2C0C-4B4A-873B-5E4D2D9D5F9A}" destId="{75645940-2EEE-4E50-8B17-F4838C4D281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1886C1F7-D9A0-4D07-9527-7E964EB5CADC}" type="presOf" srcId="{7B913D88-0A63-4E28-8465-978B0AF0B5A9}" destId="{F0915EC1-A275-4419-B6DD-9DC54319BF3E}" srcOrd="0" destOrd="0" presId="urn:microsoft.com/office/officeart/2005/8/layout/chart3"/>
    <dgm:cxn modelId="{05078C46-3B91-4BF3-9B5A-D561CC69D38D}" type="presOf" srcId="{FF0AF41F-3F38-4D90-B879-99863303EB82}" destId="{AC9DC32F-869B-4DFB-A37E-E3D67D647138}" srcOrd="1" destOrd="0" presId="urn:microsoft.com/office/officeart/2005/8/layout/chart3"/>
    <dgm:cxn modelId="{F44A6B91-EDA9-4771-A93D-06F51252851E}" type="presOf" srcId="{219BE00F-9FE3-408C-B474-2730DE7594D3}" destId="{C0B1907C-499B-43A5-8352-581C1F6219E1}" srcOrd="0" destOrd="0" presId="urn:microsoft.com/office/officeart/2005/8/layout/chart3"/>
    <dgm:cxn modelId="{C5A41230-61BF-490B-A248-A6FF02FFF308}" type="presOf" srcId="{FF0AF41F-3F38-4D90-B879-99863303EB82}" destId="{B908182B-DF5B-4F6C-8EEA-512201C7CDC9}" srcOrd="0" destOrd="0" presId="urn:microsoft.com/office/officeart/2005/8/layout/chart3"/>
    <dgm:cxn modelId="{AE27A9EE-8C2F-49A6-B599-577F37BA4415}" type="presOf" srcId="{245E56F9-2648-48F5-B488-71B4DE3A4147}" destId="{C8CB46B1-E79C-457E-A28D-1EE2F9EBEE32}"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3E65B64C-C27F-40E4-9426-D24F1E3DC117}" type="presParOf" srcId="{CB892D60-2B20-46C3-87BC-F58EAA848156}" destId="{F0915EC1-A275-4419-B6DD-9DC54319BF3E}" srcOrd="0" destOrd="0" presId="urn:microsoft.com/office/officeart/2005/8/layout/chart3"/>
    <dgm:cxn modelId="{700BBE58-F8EE-4A2E-8705-42A514D57F1C}" type="presParOf" srcId="{CB892D60-2B20-46C3-87BC-F58EAA848156}" destId="{E9DE9BBF-436E-4DEA-A2C7-203A042957F6}" srcOrd="1" destOrd="0" presId="urn:microsoft.com/office/officeart/2005/8/layout/chart3"/>
    <dgm:cxn modelId="{9273559A-C150-45C3-9A95-4CC338C32899}" type="presParOf" srcId="{CB892D60-2B20-46C3-87BC-F58EAA848156}" destId="{B908182B-DF5B-4F6C-8EEA-512201C7CDC9}" srcOrd="2" destOrd="0" presId="urn:microsoft.com/office/officeart/2005/8/layout/chart3"/>
    <dgm:cxn modelId="{AC6AEB02-87C4-4471-AD50-5A887EF0DFD4}" type="presParOf" srcId="{CB892D60-2B20-46C3-87BC-F58EAA848156}" destId="{AC9DC32F-869B-4DFB-A37E-E3D67D647138}" srcOrd="3" destOrd="0" presId="urn:microsoft.com/office/officeart/2005/8/layout/chart3"/>
    <dgm:cxn modelId="{D0A22DBD-B0E8-408B-B225-4106C4C4551E}" type="presParOf" srcId="{CB892D60-2B20-46C3-87BC-F58EAA848156}" destId="{C8CB46B1-E79C-457E-A28D-1EE2F9EBEE32}" srcOrd="4" destOrd="0" presId="urn:microsoft.com/office/officeart/2005/8/layout/chart3"/>
    <dgm:cxn modelId="{A7B2424E-69C3-40F1-B4A6-B5B79B54FB27}" type="presParOf" srcId="{CB892D60-2B20-46C3-87BC-F58EAA848156}" destId="{19DDDAC6-92E2-40EA-B0EA-D32BF4980C94}" srcOrd="5" destOrd="0" presId="urn:microsoft.com/office/officeart/2005/8/layout/chart3"/>
    <dgm:cxn modelId="{F58CF49D-6F44-4239-B0B9-DAFC45400C47}" type="presParOf" srcId="{CB892D60-2B20-46C3-87BC-F58EAA848156}" destId="{75645940-2EEE-4E50-8B17-F4838C4D2812}" srcOrd="6" destOrd="0" presId="urn:microsoft.com/office/officeart/2005/8/layout/chart3"/>
    <dgm:cxn modelId="{1EF1AE25-14BD-4F8B-AA2E-3901A38CFD70}" type="presParOf" srcId="{CB892D60-2B20-46C3-87BC-F58EAA848156}" destId="{FF3DB6A0-593B-467F-AA9B-F6E930064387}" srcOrd="7" destOrd="0" presId="urn:microsoft.com/office/officeart/2005/8/layout/chart3"/>
    <dgm:cxn modelId="{BFCA83ED-CEED-44FE-9EC8-A13B9D8E2C6B}" type="presParOf" srcId="{CB892D60-2B20-46C3-87BC-F58EAA848156}" destId="{C0B1907C-499B-43A5-8352-581C1F6219E1}" srcOrd="8" destOrd="0" presId="urn:microsoft.com/office/officeart/2005/8/layout/chart3"/>
    <dgm:cxn modelId="{91A609FD-C4B6-400B-AFA9-F19723531A83}"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a:t>Identify</a:t>
          </a:r>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a:t>Analyze</a:t>
          </a:r>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a:t>Evaluate</a:t>
          </a:r>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a:t>Treat</a:t>
          </a:r>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a:t>Monitor</a:t>
          </a:r>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439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1886" custLinFactNeighborY="0"/>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custLinFactNeighborX="-5024" custLinFactNeighborY="-4396"/>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82D6C2E7-7D23-4E28-9E79-B0FF4C350C5B}" type="presOf" srcId="{FF0AF41F-3F38-4D90-B879-99863303EB82}" destId="{AC9DC32F-869B-4DFB-A37E-E3D67D647138}" srcOrd="1" destOrd="0" presId="urn:microsoft.com/office/officeart/2005/8/layout/chart3"/>
    <dgm:cxn modelId="{A78D3F56-EC9A-4E20-9982-1D87CD85DDDD}" type="presOf" srcId="{245E56F9-2648-48F5-B488-71B4DE3A4147}" destId="{C8CB46B1-E79C-457E-A28D-1EE2F9EBEE32}" srcOrd="0" destOrd="0" presId="urn:microsoft.com/office/officeart/2005/8/layout/chart3"/>
    <dgm:cxn modelId="{1422E613-63FA-4A29-BD7A-1CCEBEE0F06A}" type="presOf" srcId="{245E56F9-2648-48F5-B488-71B4DE3A4147}" destId="{19DDDAC6-92E2-40EA-B0EA-D32BF4980C94}"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94890E4C-CF9B-4D4B-9530-755A608CE739}" type="presOf" srcId="{7B913D88-0A63-4E28-8465-978B0AF0B5A9}" destId="{E9DE9BBF-436E-4DEA-A2C7-203A042957F6}" srcOrd="1" destOrd="0" presId="urn:microsoft.com/office/officeart/2005/8/layout/chart3"/>
    <dgm:cxn modelId="{1135296B-EC19-45FF-851A-CBB794BF9D06}" type="presOf" srcId="{C6E30F3D-2C0C-4B4A-873B-5E4D2D9D5F9A}" destId="{FF3DB6A0-593B-467F-AA9B-F6E930064387}"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1A35158-D512-4160-A82F-95FE6AAA06C1}" type="presOf" srcId="{219BE00F-9FE3-408C-B474-2730DE7594D3}" destId="{87C899A1-74D4-4481-A2C9-1D4677F9080D}" srcOrd="1" destOrd="0" presId="urn:microsoft.com/office/officeart/2005/8/layout/chart3"/>
    <dgm:cxn modelId="{A6A2EF3D-DB99-41F0-A2D3-7B6CA10AA7E7}" type="presOf" srcId="{219BE00F-9FE3-408C-B474-2730DE7594D3}" destId="{C0B1907C-499B-43A5-8352-581C1F6219E1}" srcOrd="0" destOrd="0" presId="urn:microsoft.com/office/officeart/2005/8/layout/chart3"/>
    <dgm:cxn modelId="{A2A0F637-138B-4305-874E-C233842FA04A}" type="presOf" srcId="{7B913D88-0A63-4E28-8465-978B0AF0B5A9}" destId="{F0915EC1-A275-4419-B6DD-9DC54319BF3E}" srcOrd="0" destOrd="0" presId="urn:microsoft.com/office/officeart/2005/8/layout/chart3"/>
    <dgm:cxn modelId="{6BD7B04B-3866-4A36-9A32-0E696E578A2B}"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FF6E67F6-0338-44E3-8781-81B13149C562}" type="presOf" srcId="{3B605E88-28C9-40AF-B377-8F3FFA29F2F9}" destId="{CB892D60-2B20-46C3-87BC-F58EAA848156}"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EB778D5E-0F5E-4ABB-9DFF-AEB342C5AA40}" type="presOf" srcId="{C6E30F3D-2C0C-4B4A-873B-5E4D2D9D5F9A}" destId="{75645940-2EEE-4E50-8B17-F4838C4D2812}" srcOrd="0" destOrd="0" presId="urn:microsoft.com/office/officeart/2005/8/layout/chart3"/>
    <dgm:cxn modelId="{E327A591-8A6F-4E3B-860B-56A82AF8D76F}" type="presParOf" srcId="{CB892D60-2B20-46C3-87BC-F58EAA848156}" destId="{F0915EC1-A275-4419-B6DD-9DC54319BF3E}" srcOrd="0" destOrd="0" presId="urn:microsoft.com/office/officeart/2005/8/layout/chart3"/>
    <dgm:cxn modelId="{6D49FFFD-25D4-4B4B-947D-38A49715AA56}" type="presParOf" srcId="{CB892D60-2B20-46C3-87BC-F58EAA848156}" destId="{E9DE9BBF-436E-4DEA-A2C7-203A042957F6}" srcOrd="1" destOrd="0" presId="urn:microsoft.com/office/officeart/2005/8/layout/chart3"/>
    <dgm:cxn modelId="{E538EBDB-D24B-4535-8043-98E9CF63565A}" type="presParOf" srcId="{CB892D60-2B20-46C3-87BC-F58EAA848156}" destId="{B908182B-DF5B-4F6C-8EEA-512201C7CDC9}" srcOrd="2" destOrd="0" presId="urn:microsoft.com/office/officeart/2005/8/layout/chart3"/>
    <dgm:cxn modelId="{1309BAC1-B516-4E48-9D1E-776E400B791A}" type="presParOf" srcId="{CB892D60-2B20-46C3-87BC-F58EAA848156}" destId="{AC9DC32F-869B-4DFB-A37E-E3D67D647138}" srcOrd="3" destOrd="0" presId="urn:microsoft.com/office/officeart/2005/8/layout/chart3"/>
    <dgm:cxn modelId="{42341C7D-BA9B-4E83-A109-10D78784D66E}" type="presParOf" srcId="{CB892D60-2B20-46C3-87BC-F58EAA848156}" destId="{C8CB46B1-E79C-457E-A28D-1EE2F9EBEE32}" srcOrd="4" destOrd="0" presId="urn:microsoft.com/office/officeart/2005/8/layout/chart3"/>
    <dgm:cxn modelId="{7E525DAB-717E-4E25-AA9F-BFC30078B3B5}" type="presParOf" srcId="{CB892D60-2B20-46C3-87BC-F58EAA848156}" destId="{19DDDAC6-92E2-40EA-B0EA-D32BF4980C94}" srcOrd="5" destOrd="0" presId="urn:microsoft.com/office/officeart/2005/8/layout/chart3"/>
    <dgm:cxn modelId="{481DBA1C-00BC-4DEC-8C2A-4E9AB1B72DBF}" type="presParOf" srcId="{CB892D60-2B20-46C3-87BC-F58EAA848156}" destId="{75645940-2EEE-4E50-8B17-F4838C4D2812}" srcOrd="6" destOrd="0" presId="urn:microsoft.com/office/officeart/2005/8/layout/chart3"/>
    <dgm:cxn modelId="{C6DE61F0-AEB1-47B5-8DAC-09609D933F43}" type="presParOf" srcId="{CB892D60-2B20-46C3-87BC-F58EAA848156}" destId="{FF3DB6A0-593B-467F-AA9B-F6E930064387}" srcOrd="7" destOrd="0" presId="urn:microsoft.com/office/officeart/2005/8/layout/chart3"/>
    <dgm:cxn modelId="{0711D57F-AC2B-449B-AB25-653852D8206D}" type="presParOf" srcId="{CB892D60-2B20-46C3-87BC-F58EAA848156}" destId="{C0B1907C-499B-43A5-8352-581C1F6219E1}" srcOrd="8" destOrd="0" presId="urn:microsoft.com/office/officeart/2005/8/layout/chart3"/>
    <dgm:cxn modelId="{E1AD2250-C10C-4EAD-AB33-95E9E55F76CD}"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9E7DAB-F98A-4466-903A-AA55D3FABAC2}">
      <dsp:nvSpPr>
        <dsp:cNvPr id="0" name=""/>
        <dsp:cNvSpPr/>
      </dsp:nvSpPr>
      <dsp:spPr>
        <a:xfrm>
          <a:off x="459379" y="857217"/>
          <a:ext cx="3547544" cy="3547544"/>
        </a:xfrm>
        <a:prstGeom prst="circularArrow">
          <a:avLst>
            <a:gd name="adj1" fmla="val 5544"/>
            <a:gd name="adj2" fmla="val 330680"/>
            <a:gd name="adj3" fmla="val 13880791"/>
            <a:gd name="adj4" fmla="val 17322468"/>
            <a:gd name="adj5" fmla="val 5757"/>
          </a:avLst>
        </a:prstGeom>
        <a:gradFill rotWithShape="0">
          <a:gsLst>
            <a:gs pos="0">
              <a:schemeClr val="accent4">
                <a:tint val="40000"/>
                <a:hueOff val="0"/>
                <a:satOff val="0"/>
                <a:lumOff val="0"/>
                <a:alphaOff val="0"/>
                <a:satMod val="103000"/>
                <a:lumMod val="102000"/>
                <a:tint val="94000"/>
              </a:schemeClr>
            </a:gs>
            <a:gs pos="50000">
              <a:schemeClr val="accent4">
                <a:tint val="40000"/>
                <a:hueOff val="0"/>
                <a:satOff val="0"/>
                <a:lumOff val="0"/>
                <a:alphaOff val="0"/>
                <a:satMod val="110000"/>
                <a:lumMod val="100000"/>
                <a:shade val="100000"/>
              </a:schemeClr>
            </a:gs>
            <a:gs pos="100000">
              <a:schemeClr val="accent4">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05E69EC8-0E29-4BDC-A8B2-21BD491A0BBD}">
      <dsp:nvSpPr>
        <dsp:cNvPr id="0" name=""/>
        <dsp:cNvSpPr/>
      </dsp:nvSpPr>
      <dsp:spPr>
        <a:xfrm>
          <a:off x="1440426" y="875606"/>
          <a:ext cx="1585450" cy="792725"/>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a:t>Identify</a:t>
          </a:r>
        </a:p>
      </dsp:txBody>
      <dsp:txXfrm>
        <a:off x="1479124" y="914304"/>
        <a:ext cx="1508054" cy="715329"/>
      </dsp:txXfrm>
    </dsp:sp>
    <dsp:sp modelId="{1819C758-0EF1-471D-BE1E-FD5485E4DBBA}">
      <dsp:nvSpPr>
        <dsp:cNvPr id="0" name=""/>
        <dsp:cNvSpPr/>
      </dsp:nvSpPr>
      <dsp:spPr>
        <a:xfrm>
          <a:off x="2879196" y="1920933"/>
          <a:ext cx="1585450" cy="792725"/>
        </a:xfrm>
        <a:prstGeom prst="roundRect">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a:t>Analyze</a:t>
          </a:r>
        </a:p>
      </dsp:txBody>
      <dsp:txXfrm>
        <a:off x="2917894" y="1959631"/>
        <a:ext cx="1508054" cy="715329"/>
      </dsp:txXfrm>
    </dsp:sp>
    <dsp:sp modelId="{58424D1C-5C6C-43BE-AC27-89C8EA129EC3}">
      <dsp:nvSpPr>
        <dsp:cNvPr id="0" name=""/>
        <dsp:cNvSpPr/>
      </dsp:nvSpPr>
      <dsp:spPr>
        <a:xfrm>
          <a:off x="2329635" y="3612309"/>
          <a:ext cx="1585450" cy="792725"/>
        </a:xfrm>
        <a:prstGeom prst="roundRect">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a:t>Evaluate</a:t>
          </a:r>
        </a:p>
      </dsp:txBody>
      <dsp:txXfrm>
        <a:off x="2368333" y="3651007"/>
        <a:ext cx="1508054" cy="715329"/>
      </dsp:txXfrm>
    </dsp:sp>
    <dsp:sp modelId="{27A9BA05-5968-4B7A-A6AF-DAD7FF2A47A0}">
      <dsp:nvSpPr>
        <dsp:cNvPr id="0" name=""/>
        <dsp:cNvSpPr/>
      </dsp:nvSpPr>
      <dsp:spPr>
        <a:xfrm>
          <a:off x="551217" y="3612309"/>
          <a:ext cx="1585450" cy="792725"/>
        </a:xfrm>
        <a:prstGeom prst="roundRect">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a:t>Treat</a:t>
          </a:r>
        </a:p>
      </dsp:txBody>
      <dsp:txXfrm>
        <a:off x="589915" y="3651007"/>
        <a:ext cx="1508054" cy="715329"/>
      </dsp:txXfrm>
    </dsp:sp>
    <dsp:sp modelId="{7ABF6D14-16FF-45A4-A22F-56F607B5B8F5}">
      <dsp:nvSpPr>
        <dsp:cNvPr id="0" name=""/>
        <dsp:cNvSpPr/>
      </dsp:nvSpPr>
      <dsp:spPr>
        <a:xfrm>
          <a:off x="1656" y="1920933"/>
          <a:ext cx="1585450" cy="792725"/>
        </a:xfrm>
        <a:prstGeom prst="roundRect">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a:t>Monitor</a:t>
          </a:r>
        </a:p>
      </dsp:txBody>
      <dsp:txXfrm>
        <a:off x="40354" y="1959631"/>
        <a:ext cx="1508054" cy="7153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51352" y="396210"/>
          <a:ext cx="2229528" cy="222952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Identify</a:t>
          </a:r>
        </a:p>
      </dsp:txBody>
      <dsp:txXfrm>
        <a:off x="1394251" y="729312"/>
        <a:ext cx="756447" cy="517569"/>
      </dsp:txXfrm>
    </dsp:sp>
    <dsp:sp modelId="{B908182B-DF5B-4F6C-8EEA-512201C7CDC9}">
      <dsp:nvSpPr>
        <dsp:cNvPr id="0" name=""/>
        <dsp:cNvSpPr/>
      </dsp:nvSpPr>
      <dsp:spPr>
        <a:xfrm>
          <a:off x="173319" y="503705"/>
          <a:ext cx="2229528" cy="222952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Analyze</a:t>
          </a:r>
        </a:p>
      </dsp:txBody>
      <dsp:txXfrm>
        <a:off x="1630475" y="1512301"/>
        <a:ext cx="663550" cy="560036"/>
      </dsp:txXfrm>
    </dsp:sp>
    <dsp:sp modelId="{C8CB46B1-E79C-457E-A28D-1EE2F9EBEE32}">
      <dsp:nvSpPr>
        <dsp:cNvPr id="0" name=""/>
        <dsp:cNvSpPr/>
      </dsp:nvSpPr>
      <dsp:spPr>
        <a:xfrm>
          <a:off x="173319" y="503705"/>
          <a:ext cx="2229528" cy="222952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Evaluate</a:t>
          </a:r>
        </a:p>
      </dsp:txBody>
      <dsp:txXfrm>
        <a:off x="889953" y="2175851"/>
        <a:ext cx="796260" cy="477756"/>
      </dsp:txXfrm>
    </dsp:sp>
    <dsp:sp modelId="{75645940-2EEE-4E50-8B17-F4838C4D2812}">
      <dsp:nvSpPr>
        <dsp:cNvPr id="0" name=""/>
        <dsp:cNvSpPr/>
      </dsp:nvSpPr>
      <dsp:spPr>
        <a:xfrm>
          <a:off x="173319" y="503705"/>
          <a:ext cx="2229528" cy="222952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Treat</a:t>
          </a:r>
        </a:p>
      </dsp:txBody>
      <dsp:txXfrm>
        <a:off x="279487" y="1512301"/>
        <a:ext cx="663550" cy="560036"/>
      </dsp:txXfrm>
    </dsp:sp>
    <dsp:sp modelId="{C0B1907C-499B-43A5-8352-581C1F6219E1}">
      <dsp:nvSpPr>
        <dsp:cNvPr id="0" name=""/>
        <dsp:cNvSpPr/>
      </dsp:nvSpPr>
      <dsp:spPr>
        <a:xfrm>
          <a:off x="173319" y="503705"/>
          <a:ext cx="2229528" cy="222952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Monitor</a:t>
          </a:r>
        </a:p>
      </dsp:txBody>
      <dsp:txXfrm>
        <a:off x="498458" y="843442"/>
        <a:ext cx="756447" cy="5175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51352" y="396210"/>
          <a:ext cx="2229528" cy="222952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Identify</a:t>
          </a:r>
        </a:p>
      </dsp:txBody>
      <dsp:txXfrm>
        <a:off x="1394251" y="729312"/>
        <a:ext cx="756447" cy="517569"/>
      </dsp:txXfrm>
    </dsp:sp>
    <dsp:sp modelId="{B908182B-DF5B-4F6C-8EEA-512201C7CDC9}">
      <dsp:nvSpPr>
        <dsp:cNvPr id="0" name=""/>
        <dsp:cNvSpPr/>
      </dsp:nvSpPr>
      <dsp:spPr>
        <a:xfrm>
          <a:off x="173319" y="503705"/>
          <a:ext cx="2229528" cy="222952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Analyze</a:t>
          </a:r>
        </a:p>
      </dsp:txBody>
      <dsp:txXfrm>
        <a:off x="1630475" y="1512301"/>
        <a:ext cx="663550" cy="560036"/>
      </dsp:txXfrm>
    </dsp:sp>
    <dsp:sp modelId="{C8CB46B1-E79C-457E-A28D-1EE2F9EBEE32}">
      <dsp:nvSpPr>
        <dsp:cNvPr id="0" name=""/>
        <dsp:cNvSpPr/>
      </dsp:nvSpPr>
      <dsp:spPr>
        <a:xfrm>
          <a:off x="173319" y="503705"/>
          <a:ext cx="2229528" cy="222952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Evaluate</a:t>
          </a:r>
        </a:p>
      </dsp:txBody>
      <dsp:txXfrm>
        <a:off x="889953" y="2175851"/>
        <a:ext cx="796260" cy="477756"/>
      </dsp:txXfrm>
    </dsp:sp>
    <dsp:sp modelId="{75645940-2EEE-4E50-8B17-F4838C4D2812}">
      <dsp:nvSpPr>
        <dsp:cNvPr id="0" name=""/>
        <dsp:cNvSpPr/>
      </dsp:nvSpPr>
      <dsp:spPr>
        <a:xfrm>
          <a:off x="173319" y="503705"/>
          <a:ext cx="2229528" cy="222952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Treat</a:t>
          </a:r>
        </a:p>
      </dsp:txBody>
      <dsp:txXfrm>
        <a:off x="279487" y="1512301"/>
        <a:ext cx="663550" cy="560036"/>
      </dsp:txXfrm>
    </dsp:sp>
    <dsp:sp modelId="{C0B1907C-499B-43A5-8352-581C1F6219E1}">
      <dsp:nvSpPr>
        <dsp:cNvPr id="0" name=""/>
        <dsp:cNvSpPr/>
      </dsp:nvSpPr>
      <dsp:spPr>
        <a:xfrm>
          <a:off x="173319" y="503705"/>
          <a:ext cx="2229528" cy="222952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Monitor</a:t>
          </a:r>
        </a:p>
      </dsp:txBody>
      <dsp:txXfrm>
        <a:off x="498458" y="843442"/>
        <a:ext cx="756447" cy="5175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18934" y="233025"/>
          <a:ext cx="1941978" cy="19419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Identify</a:t>
          </a:r>
        </a:p>
      </dsp:txBody>
      <dsp:txXfrm>
        <a:off x="1214430" y="523166"/>
        <a:ext cx="658885" cy="450816"/>
      </dsp:txXfrm>
    </dsp:sp>
    <dsp:sp modelId="{B908182B-DF5B-4F6C-8EEA-512201C7CDC9}">
      <dsp:nvSpPr>
        <dsp:cNvPr id="0" name=""/>
        <dsp:cNvSpPr/>
      </dsp:nvSpPr>
      <dsp:spPr>
        <a:xfrm>
          <a:off x="150965" y="326656"/>
          <a:ext cx="1941978" cy="19419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Analyze</a:t>
          </a:r>
        </a:p>
      </dsp:txBody>
      <dsp:txXfrm>
        <a:off x="1420187" y="1205170"/>
        <a:ext cx="577969" cy="487806"/>
      </dsp:txXfrm>
    </dsp:sp>
    <dsp:sp modelId="{C8CB46B1-E79C-457E-A28D-1EE2F9EBEE32}">
      <dsp:nvSpPr>
        <dsp:cNvPr id="0" name=""/>
        <dsp:cNvSpPr/>
      </dsp:nvSpPr>
      <dsp:spPr>
        <a:xfrm>
          <a:off x="150965" y="326656"/>
          <a:ext cx="1941978" cy="19419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Evaluate</a:t>
          </a:r>
        </a:p>
      </dsp:txBody>
      <dsp:txXfrm>
        <a:off x="775173" y="1783140"/>
        <a:ext cx="693563" cy="416138"/>
      </dsp:txXfrm>
    </dsp:sp>
    <dsp:sp modelId="{75645940-2EEE-4E50-8B17-F4838C4D2812}">
      <dsp:nvSpPr>
        <dsp:cNvPr id="0" name=""/>
        <dsp:cNvSpPr/>
      </dsp:nvSpPr>
      <dsp:spPr>
        <a:xfrm>
          <a:off x="150965" y="326656"/>
          <a:ext cx="1941978" cy="19419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Treat</a:t>
          </a:r>
        </a:p>
      </dsp:txBody>
      <dsp:txXfrm>
        <a:off x="243440" y="1205170"/>
        <a:ext cx="577969" cy="487806"/>
      </dsp:txXfrm>
    </dsp:sp>
    <dsp:sp modelId="{C0B1907C-499B-43A5-8352-581C1F6219E1}">
      <dsp:nvSpPr>
        <dsp:cNvPr id="0" name=""/>
        <dsp:cNvSpPr/>
      </dsp:nvSpPr>
      <dsp:spPr>
        <a:xfrm>
          <a:off x="150965" y="326656"/>
          <a:ext cx="1941978" cy="19419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Monitor</a:t>
          </a:r>
        </a:p>
      </dsp:txBody>
      <dsp:txXfrm>
        <a:off x="434170" y="622577"/>
        <a:ext cx="658885" cy="4508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31746" y="478742"/>
          <a:ext cx="2055620" cy="2055620"/>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Identify</a:t>
          </a:r>
        </a:p>
      </dsp:txBody>
      <dsp:txXfrm>
        <a:off x="1285496" y="785862"/>
        <a:ext cx="697442" cy="477197"/>
      </dsp:txXfrm>
    </dsp:sp>
    <dsp:sp modelId="{B908182B-DF5B-4F6C-8EEA-512201C7CDC9}">
      <dsp:nvSpPr>
        <dsp:cNvPr id="0" name=""/>
        <dsp:cNvSpPr/>
      </dsp:nvSpPr>
      <dsp:spPr>
        <a:xfrm>
          <a:off x="159800" y="577852"/>
          <a:ext cx="2055620" cy="2055620"/>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Analyze</a:t>
          </a:r>
        </a:p>
      </dsp:txBody>
      <dsp:txXfrm>
        <a:off x="1503294" y="1507776"/>
        <a:ext cx="611791" cy="516352"/>
      </dsp:txXfrm>
    </dsp:sp>
    <dsp:sp modelId="{C8CB46B1-E79C-457E-A28D-1EE2F9EBEE32}">
      <dsp:nvSpPr>
        <dsp:cNvPr id="0" name=""/>
        <dsp:cNvSpPr/>
      </dsp:nvSpPr>
      <dsp:spPr>
        <a:xfrm>
          <a:off x="159800" y="577852"/>
          <a:ext cx="2055620" cy="2055620"/>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Evaluate</a:t>
          </a:r>
        </a:p>
      </dsp:txBody>
      <dsp:txXfrm>
        <a:off x="820535" y="2119568"/>
        <a:ext cx="734150" cy="440490"/>
      </dsp:txXfrm>
    </dsp:sp>
    <dsp:sp modelId="{75645940-2EEE-4E50-8B17-F4838C4D2812}">
      <dsp:nvSpPr>
        <dsp:cNvPr id="0" name=""/>
        <dsp:cNvSpPr/>
      </dsp:nvSpPr>
      <dsp:spPr>
        <a:xfrm>
          <a:off x="159800" y="577852"/>
          <a:ext cx="2055620" cy="2055620"/>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Treat</a:t>
          </a:r>
        </a:p>
      </dsp:txBody>
      <dsp:txXfrm>
        <a:off x="257686" y="1507776"/>
        <a:ext cx="611791" cy="516352"/>
      </dsp:txXfrm>
    </dsp:sp>
    <dsp:sp modelId="{C0B1907C-499B-43A5-8352-581C1F6219E1}">
      <dsp:nvSpPr>
        <dsp:cNvPr id="0" name=""/>
        <dsp:cNvSpPr/>
      </dsp:nvSpPr>
      <dsp:spPr>
        <a:xfrm>
          <a:off x="159800" y="577852"/>
          <a:ext cx="2055620" cy="2055620"/>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Monitor</a:t>
          </a:r>
        </a:p>
      </dsp:txBody>
      <dsp:txXfrm>
        <a:off x="459577" y="891090"/>
        <a:ext cx="697442" cy="4771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92534" y="519825"/>
          <a:ext cx="1707803" cy="1707803"/>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Identify</a:t>
          </a:r>
        </a:p>
      </dsp:txBody>
      <dsp:txXfrm>
        <a:off x="1067986" y="774979"/>
        <a:ext cx="579433" cy="396454"/>
      </dsp:txXfrm>
    </dsp:sp>
    <dsp:sp modelId="{B908182B-DF5B-4F6C-8EEA-512201C7CDC9}">
      <dsp:nvSpPr>
        <dsp:cNvPr id="0" name=""/>
        <dsp:cNvSpPr/>
      </dsp:nvSpPr>
      <dsp:spPr>
        <a:xfrm>
          <a:off x="132761" y="602166"/>
          <a:ext cx="1707803" cy="1707803"/>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Analyze</a:t>
          </a:r>
        </a:p>
      </dsp:txBody>
      <dsp:txXfrm>
        <a:off x="1248932" y="1374743"/>
        <a:ext cx="508274" cy="428983"/>
      </dsp:txXfrm>
    </dsp:sp>
    <dsp:sp modelId="{C8CB46B1-E79C-457E-A28D-1EE2F9EBEE32}">
      <dsp:nvSpPr>
        <dsp:cNvPr id="0" name=""/>
        <dsp:cNvSpPr/>
      </dsp:nvSpPr>
      <dsp:spPr>
        <a:xfrm>
          <a:off x="132761" y="602166"/>
          <a:ext cx="1707803" cy="1707803"/>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Evaluate</a:t>
          </a:r>
        </a:p>
      </dsp:txBody>
      <dsp:txXfrm>
        <a:off x="681698" y="1883018"/>
        <a:ext cx="609929" cy="365957"/>
      </dsp:txXfrm>
    </dsp:sp>
    <dsp:sp modelId="{75645940-2EEE-4E50-8B17-F4838C4D2812}">
      <dsp:nvSpPr>
        <dsp:cNvPr id="0" name=""/>
        <dsp:cNvSpPr/>
      </dsp:nvSpPr>
      <dsp:spPr>
        <a:xfrm>
          <a:off x="132761" y="602166"/>
          <a:ext cx="1707803" cy="1707803"/>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Treat</a:t>
          </a:r>
        </a:p>
      </dsp:txBody>
      <dsp:txXfrm>
        <a:off x="214085" y="1374743"/>
        <a:ext cx="508274" cy="428983"/>
      </dsp:txXfrm>
    </dsp:sp>
    <dsp:sp modelId="{C0B1907C-499B-43A5-8352-581C1F6219E1}">
      <dsp:nvSpPr>
        <dsp:cNvPr id="0" name=""/>
        <dsp:cNvSpPr/>
      </dsp:nvSpPr>
      <dsp:spPr>
        <a:xfrm>
          <a:off x="132761" y="602166"/>
          <a:ext cx="1707803" cy="1707803"/>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Monitor</a:t>
          </a:r>
        </a:p>
      </dsp:txBody>
      <dsp:txXfrm>
        <a:off x="381815" y="862402"/>
        <a:ext cx="579433" cy="3964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Identify</a:t>
          </a:r>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Analyze</a:t>
          </a:r>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Evaluate</a:t>
          </a:r>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Treat</a:t>
          </a:r>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Monitor</a:t>
          </a:r>
        </a:p>
      </dsp:txBody>
      <dsp:txXfrm>
        <a:off x="553350" y="464781"/>
        <a:ext cx="580340" cy="3970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Identify</a:t>
          </a:r>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Analyze</a:t>
          </a:r>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Evaluate</a:t>
          </a:r>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Treat</a:t>
          </a:r>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Monitor</a:t>
          </a:r>
        </a:p>
      </dsp:txBody>
      <dsp:txXfrm>
        <a:off x="553350" y="464781"/>
        <a:ext cx="580340" cy="39707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Identify</a:t>
          </a:r>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Analyze</a:t>
          </a:r>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Evaluate</a:t>
          </a:r>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Treat</a:t>
          </a:r>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Monitor</a:t>
          </a:r>
        </a:p>
      </dsp:txBody>
      <dsp:txXfrm>
        <a:off x="553350" y="464781"/>
        <a:ext cx="580340" cy="3970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45178" y="189255"/>
          <a:ext cx="1739462" cy="1739462"/>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Identify</a:t>
          </a:r>
        </a:p>
      </dsp:txBody>
      <dsp:txXfrm>
        <a:off x="1136860" y="449139"/>
        <a:ext cx="590174" cy="403803"/>
      </dsp:txXfrm>
    </dsp:sp>
    <dsp:sp modelId="{B908182B-DF5B-4F6C-8EEA-512201C7CDC9}">
      <dsp:nvSpPr>
        <dsp:cNvPr id="0" name=""/>
        <dsp:cNvSpPr/>
      </dsp:nvSpPr>
      <dsp:spPr>
        <a:xfrm>
          <a:off x="348085" y="229444"/>
          <a:ext cx="1739462" cy="1739462"/>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Analyze</a:t>
          </a:r>
        </a:p>
      </dsp:txBody>
      <dsp:txXfrm>
        <a:off x="1484948" y="1016344"/>
        <a:ext cx="517697" cy="436936"/>
      </dsp:txXfrm>
    </dsp:sp>
    <dsp:sp modelId="{C8CB46B1-E79C-457E-A28D-1EE2F9EBEE32}">
      <dsp:nvSpPr>
        <dsp:cNvPr id="0" name=""/>
        <dsp:cNvSpPr/>
      </dsp:nvSpPr>
      <dsp:spPr>
        <a:xfrm>
          <a:off x="271653" y="207596"/>
          <a:ext cx="1739462" cy="1739462"/>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Evaluate</a:t>
          </a:r>
        </a:p>
      </dsp:txBody>
      <dsp:txXfrm>
        <a:off x="830766" y="1512193"/>
        <a:ext cx="621236" cy="372742"/>
      </dsp:txXfrm>
    </dsp:sp>
    <dsp:sp modelId="{75645940-2EEE-4E50-8B17-F4838C4D2812}">
      <dsp:nvSpPr>
        <dsp:cNvPr id="0" name=""/>
        <dsp:cNvSpPr/>
      </dsp:nvSpPr>
      <dsp:spPr>
        <a:xfrm>
          <a:off x="271653" y="207596"/>
          <a:ext cx="1739462" cy="1739462"/>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Treat</a:t>
          </a:r>
        </a:p>
      </dsp:txBody>
      <dsp:txXfrm>
        <a:off x="354484" y="994496"/>
        <a:ext cx="517697" cy="436936"/>
      </dsp:txXfrm>
    </dsp:sp>
    <dsp:sp modelId="{C0B1907C-499B-43A5-8352-581C1F6219E1}">
      <dsp:nvSpPr>
        <dsp:cNvPr id="0" name=""/>
        <dsp:cNvSpPr/>
      </dsp:nvSpPr>
      <dsp:spPr>
        <a:xfrm>
          <a:off x="271653" y="207596"/>
          <a:ext cx="1739462" cy="1739462"/>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Monitor</a:t>
          </a:r>
        </a:p>
      </dsp:txBody>
      <dsp:txXfrm>
        <a:off x="525324" y="472657"/>
        <a:ext cx="590174" cy="4038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Identify</a:t>
          </a:r>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Analyze</a:t>
          </a:r>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Evaluate</a:t>
          </a:r>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Treat</a:t>
          </a:r>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Monitor</a:t>
          </a:r>
        </a:p>
      </dsp:txBody>
      <dsp:txXfrm>
        <a:off x="553350" y="464781"/>
        <a:ext cx="580340" cy="3970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10392" y="524629"/>
          <a:ext cx="1765772" cy="1765772"/>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Identify</a:t>
          </a:r>
        </a:p>
      </dsp:txBody>
      <dsp:txXfrm>
        <a:off x="1015561" y="788444"/>
        <a:ext cx="599101" cy="409911"/>
      </dsp:txXfrm>
    </dsp:sp>
    <dsp:sp modelId="{B908182B-DF5B-4F6C-8EEA-512201C7CDC9}">
      <dsp:nvSpPr>
        <dsp:cNvPr id="0" name=""/>
        <dsp:cNvSpPr/>
      </dsp:nvSpPr>
      <dsp:spPr>
        <a:xfrm>
          <a:off x="214855" y="565426"/>
          <a:ext cx="1765772" cy="1765772"/>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Analyze</a:t>
          </a:r>
        </a:p>
      </dsp:txBody>
      <dsp:txXfrm>
        <a:off x="1368914" y="1364228"/>
        <a:ext cx="525527" cy="443545"/>
      </dsp:txXfrm>
    </dsp:sp>
    <dsp:sp modelId="{C8CB46B1-E79C-457E-A28D-1EE2F9EBEE32}">
      <dsp:nvSpPr>
        <dsp:cNvPr id="0" name=""/>
        <dsp:cNvSpPr/>
      </dsp:nvSpPr>
      <dsp:spPr>
        <a:xfrm>
          <a:off x="137267" y="543248"/>
          <a:ext cx="1765772" cy="1765772"/>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Evaluate</a:t>
          </a:r>
        </a:p>
      </dsp:txBody>
      <dsp:txXfrm>
        <a:off x="704837" y="1867577"/>
        <a:ext cx="630633" cy="378379"/>
      </dsp:txXfrm>
    </dsp:sp>
    <dsp:sp modelId="{75645940-2EEE-4E50-8B17-F4838C4D2812}">
      <dsp:nvSpPr>
        <dsp:cNvPr id="0" name=""/>
        <dsp:cNvSpPr/>
      </dsp:nvSpPr>
      <dsp:spPr>
        <a:xfrm>
          <a:off x="137267" y="543248"/>
          <a:ext cx="1765772" cy="1765772"/>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Treat</a:t>
          </a:r>
        </a:p>
      </dsp:txBody>
      <dsp:txXfrm>
        <a:off x="221352" y="1342050"/>
        <a:ext cx="525527" cy="443545"/>
      </dsp:txXfrm>
    </dsp:sp>
    <dsp:sp modelId="{C0B1907C-499B-43A5-8352-581C1F6219E1}">
      <dsp:nvSpPr>
        <dsp:cNvPr id="0" name=""/>
        <dsp:cNvSpPr/>
      </dsp:nvSpPr>
      <dsp:spPr>
        <a:xfrm>
          <a:off x="137267" y="543248"/>
          <a:ext cx="1765772" cy="1765772"/>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Monitor</a:t>
          </a:r>
        </a:p>
      </dsp:txBody>
      <dsp:txXfrm>
        <a:off x="394776" y="812318"/>
        <a:ext cx="599101" cy="40991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20359" y="253902"/>
          <a:ext cx="1925188" cy="192518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Identify</a:t>
          </a:r>
        </a:p>
      </dsp:txBody>
      <dsp:txXfrm>
        <a:off x="1107247" y="541535"/>
        <a:ext cx="653188" cy="446918"/>
      </dsp:txXfrm>
    </dsp:sp>
    <dsp:sp modelId="{B908182B-DF5B-4F6C-8EEA-512201C7CDC9}">
      <dsp:nvSpPr>
        <dsp:cNvPr id="0" name=""/>
        <dsp:cNvSpPr/>
      </dsp:nvSpPr>
      <dsp:spPr>
        <a:xfrm>
          <a:off x="234253" y="298382"/>
          <a:ext cx="1925188" cy="192518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Analyze</a:t>
          </a:r>
        </a:p>
      </dsp:txBody>
      <dsp:txXfrm>
        <a:off x="1492501" y="1169301"/>
        <a:ext cx="572972" cy="483589"/>
      </dsp:txXfrm>
    </dsp:sp>
    <dsp:sp modelId="{C8CB46B1-E79C-457E-A28D-1EE2F9EBEE32}">
      <dsp:nvSpPr>
        <dsp:cNvPr id="0" name=""/>
        <dsp:cNvSpPr/>
      </dsp:nvSpPr>
      <dsp:spPr>
        <a:xfrm>
          <a:off x="149660" y="274202"/>
          <a:ext cx="1925188" cy="192518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Evaluate</a:t>
          </a:r>
        </a:p>
      </dsp:txBody>
      <dsp:txXfrm>
        <a:off x="768471" y="1718093"/>
        <a:ext cx="687567" cy="412540"/>
      </dsp:txXfrm>
    </dsp:sp>
    <dsp:sp modelId="{75645940-2EEE-4E50-8B17-F4838C4D2812}">
      <dsp:nvSpPr>
        <dsp:cNvPr id="0" name=""/>
        <dsp:cNvSpPr/>
      </dsp:nvSpPr>
      <dsp:spPr>
        <a:xfrm>
          <a:off x="149660" y="274202"/>
          <a:ext cx="1925188" cy="192518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Treat</a:t>
          </a:r>
        </a:p>
      </dsp:txBody>
      <dsp:txXfrm>
        <a:off x="241336" y="1145121"/>
        <a:ext cx="572972" cy="483589"/>
      </dsp:txXfrm>
    </dsp:sp>
    <dsp:sp modelId="{C0B1907C-499B-43A5-8352-581C1F6219E1}">
      <dsp:nvSpPr>
        <dsp:cNvPr id="0" name=""/>
        <dsp:cNvSpPr/>
      </dsp:nvSpPr>
      <dsp:spPr>
        <a:xfrm>
          <a:off x="149660" y="274202"/>
          <a:ext cx="1925188" cy="192518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a:t>Monitor</a:t>
          </a:r>
        </a:p>
      </dsp:txBody>
      <dsp:txXfrm>
        <a:off x="430417" y="567564"/>
        <a:ext cx="653188" cy="4469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27607" y="335528"/>
          <a:ext cx="2041127" cy="2041127"/>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Identify</a:t>
          </a:r>
        </a:p>
      </dsp:txBody>
      <dsp:txXfrm>
        <a:off x="1173928" y="640482"/>
        <a:ext cx="692525" cy="473833"/>
      </dsp:txXfrm>
    </dsp:sp>
    <dsp:sp modelId="{B908182B-DF5B-4F6C-8EEA-512201C7CDC9}">
      <dsp:nvSpPr>
        <dsp:cNvPr id="0" name=""/>
        <dsp:cNvSpPr/>
      </dsp:nvSpPr>
      <dsp:spPr>
        <a:xfrm>
          <a:off x="248360" y="382686"/>
          <a:ext cx="2041127" cy="2041127"/>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Analyze</a:t>
          </a:r>
        </a:p>
      </dsp:txBody>
      <dsp:txXfrm>
        <a:off x="1582383" y="1306054"/>
        <a:ext cx="607478" cy="512711"/>
      </dsp:txXfrm>
    </dsp:sp>
    <dsp:sp modelId="{C8CB46B1-E79C-457E-A28D-1EE2F9EBEE32}">
      <dsp:nvSpPr>
        <dsp:cNvPr id="0" name=""/>
        <dsp:cNvSpPr/>
      </dsp:nvSpPr>
      <dsp:spPr>
        <a:xfrm>
          <a:off x="158673" y="357050"/>
          <a:ext cx="2041127" cy="2041127"/>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Evaluate</a:t>
          </a:r>
        </a:p>
      </dsp:txBody>
      <dsp:txXfrm>
        <a:off x="814750" y="1887896"/>
        <a:ext cx="728974" cy="437384"/>
      </dsp:txXfrm>
    </dsp:sp>
    <dsp:sp modelId="{75645940-2EEE-4E50-8B17-F4838C4D2812}">
      <dsp:nvSpPr>
        <dsp:cNvPr id="0" name=""/>
        <dsp:cNvSpPr/>
      </dsp:nvSpPr>
      <dsp:spPr>
        <a:xfrm>
          <a:off x="158673" y="357050"/>
          <a:ext cx="2041127" cy="2041127"/>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Treat</a:t>
          </a:r>
        </a:p>
      </dsp:txBody>
      <dsp:txXfrm>
        <a:off x="255869" y="1280417"/>
        <a:ext cx="607478" cy="512711"/>
      </dsp:txXfrm>
    </dsp:sp>
    <dsp:sp modelId="{C0B1907C-499B-43A5-8352-581C1F6219E1}">
      <dsp:nvSpPr>
        <dsp:cNvPr id="0" name=""/>
        <dsp:cNvSpPr/>
      </dsp:nvSpPr>
      <dsp:spPr>
        <a:xfrm>
          <a:off x="158673" y="357050"/>
          <a:ext cx="2041127" cy="2041127"/>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Monitor</a:t>
          </a:r>
        </a:p>
      </dsp:txBody>
      <dsp:txXfrm>
        <a:off x="456337" y="668079"/>
        <a:ext cx="692525" cy="47383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22718"/>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Identify</a:t>
          </a:r>
        </a:p>
      </dsp:txBody>
      <dsp:txXfrm>
        <a:off x="1580600" y="733315"/>
        <a:ext cx="932430" cy="637978"/>
      </dsp:txXfrm>
    </dsp:sp>
    <dsp:sp modelId="{B908182B-DF5B-4F6C-8EEA-512201C7CDC9}">
      <dsp:nvSpPr>
        <dsp:cNvPr id="0" name=""/>
        <dsp:cNvSpPr/>
      </dsp:nvSpPr>
      <dsp:spPr>
        <a:xfrm>
          <a:off x="334397" y="386214"/>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Analyze</a:t>
          </a:r>
        </a:p>
      </dsp:txBody>
      <dsp:txXfrm>
        <a:off x="2130552" y="1629454"/>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Evaluate</a:t>
          </a:r>
        </a:p>
      </dsp:txBody>
      <dsp:txXfrm>
        <a:off x="1096995" y="2412858"/>
        <a:ext cx="981505" cy="588903"/>
      </dsp:txXfrm>
    </dsp:sp>
    <dsp:sp modelId="{75645940-2EEE-4E50-8B17-F4838C4D2812}">
      <dsp:nvSpPr>
        <dsp:cNvPr id="0" name=""/>
        <dsp:cNvSpPr/>
      </dsp:nvSpPr>
      <dsp:spPr>
        <a:xfrm>
          <a:off x="213641" y="351696"/>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Treat</a:t>
          </a:r>
        </a:p>
      </dsp:txBody>
      <dsp:txXfrm>
        <a:off x="344508" y="1594937"/>
        <a:ext cx="817921" cy="690325"/>
      </dsp:txXfrm>
    </dsp:sp>
    <dsp:sp modelId="{C0B1907C-499B-43A5-8352-581C1F6219E1}">
      <dsp:nvSpPr>
        <dsp:cNvPr id="0" name=""/>
        <dsp:cNvSpPr/>
      </dsp:nvSpPr>
      <dsp:spPr>
        <a:xfrm>
          <a:off x="213641"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Monitor</a:t>
          </a:r>
        </a:p>
      </dsp:txBody>
      <dsp:txXfrm>
        <a:off x="614422" y="770472"/>
        <a:ext cx="932430" cy="63797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22718"/>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Identify</a:t>
          </a:r>
        </a:p>
      </dsp:txBody>
      <dsp:txXfrm>
        <a:off x="1580600" y="733315"/>
        <a:ext cx="932430" cy="637978"/>
      </dsp:txXfrm>
    </dsp:sp>
    <dsp:sp modelId="{B908182B-DF5B-4F6C-8EEA-512201C7CDC9}">
      <dsp:nvSpPr>
        <dsp:cNvPr id="0" name=""/>
        <dsp:cNvSpPr/>
      </dsp:nvSpPr>
      <dsp:spPr>
        <a:xfrm>
          <a:off x="334397" y="386214"/>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Analyze</a:t>
          </a:r>
        </a:p>
      </dsp:txBody>
      <dsp:txXfrm>
        <a:off x="2130552" y="1629454"/>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Evaluate</a:t>
          </a:r>
        </a:p>
      </dsp:txBody>
      <dsp:txXfrm>
        <a:off x="1096995" y="2412858"/>
        <a:ext cx="981505" cy="588903"/>
      </dsp:txXfrm>
    </dsp:sp>
    <dsp:sp modelId="{75645940-2EEE-4E50-8B17-F4838C4D2812}">
      <dsp:nvSpPr>
        <dsp:cNvPr id="0" name=""/>
        <dsp:cNvSpPr/>
      </dsp:nvSpPr>
      <dsp:spPr>
        <a:xfrm>
          <a:off x="213641" y="351696"/>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Treat</a:t>
          </a:r>
        </a:p>
      </dsp:txBody>
      <dsp:txXfrm>
        <a:off x="344508" y="1594937"/>
        <a:ext cx="817921" cy="690325"/>
      </dsp:txXfrm>
    </dsp:sp>
    <dsp:sp modelId="{C0B1907C-499B-43A5-8352-581C1F6219E1}">
      <dsp:nvSpPr>
        <dsp:cNvPr id="0" name=""/>
        <dsp:cNvSpPr/>
      </dsp:nvSpPr>
      <dsp:spPr>
        <a:xfrm>
          <a:off x="213641"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Monitor</a:t>
          </a:r>
        </a:p>
      </dsp:txBody>
      <dsp:txXfrm>
        <a:off x="614422" y="770472"/>
        <a:ext cx="932430" cy="6379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39977"/>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Identify</a:t>
          </a:r>
        </a:p>
      </dsp:txBody>
      <dsp:txXfrm>
        <a:off x="1580600" y="750574"/>
        <a:ext cx="932430" cy="637978"/>
      </dsp:txXfrm>
    </dsp:sp>
    <dsp:sp modelId="{B908182B-DF5B-4F6C-8EEA-512201C7CDC9}">
      <dsp:nvSpPr>
        <dsp:cNvPr id="0" name=""/>
        <dsp:cNvSpPr/>
      </dsp:nvSpPr>
      <dsp:spPr>
        <a:xfrm>
          <a:off x="161809" y="351696"/>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Analyze</a:t>
          </a:r>
        </a:p>
      </dsp:txBody>
      <dsp:txXfrm>
        <a:off x="1957964" y="1594937"/>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Evaluate</a:t>
          </a:r>
        </a:p>
      </dsp:txBody>
      <dsp:txXfrm>
        <a:off x="1096995" y="2412858"/>
        <a:ext cx="981505" cy="588903"/>
      </dsp:txXfrm>
    </dsp:sp>
    <dsp:sp modelId="{75645940-2EEE-4E50-8B17-F4838C4D2812}">
      <dsp:nvSpPr>
        <dsp:cNvPr id="0" name=""/>
        <dsp:cNvSpPr/>
      </dsp:nvSpPr>
      <dsp:spPr>
        <a:xfrm>
          <a:off x="92829" y="420732"/>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Treat</a:t>
          </a:r>
        </a:p>
      </dsp:txBody>
      <dsp:txXfrm>
        <a:off x="223696" y="1663972"/>
        <a:ext cx="817921" cy="690325"/>
      </dsp:txXfrm>
    </dsp:sp>
    <dsp:sp modelId="{C0B1907C-499B-43A5-8352-581C1F6219E1}">
      <dsp:nvSpPr>
        <dsp:cNvPr id="0" name=""/>
        <dsp:cNvSpPr/>
      </dsp:nvSpPr>
      <dsp:spPr>
        <a:xfrm>
          <a:off x="179123"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Monitor</a:t>
          </a:r>
        </a:p>
      </dsp:txBody>
      <dsp:txXfrm>
        <a:off x="579904" y="770472"/>
        <a:ext cx="932430" cy="63797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39977"/>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Identify</a:t>
          </a:r>
        </a:p>
      </dsp:txBody>
      <dsp:txXfrm>
        <a:off x="1580600" y="750574"/>
        <a:ext cx="932430" cy="637978"/>
      </dsp:txXfrm>
    </dsp:sp>
    <dsp:sp modelId="{B908182B-DF5B-4F6C-8EEA-512201C7CDC9}">
      <dsp:nvSpPr>
        <dsp:cNvPr id="0" name=""/>
        <dsp:cNvSpPr/>
      </dsp:nvSpPr>
      <dsp:spPr>
        <a:xfrm>
          <a:off x="161809" y="351696"/>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Analyze</a:t>
          </a:r>
        </a:p>
      </dsp:txBody>
      <dsp:txXfrm>
        <a:off x="1957964" y="1594937"/>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Evaluate</a:t>
          </a:r>
        </a:p>
      </dsp:txBody>
      <dsp:txXfrm>
        <a:off x="1096995" y="2412858"/>
        <a:ext cx="981505" cy="588903"/>
      </dsp:txXfrm>
    </dsp:sp>
    <dsp:sp modelId="{75645940-2EEE-4E50-8B17-F4838C4D2812}">
      <dsp:nvSpPr>
        <dsp:cNvPr id="0" name=""/>
        <dsp:cNvSpPr/>
      </dsp:nvSpPr>
      <dsp:spPr>
        <a:xfrm>
          <a:off x="92829" y="420732"/>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Treat</a:t>
          </a:r>
        </a:p>
      </dsp:txBody>
      <dsp:txXfrm>
        <a:off x="223696" y="1663972"/>
        <a:ext cx="817921" cy="690325"/>
      </dsp:txXfrm>
    </dsp:sp>
    <dsp:sp modelId="{C0B1907C-499B-43A5-8352-581C1F6219E1}">
      <dsp:nvSpPr>
        <dsp:cNvPr id="0" name=""/>
        <dsp:cNvSpPr/>
      </dsp:nvSpPr>
      <dsp:spPr>
        <a:xfrm>
          <a:off x="179123"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Monitor</a:t>
          </a:r>
        </a:p>
      </dsp:txBody>
      <dsp:txXfrm>
        <a:off x="579904" y="770472"/>
        <a:ext cx="932430" cy="63797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39977"/>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Identify</a:t>
          </a:r>
        </a:p>
      </dsp:txBody>
      <dsp:txXfrm>
        <a:off x="1580600" y="750574"/>
        <a:ext cx="932430" cy="637978"/>
      </dsp:txXfrm>
    </dsp:sp>
    <dsp:sp modelId="{B908182B-DF5B-4F6C-8EEA-512201C7CDC9}">
      <dsp:nvSpPr>
        <dsp:cNvPr id="0" name=""/>
        <dsp:cNvSpPr/>
      </dsp:nvSpPr>
      <dsp:spPr>
        <a:xfrm>
          <a:off x="161809" y="351696"/>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Analyze</a:t>
          </a:r>
        </a:p>
      </dsp:txBody>
      <dsp:txXfrm>
        <a:off x="1957964" y="1594937"/>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Evaluate</a:t>
          </a:r>
        </a:p>
      </dsp:txBody>
      <dsp:txXfrm>
        <a:off x="1096995" y="2412858"/>
        <a:ext cx="981505" cy="588903"/>
      </dsp:txXfrm>
    </dsp:sp>
    <dsp:sp modelId="{75645940-2EEE-4E50-8B17-F4838C4D2812}">
      <dsp:nvSpPr>
        <dsp:cNvPr id="0" name=""/>
        <dsp:cNvSpPr/>
      </dsp:nvSpPr>
      <dsp:spPr>
        <a:xfrm>
          <a:off x="213641" y="351696"/>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Treat</a:t>
          </a:r>
        </a:p>
      </dsp:txBody>
      <dsp:txXfrm>
        <a:off x="344508" y="1594937"/>
        <a:ext cx="817921" cy="690325"/>
      </dsp:txXfrm>
    </dsp:sp>
    <dsp:sp modelId="{C0B1907C-499B-43A5-8352-581C1F6219E1}">
      <dsp:nvSpPr>
        <dsp:cNvPr id="0" name=""/>
        <dsp:cNvSpPr/>
      </dsp:nvSpPr>
      <dsp:spPr>
        <a:xfrm>
          <a:off x="75570" y="230885"/>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a:t>Monitor</a:t>
          </a:r>
        </a:p>
      </dsp:txBody>
      <dsp:txXfrm>
        <a:off x="476352" y="649661"/>
        <a:ext cx="932430" cy="637978"/>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7.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9.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0.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7.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9.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7550-ED4A-5348-AB79-4F30BDEB5BDE}" type="datetimeFigureOut">
              <a:rPr lang="x-none" smtClean="0"/>
              <a:t>12/26/2022</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C6A2C-6D46-474D-BCC5-C205DA9DA6A3}" type="slidenum">
              <a:rPr lang="x-none" smtClean="0"/>
              <a:t>‹#›</a:t>
            </a:fld>
            <a:endParaRPr lang="x-none"/>
          </a:p>
        </p:txBody>
      </p:sp>
    </p:spTree>
    <p:extLst>
      <p:ext uri="{BB962C8B-B14F-4D97-AF65-F5344CB8AC3E}">
        <p14:creationId xmlns:p14="http://schemas.microsoft.com/office/powerpoint/2010/main" val="260684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dirty="0"/>
          </a:p>
        </p:txBody>
      </p:sp>
      <p:sp>
        <p:nvSpPr>
          <p:cNvPr id="4" name="Slide Number Placeholder 3"/>
          <p:cNvSpPr>
            <a:spLocks noGrp="1"/>
          </p:cNvSpPr>
          <p:nvPr>
            <p:ph type="sldNum" sz="quarter" idx="5"/>
          </p:nvPr>
        </p:nvSpPr>
        <p:spPr/>
        <p:txBody>
          <a:bodyPr/>
          <a:lstStyle/>
          <a:p>
            <a:fld id="{54CC6A2C-6D46-474D-BCC5-C205DA9DA6A3}" type="slidenum">
              <a:rPr lang="x-none" smtClean="0"/>
              <a:t>2</a:t>
            </a:fld>
            <a:endParaRPr lang="x-none"/>
          </a:p>
        </p:txBody>
      </p:sp>
    </p:spTree>
    <p:extLst>
      <p:ext uri="{BB962C8B-B14F-4D97-AF65-F5344CB8AC3E}">
        <p14:creationId xmlns:p14="http://schemas.microsoft.com/office/powerpoint/2010/main" val="3344681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Information gathering</a:t>
            </a:r>
            <a:r>
              <a:rPr lang="en-US" sz="1200" b="0" i="0" kern="1200" dirty="0">
                <a:solidFill>
                  <a:schemeClr val="tx1"/>
                </a:solidFill>
                <a:effectLst/>
                <a:latin typeface="+mn-lt"/>
                <a:ea typeface="+mn-ea"/>
                <a:cs typeface="+mn-cs"/>
              </a:rPr>
              <a:t> is the most common method of </a:t>
            </a:r>
            <a:r>
              <a:rPr lang="en-US" sz="1200" b="1" i="0" kern="1200" dirty="0">
                <a:solidFill>
                  <a:schemeClr val="tx1"/>
                </a:solidFill>
                <a:effectLst/>
                <a:latin typeface="+mn-lt"/>
                <a:ea typeface="+mn-ea"/>
                <a:cs typeface="+mn-cs"/>
              </a:rPr>
              <a:t>identifying risk</a:t>
            </a:r>
            <a:r>
              <a:rPr lang="en-US" sz="1200" b="0" i="0" kern="1200" dirty="0">
                <a:solidFill>
                  <a:schemeClr val="tx1"/>
                </a:solidFill>
                <a:effectLst/>
                <a:latin typeface="+mn-lt"/>
                <a:ea typeface="+mn-ea"/>
                <a:cs typeface="+mn-cs"/>
              </a:rPr>
              <a:t> sources. It involves brainstorming sessions to obtain a comprehensive list of possible </a:t>
            </a:r>
            <a:r>
              <a:rPr lang="en-US" sz="1200" b="1" i="0" kern="1200" dirty="0">
                <a:solidFill>
                  <a:schemeClr val="tx1"/>
                </a:solidFill>
                <a:effectLst/>
                <a:latin typeface="+mn-lt"/>
                <a:ea typeface="+mn-ea"/>
                <a:cs typeface="+mn-cs"/>
              </a:rPr>
              <a:t>risks</a:t>
            </a:r>
            <a:r>
              <a:rPr lang="en-US" sz="1200" b="0" i="0" kern="1200" dirty="0">
                <a:solidFill>
                  <a:schemeClr val="tx1"/>
                </a:solidFill>
                <a:effectLst/>
                <a:latin typeface="+mn-lt"/>
                <a:ea typeface="+mn-ea"/>
                <a:cs typeface="+mn-cs"/>
              </a:rPr>
              <a:t>. It relies on the knowledge of experienced project participants, stakeholders and experts to </a:t>
            </a:r>
            <a:r>
              <a:rPr lang="en-US" sz="1200" b="1" i="0" kern="1200" dirty="0">
                <a:solidFill>
                  <a:schemeClr val="tx1"/>
                </a:solidFill>
                <a:effectLst/>
                <a:latin typeface="+mn-lt"/>
                <a:ea typeface="+mn-ea"/>
                <a:cs typeface="+mn-cs"/>
              </a:rPr>
              <a:t>identify the risk</a:t>
            </a:r>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Checklist analysis</a:t>
            </a:r>
            <a:r>
              <a:rPr lang="en-US" sz="1200" b="0" i="0" kern="1200" dirty="0">
                <a:solidFill>
                  <a:schemeClr val="tx1"/>
                </a:solidFill>
                <a:effectLst/>
                <a:latin typeface="+mn-lt"/>
                <a:ea typeface="+mn-ea"/>
                <a:cs typeface="+mn-cs"/>
              </a:rPr>
              <a:t> (CLA) is a technique that can be used to </a:t>
            </a:r>
            <a:r>
              <a:rPr lang="en-US" sz="1200" b="1" i="0" kern="1200" dirty="0">
                <a:solidFill>
                  <a:schemeClr val="tx1"/>
                </a:solidFill>
                <a:effectLst/>
                <a:latin typeface="+mn-lt"/>
                <a:ea typeface="+mn-ea"/>
                <a:cs typeface="+mn-cs"/>
              </a:rPr>
              <a:t>identify</a:t>
            </a:r>
            <a:r>
              <a:rPr lang="en-US" sz="1200" b="0" i="0" kern="1200" dirty="0">
                <a:solidFill>
                  <a:schemeClr val="tx1"/>
                </a:solidFill>
                <a:effectLst/>
                <a:latin typeface="+mn-lt"/>
                <a:ea typeface="+mn-ea"/>
                <a:cs typeface="+mn-cs"/>
              </a:rPr>
              <a:t> and manage </a:t>
            </a:r>
            <a:r>
              <a:rPr lang="en-US" sz="1200" b="1" i="0" kern="1200" dirty="0">
                <a:solidFill>
                  <a:schemeClr val="tx1"/>
                </a:solidFill>
                <a:effectLst/>
                <a:latin typeface="+mn-lt"/>
                <a:ea typeface="+mn-ea"/>
                <a:cs typeface="+mn-cs"/>
              </a:rPr>
              <a:t>risk</a:t>
            </a:r>
            <a:r>
              <a:rPr lang="en-US" sz="1200" b="0" i="0" kern="1200" dirty="0">
                <a:solidFill>
                  <a:schemeClr val="tx1"/>
                </a:solidFill>
                <a:effectLst/>
                <a:latin typeface="+mn-lt"/>
                <a:ea typeface="+mn-ea"/>
                <a:cs typeface="+mn-cs"/>
              </a:rPr>
              <a:t>. The </a:t>
            </a:r>
            <a:r>
              <a:rPr lang="en-US" sz="1200" b="1" i="0" kern="1200" dirty="0">
                <a:solidFill>
                  <a:schemeClr val="tx1"/>
                </a:solidFill>
                <a:effectLst/>
                <a:latin typeface="+mn-lt"/>
                <a:ea typeface="+mn-ea"/>
                <a:cs typeface="+mn-cs"/>
              </a:rPr>
              <a:t>checklist</a:t>
            </a:r>
            <a:r>
              <a:rPr lang="en-US" sz="1200" b="0" i="0" kern="1200" dirty="0">
                <a:solidFill>
                  <a:schemeClr val="tx1"/>
                </a:solidFill>
                <a:effectLst/>
                <a:latin typeface="+mn-lt"/>
                <a:ea typeface="+mn-ea"/>
                <a:cs typeface="+mn-cs"/>
              </a:rPr>
              <a:t> is developed by listing items, steps, or tasks and is then analyzed against criteria to determine if the procedure is completed correctly. The checklists should be developed using historical information or knowledge gained from similar projects in the past.</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As per PMBOK , </a:t>
            </a:r>
            <a:r>
              <a:rPr lang="en-US" sz="1200" b="1" i="0" kern="1200" dirty="0">
                <a:solidFill>
                  <a:schemeClr val="tx1"/>
                </a:solidFill>
                <a:effectLst/>
                <a:latin typeface="+mn-lt"/>
                <a:ea typeface="+mn-ea"/>
                <a:cs typeface="+mn-cs"/>
              </a:rPr>
              <a:t>Assumptions Analysis</a:t>
            </a:r>
            <a:r>
              <a:rPr lang="en-US" sz="1200" b="0" i="0" kern="1200" dirty="0">
                <a:solidFill>
                  <a:schemeClr val="tx1"/>
                </a:solidFill>
                <a:effectLst/>
                <a:latin typeface="+mn-lt"/>
                <a:ea typeface="+mn-ea"/>
                <a:cs typeface="+mn-cs"/>
              </a:rPr>
              <a:t> is defined as “A technique that explores the accuracy of </a:t>
            </a:r>
            <a:r>
              <a:rPr lang="en-US" sz="1200" b="1" i="0" kern="1200" dirty="0">
                <a:solidFill>
                  <a:schemeClr val="tx1"/>
                </a:solidFill>
                <a:effectLst/>
                <a:latin typeface="+mn-lt"/>
                <a:ea typeface="+mn-ea"/>
                <a:cs typeface="+mn-cs"/>
              </a:rPr>
              <a:t>assumptions</a:t>
            </a:r>
            <a:r>
              <a:rPr lang="en-US" sz="1200" b="0" i="0" kern="1200" dirty="0">
                <a:solidFill>
                  <a:schemeClr val="tx1"/>
                </a:solidFill>
                <a:effectLst/>
                <a:latin typeface="+mn-lt"/>
                <a:ea typeface="+mn-ea"/>
                <a:cs typeface="+mn-cs"/>
              </a:rPr>
              <a:t> and identifies </a:t>
            </a:r>
            <a:r>
              <a:rPr lang="en-US" sz="1200" b="1" i="0" kern="1200" dirty="0">
                <a:solidFill>
                  <a:schemeClr val="tx1"/>
                </a:solidFill>
                <a:effectLst/>
                <a:latin typeface="+mn-lt"/>
                <a:ea typeface="+mn-ea"/>
                <a:cs typeface="+mn-cs"/>
              </a:rPr>
              <a:t>risks</a:t>
            </a:r>
            <a:r>
              <a:rPr lang="en-US" sz="1200" b="0" i="0" kern="1200" dirty="0">
                <a:solidFill>
                  <a:schemeClr val="tx1"/>
                </a:solidFill>
                <a:effectLst/>
                <a:latin typeface="+mn-lt"/>
                <a:ea typeface="+mn-ea"/>
                <a:cs typeface="+mn-cs"/>
              </a:rPr>
              <a:t> to the project from inaccuracy, inconsistency, or incompleteness of </a:t>
            </a:r>
            <a:r>
              <a:rPr lang="en-US" sz="1200" b="1" i="0" kern="1200" dirty="0">
                <a:solidFill>
                  <a:schemeClr val="tx1"/>
                </a:solidFill>
                <a:effectLst/>
                <a:latin typeface="+mn-lt"/>
                <a:ea typeface="+mn-ea"/>
                <a:cs typeface="+mn-cs"/>
              </a:rPr>
              <a:t>assumptions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Assumption analysis</a:t>
            </a:r>
            <a:r>
              <a:rPr lang="en-US" sz="1200" b="0" i="0" kern="1200" dirty="0">
                <a:solidFill>
                  <a:schemeClr val="tx1"/>
                </a:solidFill>
                <a:effectLst/>
                <a:latin typeface="+mn-lt"/>
                <a:ea typeface="+mn-ea"/>
                <a:cs typeface="+mn-cs"/>
              </a:rPr>
              <a:t> is done during </a:t>
            </a:r>
            <a:r>
              <a:rPr lang="en-US" sz="1200" b="1" i="0" kern="1200" dirty="0">
                <a:solidFill>
                  <a:schemeClr val="tx1"/>
                </a:solidFill>
                <a:effectLst/>
                <a:latin typeface="+mn-lt"/>
                <a:ea typeface="+mn-ea"/>
                <a:cs typeface="+mn-cs"/>
              </a:rPr>
              <a:t>Risk identification</a:t>
            </a:r>
            <a:r>
              <a:rPr lang="en-US" sz="1200" b="0" i="0" kern="1200" dirty="0">
                <a:solidFill>
                  <a:schemeClr val="tx1"/>
                </a:solidFill>
                <a:effectLst/>
                <a:latin typeface="+mn-lt"/>
                <a:ea typeface="+mn-ea"/>
                <a:cs typeface="+mn-cs"/>
              </a:rPr>
              <a:t> process .</a:t>
            </a: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8</a:t>
            </a:fld>
            <a:endParaRPr lang="x-none"/>
          </a:p>
        </p:txBody>
      </p:sp>
    </p:spTree>
    <p:extLst>
      <p:ext uri="{BB962C8B-B14F-4D97-AF65-F5344CB8AC3E}">
        <p14:creationId xmlns:p14="http://schemas.microsoft.com/office/powerpoint/2010/main" val="3330405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Information gathering</a:t>
            </a:r>
            <a:r>
              <a:rPr lang="en-US" sz="1200" b="0" i="0" kern="1200" dirty="0">
                <a:solidFill>
                  <a:schemeClr val="tx1"/>
                </a:solidFill>
                <a:effectLst/>
                <a:latin typeface="+mn-lt"/>
                <a:ea typeface="+mn-ea"/>
                <a:cs typeface="+mn-cs"/>
              </a:rPr>
              <a:t> is the most common method of </a:t>
            </a:r>
            <a:r>
              <a:rPr lang="en-US" sz="1200" b="1" i="0" kern="1200" dirty="0">
                <a:solidFill>
                  <a:schemeClr val="tx1"/>
                </a:solidFill>
                <a:effectLst/>
                <a:latin typeface="+mn-lt"/>
                <a:ea typeface="+mn-ea"/>
                <a:cs typeface="+mn-cs"/>
              </a:rPr>
              <a:t>identifying risk</a:t>
            </a:r>
            <a:r>
              <a:rPr lang="en-US" sz="1200" b="0" i="0" kern="1200" dirty="0">
                <a:solidFill>
                  <a:schemeClr val="tx1"/>
                </a:solidFill>
                <a:effectLst/>
                <a:latin typeface="+mn-lt"/>
                <a:ea typeface="+mn-ea"/>
                <a:cs typeface="+mn-cs"/>
              </a:rPr>
              <a:t> sources. It involves brainstorming sessions to obtain a comprehensive list of possible </a:t>
            </a:r>
            <a:r>
              <a:rPr lang="en-US" sz="1200" b="1" i="0" kern="1200" dirty="0">
                <a:solidFill>
                  <a:schemeClr val="tx1"/>
                </a:solidFill>
                <a:effectLst/>
                <a:latin typeface="+mn-lt"/>
                <a:ea typeface="+mn-ea"/>
                <a:cs typeface="+mn-cs"/>
              </a:rPr>
              <a:t>risks</a:t>
            </a:r>
            <a:r>
              <a:rPr lang="en-US" sz="1200" b="0" i="0" kern="1200" dirty="0">
                <a:solidFill>
                  <a:schemeClr val="tx1"/>
                </a:solidFill>
                <a:effectLst/>
                <a:latin typeface="+mn-lt"/>
                <a:ea typeface="+mn-ea"/>
                <a:cs typeface="+mn-cs"/>
              </a:rPr>
              <a:t>. It relies on the knowledge of experienced project participants, stakeholders and experts to </a:t>
            </a:r>
            <a:r>
              <a:rPr lang="en-US" sz="1200" b="1" i="0" kern="1200" dirty="0">
                <a:solidFill>
                  <a:schemeClr val="tx1"/>
                </a:solidFill>
                <a:effectLst/>
                <a:latin typeface="+mn-lt"/>
                <a:ea typeface="+mn-ea"/>
                <a:cs typeface="+mn-cs"/>
              </a:rPr>
              <a:t>identify the risk</a:t>
            </a:r>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Checklist analysis</a:t>
            </a:r>
            <a:r>
              <a:rPr lang="en-US" sz="1200" b="0" i="0" kern="1200" dirty="0">
                <a:solidFill>
                  <a:schemeClr val="tx1"/>
                </a:solidFill>
                <a:effectLst/>
                <a:latin typeface="+mn-lt"/>
                <a:ea typeface="+mn-ea"/>
                <a:cs typeface="+mn-cs"/>
              </a:rPr>
              <a:t> (CLA) is a technique that can be used to </a:t>
            </a:r>
            <a:r>
              <a:rPr lang="en-US" sz="1200" b="1" i="0" kern="1200" dirty="0">
                <a:solidFill>
                  <a:schemeClr val="tx1"/>
                </a:solidFill>
                <a:effectLst/>
                <a:latin typeface="+mn-lt"/>
                <a:ea typeface="+mn-ea"/>
                <a:cs typeface="+mn-cs"/>
              </a:rPr>
              <a:t>identify</a:t>
            </a:r>
            <a:r>
              <a:rPr lang="en-US" sz="1200" b="0" i="0" kern="1200" dirty="0">
                <a:solidFill>
                  <a:schemeClr val="tx1"/>
                </a:solidFill>
                <a:effectLst/>
                <a:latin typeface="+mn-lt"/>
                <a:ea typeface="+mn-ea"/>
                <a:cs typeface="+mn-cs"/>
              </a:rPr>
              <a:t> and manage </a:t>
            </a:r>
            <a:r>
              <a:rPr lang="en-US" sz="1200" b="1" i="0" kern="1200" dirty="0">
                <a:solidFill>
                  <a:schemeClr val="tx1"/>
                </a:solidFill>
                <a:effectLst/>
                <a:latin typeface="+mn-lt"/>
                <a:ea typeface="+mn-ea"/>
                <a:cs typeface="+mn-cs"/>
              </a:rPr>
              <a:t>risk</a:t>
            </a:r>
            <a:r>
              <a:rPr lang="en-US" sz="1200" b="0" i="0" kern="1200" dirty="0">
                <a:solidFill>
                  <a:schemeClr val="tx1"/>
                </a:solidFill>
                <a:effectLst/>
                <a:latin typeface="+mn-lt"/>
                <a:ea typeface="+mn-ea"/>
                <a:cs typeface="+mn-cs"/>
              </a:rPr>
              <a:t>. The </a:t>
            </a:r>
            <a:r>
              <a:rPr lang="en-US" sz="1200" b="1" i="0" kern="1200" dirty="0">
                <a:solidFill>
                  <a:schemeClr val="tx1"/>
                </a:solidFill>
                <a:effectLst/>
                <a:latin typeface="+mn-lt"/>
                <a:ea typeface="+mn-ea"/>
                <a:cs typeface="+mn-cs"/>
              </a:rPr>
              <a:t>checklist</a:t>
            </a:r>
            <a:r>
              <a:rPr lang="en-US" sz="1200" b="0" i="0" kern="1200" dirty="0">
                <a:solidFill>
                  <a:schemeClr val="tx1"/>
                </a:solidFill>
                <a:effectLst/>
                <a:latin typeface="+mn-lt"/>
                <a:ea typeface="+mn-ea"/>
                <a:cs typeface="+mn-cs"/>
              </a:rPr>
              <a:t> is developed by listing items, steps, or tasks and is then analyzed against criteria to determine if the procedure is completed correctly. The checklists should be developed using historical information or knowledge gained from similar projects in the past.</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As per PMBOK , </a:t>
            </a:r>
            <a:r>
              <a:rPr lang="en-US" sz="1200" b="1" i="0" kern="1200" dirty="0">
                <a:solidFill>
                  <a:schemeClr val="tx1"/>
                </a:solidFill>
                <a:effectLst/>
                <a:latin typeface="+mn-lt"/>
                <a:ea typeface="+mn-ea"/>
                <a:cs typeface="+mn-cs"/>
              </a:rPr>
              <a:t>Assumptions Analysis</a:t>
            </a:r>
            <a:r>
              <a:rPr lang="en-US" sz="1200" b="0" i="0" kern="1200" dirty="0">
                <a:solidFill>
                  <a:schemeClr val="tx1"/>
                </a:solidFill>
                <a:effectLst/>
                <a:latin typeface="+mn-lt"/>
                <a:ea typeface="+mn-ea"/>
                <a:cs typeface="+mn-cs"/>
              </a:rPr>
              <a:t> is defined as “A technique that explores the accuracy of </a:t>
            </a:r>
            <a:r>
              <a:rPr lang="en-US" sz="1200" b="1" i="0" kern="1200" dirty="0">
                <a:solidFill>
                  <a:schemeClr val="tx1"/>
                </a:solidFill>
                <a:effectLst/>
                <a:latin typeface="+mn-lt"/>
                <a:ea typeface="+mn-ea"/>
                <a:cs typeface="+mn-cs"/>
              </a:rPr>
              <a:t>assumptions</a:t>
            </a:r>
            <a:r>
              <a:rPr lang="en-US" sz="1200" b="0" i="0" kern="1200" dirty="0">
                <a:solidFill>
                  <a:schemeClr val="tx1"/>
                </a:solidFill>
                <a:effectLst/>
                <a:latin typeface="+mn-lt"/>
                <a:ea typeface="+mn-ea"/>
                <a:cs typeface="+mn-cs"/>
              </a:rPr>
              <a:t> and identifies </a:t>
            </a:r>
            <a:r>
              <a:rPr lang="en-US" sz="1200" b="1" i="0" kern="1200" dirty="0">
                <a:solidFill>
                  <a:schemeClr val="tx1"/>
                </a:solidFill>
                <a:effectLst/>
                <a:latin typeface="+mn-lt"/>
                <a:ea typeface="+mn-ea"/>
                <a:cs typeface="+mn-cs"/>
              </a:rPr>
              <a:t>risks</a:t>
            </a:r>
            <a:r>
              <a:rPr lang="en-US" sz="1200" b="0" i="0" kern="1200" dirty="0">
                <a:solidFill>
                  <a:schemeClr val="tx1"/>
                </a:solidFill>
                <a:effectLst/>
                <a:latin typeface="+mn-lt"/>
                <a:ea typeface="+mn-ea"/>
                <a:cs typeface="+mn-cs"/>
              </a:rPr>
              <a:t> to the project from inaccuracy, inconsistency, or incompleteness of </a:t>
            </a:r>
            <a:r>
              <a:rPr lang="en-US" sz="1200" b="1" i="0" kern="1200" dirty="0">
                <a:solidFill>
                  <a:schemeClr val="tx1"/>
                </a:solidFill>
                <a:effectLst/>
                <a:latin typeface="+mn-lt"/>
                <a:ea typeface="+mn-ea"/>
                <a:cs typeface="+mn-cs"/>
              </a:rPr>
              <a:t>assumptions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Assumption analysis</a:t>
            </a:r>
            <a:r>
              <a:rPr lang="en-US" sz="1200" b="0" i="0" kern="1200" dirty="0">
                <a:solidFill>
                  <a:schemeClr val="tx1"/>
                </a:solidFill>
                <a:effectLst/>
                <a:latin typeface="+mn-lt"/>
                <a:ea typeface="+mn-ea"/>
                <a:cs typeface="+mn-cs"/>
              </a:rPr>
              <a:t> is done during </a:t>
            </a:r>
            <a:r>
              <a:rPr lang="en-US" sz="1200" b="1" i="0" kern="1200" dirty="0">
                <a:solidFill>
                  <a:schemeClr val="tx1"/>
                </a:solidFill>
                <a:effectLst/>
                <a:latin typeface="+mn-lt"/>
                <a:ea typeface="+mn-ea"/>
                <a:cs typeface="+mn-cs"/>
              </a:rPr>
              <a:t>Risk identification</a:t>
            </a:r>
            <a:r>
              <a:rPr lang="en-US" sz="1200" b="0" i="0" kern="1200" dirty="0">
                <a:solidFill>
                  <a:schemeClr val="tx1"/>
                </a:solidFill>
                <a:effectLst/>
                <a:latin typeface="+mn-lt"/>
                <a:ea typeface="+mn-ea"/>
                <a:cs typeface="+mn-cs"/>
              </a:rPr>
              <a:t> process .</a:t>
            </a: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9</a:t>
            </a:fld>
            <a:endParaRPr lang="x-none"/>
          </a:p>
        </p:txBody>
      </p:sp>
    </p:spTree>
    <p:extLst>
      <p:ext uri="{BB962C8B-B14F-4D97-AF65-F5344CB8AC3E}">
        <p14:creationId xmlns:p14="http://schemas.microsoft.com/office/powerpoint/2010/main" val="2493502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10</a:t>
            </a:fld>
            <a:endParaRPr lang="x-none"/>
          </a:p>
        </p:txBody>
      </p:sp>
    </p:spTree>
    <p:extLst>
      <p:ext uri="{BB962C8B-B14F-4D97-AF65-F5344CB8AC3E}">
        <p14:creationId xmlns:p14="http://schemas.microsoft.com/office/powerpoint/2010/main" val="1767054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11</a:t>
            </a:fld>
            <a:endParaRPr lang="x-none"/>
          </a:p>
        </p:txBody>
      </p:sp>
    </p:spTree>
    <p:extLst>
      <p:ext uri="{BB962C8B-B14F-4D97-AF65-F5344CB8AC3E}">
        <p14:creationId xmlns:p14="http://schemas.microsoft.com/office/powerpoint/2010/main" val="1327757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12</a:t>
            </a:fld>
            <a:endParaRPr lang="x-none"/>
          </a:p>
        </p:txBody>
      </p:sp>
    </p:spTree>
    <p:extLst>
      <p:ext uri="{BB962C8B-B14F-4D97-AF65-F5344CB8AC3E}">
        <p14:creationId xmlns:p14="http://schemas.microsoft.com/office/powerpoint/2010/main" val="574104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13</a:t>
            </a:fld>
            <a:endParaRPr lang="x-none"/>
          </a:p>
        </p:txBody>
      </p:sp>
    </p:spTree>
    <p:extLst>
      <p:ext uri="{BB962C8B-B14F-4D97-AF65-F5344CB8AC3E}">
        <p14:creationId xmlns:p14="http://schemas.microsoft.com/office/powerpoint/2010/main" val="397597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14</a:t>
            </a:fld>
            <a:endParaRPr lang="x-none"/>
          </a:p>
        </p:txBody>
      </p:sp>
    </p:spTree>
    <p:extLst>
      <p:ext uri="{BB962C8B-B14F-4D97-AF65-F5344CB8AC3E}">
        <p14:creationId xmlns:p14="http://schemas.microsoft.com/office/powerpoint/2010/main" val="2106550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15</a:t>
            </a:fld>
            <a:endParaRPr lang="x-none"/>
          </a:p>
        </p:txBody>
      </p:sp>
    </p:spTree>
    <p:extLst>
      <p:ext uri="{BB962C8B-B14F-4D97-AF65-F5344CB8AC3E}">
        <p14:creationId xmlns:p14="http://schemas.microsoft.com/office/powerpoint/2010/main" val="466466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16</a:t>
            </a:fld>
            <a:endParaRPr lang="x-none"/>
          </a:p>
        </p:txBody>
      </p:sp>
    </p:spTree>
    <p:extLst>
      <p:ext uri="{BB962C8B-B14F-4D97-AF65-F5344CB8AC3E}">
        <p14:creationId xmlns:p14="http://schemas.microsoft.com/office/powerpoint/2010/main" val="543185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17</a:t>
            </a:fld>
            <a:endParaRPr lang="x-none"/>
          </a:p>
        </p:txBody>
      </p:sp>
    </p:spTree>
    <p:extLst>
      <p:ext uri="{BB962C8B-B14F-4D97-AF65-F5344CB8AC3E}">
        <p14:creationId xmlns:p14="http://schemas.microsoft.com/office/powerpoint/2010/main" val="281362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18</a:t>
            </a:fld>
            <a:endParaRPr lang="x-none"/>
          </a:p>
        </p:txBody>
      </p:sp>
    </p:spTree>
    <p:extLst>
      <p:ext uri="{BB962C8B-B14F-4D97-AF65-F5344CB8AC3E}">
        <p14:creationId xmlns:p14="http://schemas.microsoft.com/office/powerpoint/2010/main" val="2220451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19</a:t>
            </a:fld>
            <a:endParaRPr lang="x-none"/>
          </a:p>
        </p:txBody>
      </p:sp>
    </p:spTree>
    <p:extLst>
      <p:ext uri="{BB962C8B-B14F-4D97-AF65-F5344CB8AC3E}">
        <p14:creationId xmlns:p14="http://schemas.microsoft.com/office/powerpoint/2010/main" val="161546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20</a:t>
            </a:fld>
            <a:endParaRPr lang="x-none"/>
          </a:p>
        </p:txBody>
      </p:sp>
    </p:spTree>
    <p:extLst>
      <p:ext uri="{BB962C8B-B14F-4D97-AF65-F5344CB8AC3E}">
        <p14:creationId xmlns:p14="http://schemas.microsoft.com/office/powerpoint/2010/main" val="2508544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Decision Tree Analysis</a:t>
            </a:r>
            <a:r>
              <a:rPr lang="en-US" sz="1200" b="0" i="0" kern="1200" dirty="0">
                <a:solidFill>
                  <a:schemeClr val="tx1"/>
                </a:solidFill>
                <a:effectLst/>
                <a:latin typeface="+mn-lt"/>
                <a:ea typeface="+mn-ea"/>
                <a:cs typeface="+mn-cs"/>
              </a:rPr>
              <a:t> is a graphic representation of various alternative solutions that are available to solve a problem. The manner of illustrating often proves to be decisive when making a choice.</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Sensitivity analysis </a:t>
            </a:r>
            <a:r>
              <a:rPr lang="en-US" sz="1200" b="0" i="0" kern="1200" dirty="0">
                <a:solidFill>
                  <a:schemeClr val="tx1"/>
                </a:solidFill>
                <a:effectLst/>
                <a:latin typeface="+mn-lt"/>
                <a:ea typeface="+mn-ea"/>
                <a:cs typeface="+mn-cs"/>
              </a:rPr>
              <a:t>is the study of how the uncertainty in the output of a mathematical model or system can be divided and allocated to different sources of uncertainty in its inputs.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Expert Judgment</a:t>
            </a:r>
            <a:r>
              <a:rPr lang="en-US" sz="1200" b="0" i="0" kern="1200" dirty="0">
                <a:solidFill>
                  <a:schemeClr val="tx1"/>
                </a:solidFill>
                <a:effectLst/>
                <a:latin typeface="+mn-lt"/>
                <a:ea typeface="+mn-ea"/>
                <a:cs typeface="+mn-cs"/>
              </a:rPr>
              <a:t> is a term that refers a specifically to a technique in which </a:t>
            </a:r>
            <a:r>
              <a:rPr lang="en-US" sz="1200" b="1" i="0" kern="1200" dirty="0">
                <a:solidFill>
                  <a:schemeClr val="tx1"/>
                </a:solidFill>
                <a:effectLst/>
                <a:latin typeface="+mn-lt"/>
                <a:ea typeface="+mn-ea"/>
                <a:cs typeface="+mn-cs"/>
              </a:rPr>
              <a:t>judgment</a:t>
            </a:r>
            <a:r>
              <a:rPr lang="en-US" sz="1200" b="0" i="0" kern="1200" dirty="0">
                <a:solidFill>
                  <a:schemeClr val="tx1"/>
                </a:solidFill>
                <a:effectLst/>
                <a:latin typeface="+mn-lt"/>
                <a:ea typeface="+mn-ea"/>
                <a:cs typeface="+mn-cs"/>
              </a:rPr>
              <a:t> is made based upon a specific set of criteria and/or </a:t>
            </a:r>
            <a:r>
              <a:rPr lang="en-US" sz="1200" b="1" i="0" kern="1200" dirty="0">
                <a:solidFill>
                  <a:schemeClr val="tx1"/>
                </a:solidFill>
                <a:effectLst/>
                <a:latin typeface="+mn-lt"/>
                <a:ea typeface="+mn-ea"/>
                <a:cs typeface="+mn-cs"/>
              </a:rPr>
              <a:t>expertise</a:t>
            </a:r>
            <a:r>
              <a:rPr lang="en-US" sz="1200" b="0" i="0" kern="1200" dirty="0">
                <a:solidFill>
                  <a:schemeClr val="tx1"/>
                </a:solidFill>
                <a:effectLst/>
                <a:latin typeface="+mn-lt"/>
                <a:ea typeface="+mn-ea"/>
                <a:cs typeface="+mn-cs"/>
              </a:rPr>
              <a:t> that has been acquired in a specific knowledge area, or product area, a particular discipline, an industry, etc.</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21</a:t>
            </a:fld>
            <a:endParaRPr lang="x-none"/>
          </a:p>
        </p:txBody>
      </p:sp>
    </p:spTree>
    <p:extLst>
      <p:ext uri="{BB962C8B-B14F-4D97-AF65-F5344CB8AC3E}">
        <p14:creationId xmlns:p14="http://schemas.microsoft.com/office/powerpoint/2010/main" val="4270949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22</a:t>
            </a:fld>
            <a:endParaRPr lang="x-none"/>
          </a:p>
        </p:txBody>
      </p:sp>
    </p:spTree>
    <p:extLst>
      <p:ext uri="{BB962C8B-B14F-4D97-AF65-F5344CB8AC3E}">
        <p14:creationId xmlns:p14="http://schemas.microsoft.com/office/powerpoint/2010/main" val="4247760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contingency plan</a:t>
            </a:r>
            <a:r>
              <a:rPr lang="en-US" sz="1200" b="0" i="0" kern="1200" dirty="0">
                <a:solidFill>
                  <a:schemeClr val="tx1"/>
                </a:solidFill>
                <a:effectLst/>
                <a:latin typeface="+mn-lt"/>
                <a:ea typeface="+mn-ea"/>
                <a:cs typeface="+mn-cs"/>
              </a:rPr>
              <a:t> is a </a:t>
            </a:r>
            <a:r>
              <a:rPr lang="en-US" sz="1200" b="1" i="0" kern="1200" dirty="0">
                <a:solidFill>
                  <a:schemeClr val="tx1"/>
                </a:solidFill>
                <a:effectLst/>
                <a:latin typeface="+mn-lt"/>
                <a:ea typeface="+mn-ea"/>
                <a:cs typeface="+mn-cs"/>
              </a:rPr>
              <a:t>plan</a:t>
            </a:r>
            <a:r>
              <a:rPr lang="en-US" sz="1200" b="0" i="0" kern="1200" dirty="0">
                <a:solidFill>
                  <a:schemeClr val="tx1"/>
                </a:solidFill>
                <a:effectLst/>
                <a:latin typeface="+mn-lt"/>
                <a:ea typeface="+mn-ea"/>
                <a:cs typeface="+mn-cs"/>
              </a:rPr>
              <a:t> devised for an outcome other than in the usual (expected) </a:t>
            </a:r>
            <a:r>
              <a:rPr lang="en-US" sz="1200" b="1" i="0" kern="1200" dirty="0">
                <a:solidFill>
                  <a:schemeClr val="tx1"/>
                </a:solidFill>
                <a:effectLst/>
                <a:latin typeface="+mn-lt"/>
                <a:ea typeface="+mn-ea"/>
                <a:cs typeface="+mn-cs"/>
              </a:rPr>
              <a:t>plan</a:t>
            </a:r>
            <a:r>
              <a:rPr lang="en-US" sz="1200" b="0" i="0" kern="1200" dirty="0">
                <a:solidFill>
                  <a:schemeClr val="tx1"/>
                </a:solidFill>
                <a:effectLst/>
                <a:latin typeface="+mn-lt"/>
                <a:ea typeface="+mn-ea"/>
                <a:cs typeface="+mn-cs"/>
              </a:rPr>
              <a:t>. It is often used for risk management for an exceptional risk that, though unlikely, would have catastrophic consequences. </a:t>
            </a:r>
            <a:r>
              <a:rPr lang="en-US" sz="1200" b="1" i="0" kern="1200" dirty="0">
                <a:solidFill>
                  <a:schemeClr val="tx1"/>
                </a:solidFill>
                <a:effectLst/>
                <a:latin typeface="+mn-lt"/>
                <a:ea typeface="+mn-ea"/>
                <a:cs typeface="+mn-cs"/>
              </a:rPr>
              <a:t>Contingency plans</a:t>
            </a:r>
            <a:r>
              <a:rPr lang="en-US" sz="1200" b="0" i="0" kern="1200" dirty="0">
                <a:solidFill>
                  <a:schemeClr val="tx1"/>
                </a:solidFill>
                <a:effectLst/>
                <a:latin typeface="+mn-lt"/>
                <a:ea typeface="+mn-ea"/>
                <a:cs typeface="+mn-cs"/>
              </a:rPr>
              <a:t> are often devised by governments or businesses.</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fallback plan</a:t>
            </a:r>
            <a:r>
              <a:rPr lang="en-US" sz="1200" b="0" i="0" kern="1200" dirty="0">
                <a:solidFill>
                  <a:schemeClr val="tx1"/>
                </a:solidFill>
                <a:effectLst/>
                <a:latin typeface="+mn-lt"/>
                <a:ea typeface="+mn-ea"/>
                <a:cs typeface="+mn-cs"/>
              </a:rPr>
              <a:t> is a part of the project management </a:t>
            </a:r>
            <a:r>
              <a:rPr lang="en-US" sz="1200" b="1" i="0" kern="1200" dirty="0">
                <a:solidFill>
                  <a:schemeClr val="tx1"/>
                </a:solidFill>
                <a:effectLst/>
                <a:latin typeface="+mn-lt"/>
                <a:ea typeface="+mn-ea"/>
                <a:cs typeface="+mn-cs"/>
              </a:rPr>
              <a:t>plan</a:t>
            </a:r>
            <a:r>
              <a:rPr lang="en-US" sz="1200" b="0" i="0" kern="1200" dirty="0">
                <a:solidFill>
                  <a:schemeClr val="tx1"/>
                </a:solidFill>
                <a:effectLst/>
                <a:latin typeface="+mn-lt"/>
                <a:ea typeface="+mn-ea"/>
                <a:cs typeface="+mn-cs"/>
              </a:rPr>
              <a:t> and defines under which circumstances action has to be taken. A </a:t>
            </a:r>
            <a:r>
              <a:rPr lang="en-US" sz="1200" b="1" i="0" kern="1200" dirty="0">
                <a:solidFill>
                  <a:schemeClr val="tx1"/>
                </a:solidFill>
                <a:effectLst/>
                <a:latin typeface="+mn-lt"/>
                <a:ea typeface="+mn-ea"/>
                <a:cs typeface="+mn-cs"/>
              </a:rPr>
              <a:t>fallback plan</a:t>
            </a:r>
            <a:r>
              <a:rPr lang="en-US" sz="1200" b="0" i="0" kern="1200" dirty="0">
                <a:solidFill>
                  <a:schemeClr val="tx1"/>
                </a:solidFill>
                <a:effectLst/>
                <a:latin typeface="+mn-lt"/>
                <a:ea typeface="+mn-ea"/>
                <a:cs typeface="+mn-cs"/>
              </a:rPr>
              <a:t> is implemented when the contingency </a:t>
            </a:r>
            <a:r>
              <a:rPr lang="en-US" sz="1200" b="1" i="0" kern="1200" dirty="0">
                <a:solidFill>
                  <a:schemeClr val="tx1"/>
                </a:solidFill>
                <a:effectLst/>
                <a:latin typeface="+mn-lt"/>
                <a:ea typeface="+mn-ea"/>
                <a:cs typeface="+mn-cs"/>
              </a:rPr>
              <a:t>plan</a:t>
            </a:r>
            <a:r>
              <a:rPr lang="en-US" sz="1200" b="0" i="0" kern="1200" dirty="0">
                <a:solidFill>
                  <a:schemeClr val="tx1"/>
                </a:solidFill>
                <a:effectLst/>
                <a:latin typeface="+mn-lt"/>
                <a:ea typeface="+mn-ea"/>
                <a:cs typeface="+mn-cs"/>
              </a:rPr>
              <a:t> fails or is not fully effective. It is a backup for the contingency </a:t>
            </a:r>
            <a:r>
              <a:rPr lang="en-US" sz="1200" b="1" i="0" kern="1200" dirty="0">
                <a:solidFill>
                  <a:schemeClr val="tx1"/>
                </a:solidFill>
                <a:effectLst/>
                <a:latin typeface="+mn-lt"/>
                <a:ea typeface="+mn-ea"/>
                <a:cs typeface="+mn-cs"/>
              </a:rPr>
              <a:t>plan</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23</a:t>
            </a:fld>
            <a:endParaRPr lang="x-none"/>
          </a:p>
        </p:txBody>
      </p:sp>
    </p:spTree>
    <p:extLst>
      <p:ext uri="{BB962C8B-B14F-4D97-AF65-F5344CB8AC3E}">
        <p14:creationId xmlns:p14="http://schemas.microsoft.com/office/powerpoint/2010/main" val="216416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Risk mitigation </a:t>
            </a:r>
            <a:r>
              <a:rPr lang="en-US" sz="1200" b="0" i="0" kern="1200" dirty="0">
                <a:solidFill>
                  <a:schemeClr val="tx1"/>
                </a:solidFill>
                <a:effectLst/>
                <a:latin typeface="+mn-lt"/>
                <a:ea typeface="+mn-ea"/>
                <a:cs typeface="+mn-cs"/>
              </a:rPr>
              <a:t>is a strategy to prepare for and lessen the effects of threats faced by a business. Comparable to risk reduction, risk mitigation takes steps to reduce the negative effects of threats and disasters on business continuity. Threats that might put a business at risk include cyberattacks, weather events and other causes of physical or virtual damage. Risk mitigation is one element of </a:t>
            </a:r>
            <a:r>
              <a:rPr lang="en-US" sz="1200" b="0" i="0" u="sng" kern="1200" dirty="0">
                <a:solidFill>
                  <a:schemeClr val="tx1"/>
                </a:solidFill>
                <a:effectLst/>
                <a:latin typeface="+mn-lt"/>
                <a:ea typeface="+mn-ea"/>
                <a:cs typeface="+mn-cs"/>
              </a:rPr>
              <a:t>risk management</a:t>
            </a:r>
            <a:r>
              <a:rPr lang="en-US" sz="1200" b="0" i="0" kern="1200" dirty="0">
                <a:solidFill>
                  <a:schemeClr val="tx1"/>
                </a:solidFill>
                <a:effectLst/>
                <a:latin typeface="+mn-lt"/>
                <a:ea typeface="+mn-ea"/>
                <a:cs typeface="+mn-cs"/>
              </a:rPr>
              <a:t> and its implementation will differ by organization.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Risk mitigation is the process of planning for disasters and having a way to lessen negative impacts.</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24</a:t>
            </a:fld>
            <a:endParaRPr lang="x-none"/>
          </a:p>
        </p:txBody>
      </p:sp>
    </p:spTree>
    <p:extLst>
      <p:ext uri="{BB962C8B-B14F-4D97-AF65-F5344CB8AC3E}">
        <p14:creationId xmlns:p14="http://schemas.microsoft.com/office/powerpoint/2010/main" val="2304760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Risk reassessment</a:t>
            </a:r>
            <a:r>
              <a:rPr lang="en-US" sz="1200" b="0" i="0" kern="1200" dirty="0">
                <a:solidFill>
                  <a:schemeClr val="tx1"/>
                </a:solidFill>
                <a:effectLst/>
                <a:latin typeface="+mn-lt"/>
                <a:ea typeface="+mn-ea"/>
                <a:cs typeface="+mn-cs"/>
              </a:rPr>
              <a:t> in project management involves identifying new </a:t>
            </a:r>
            <a:r>
              <a:rPr lang="en-US" sz="1200" b="1" i="0" kern="1200" dirty="0">
                <a:solidFill>
                  <a:schemeClr val="tx1"/>
                </a:solidFill>
                <a:effectLst/>
                <a:latin typeface="+mn-lt"/>
                <a:ea typeface="+mn-ea"/>
                <a:cs typeface="+mn-cs"/>
              </a:rPr>
              <a:t>risks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reassessing</a:t>
            </a:r>
            <a:r>
              <a:rPr lang="en-US" sz="1200" b="0" i="0" kern="1200" dirty="0">
                <a:solidFill>
                  <a:schemeClr val="tx1"/>
                </a:solidFill>
                <a:effectLst/>
                <a:latin typeface="+mn-lt"/>
                <a:ea typeface="+mn-ea"/>
                <a:cs typeface="+mn-cs"/>
              </a:rPr>
              <a:t> current ones. It is also involved in closing </a:t>
            </a:r>
            <a:r>
              <a:rPr lang="en-US" sz="1200" b="1" i="0" kern="1200" dirty="0">
                <a:solidFill>
                  <a:schemeClr val="tx1"/>
                </a:solidFill>
                <a:effectLst/>
                <a:latin typeface="+mn-lt"/>
                <a:ea typeface="+mn-ea"/>
                <a:cs typeface="+mn-cs"/>
              </a:rPr>
              <a:t>risks</a:t>
            </a:r>
            <a:r>
              <a:rPr lang="en-US" sz="1200" b="0" i="0" kern="1200" dirty="0">
                <a:solidFill>
                  <a:schemeClr val="tx1"/>
                </a:solidFill>
                <a:effectLst/>
                <a:latin typeface="+mn-lt"/>
                <a:ea typeface="+mn-ea"/>
                <a:cs typeface="+mn-cs"/>
              </a:rPr>
              <a:t> that are outdated and no longer threatening to the project. This particular project management tool is used in controlling the </a:t>
            </a:r>
            <a:r>
              <a:rPr lang="en-US" sz="1200" b="1" i="0" kern="1200" dirty="0">
                <a:solidFill>
                  <a:schemeClr val="tx1"/>
                </a:solidFill>
                <a:effectLst/>
                <a:latin typeface="+mn-lt"/>
                <a:ea typeface="+mn-ea"/>
                <a:cs typeface="+mn-cs"/>
              </a:rPr>
              <a:t>risks</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Risk audit</a:t>
            </a:r>
            <a:r>
              <a:rPr lang="en-US" sz="1200" b="0" i="0" kern="1200" dirty="0">
                <a:solidFill>
                  <a:schemeClr val="tx1"/>
                </a:solidFill>
                <a:effectLst/>
                <a:latin typeface="+mn-lt"/>
                <a:ea typeface="+mn-ea"/>
                <a:cs typeface="+mn-cs"/>
              </a:rPr>
              <a:t> is the examination and documentation of the effectiveness of </a:t>
            </a:r>
            <a:r>
              <a:rPr lang="en-US" sz="1200" b="1" i="0" kern="1200" dirty="0">
                <a:solidFill>
                  <a:schemeClr val="tx1"/>
                </a:solidFill>
                <a:effectLst/>
                <a:latin typeface="+mn-lt"/>
                <a:ea typeface="+mn-ea"/>
                <a:cs typeface="+mn-cs"/>
              </a:rPr>
              <a:t>risk</a:t>
            </a:r>
            <a:r>
              <a:rPr lang="en-US" sz="1200" b="0" i="0" kern="1200" dirty="0">
                <a:solidFill>
                  <a:schemeClr val="tx1"/>
                </a:solidFill>
                <a:effectLst/>
                <a:latin typeface="+mn-lt"/>
                <a:ea typeface="+mn-ea"/>
                <a:cs typeface="+mn-cs"/>
              </a:rPr>
              <a:t> responses in dealing with identified </a:t>
            </a:r>
            <a:r>
              <a:rPr lang="en-US" sz="1200" b="1" i="0" kern="1200" dirty="0">
                <a:solidFill>
                  <a:schemeClr val="tx1"/>
                </a:solidFill>
                <a:effectLst/>
                <a:latin typeface="+mn-lt"/>
                <a:ea typeface="+mn-ea"/>
                <a:cs typeface="+mn-cs"/>
              </a:rPr>
              <a:t>risk</a:t>
            </a:r>
            <a:r>
              <a:rPr lang="en-US" sz="1200" b="0" i="0" kern="1200" dirty="0">
                <a:solidFill>
                  <a:schemeClr val="tx1"/>
                </a:solidFill>
                <a:effectLst/>
                <a:latin typeface="+mn-lt"/>
                <a:ea typeface="+mn-ea"/>
                <a:cs typeface="+mn-cs"/>
              </a:rPr>
              <a:t> and their root causes, as well as the effectiveness of the </a:t>
            </a:r>
            <a:r>
              <a:rPr lang="en-US" sz="1200" b="1" i="0" kern="1200" dirty="0">
                <a:solidFill>
                  <a:schemeClr val="tx1"/>
                </a:solidFill>
                <a:effectLst/>
                <a:latin typeface="+mn-lt"/>
                <a:ea typeface="+mn-ea"/>
                <a:cs typeface="+mn-cs"/>
              </a:rPr>
              <a:t>risk</a:t>
            </a:r>
            <a:r>
              <a:rPr lang="en-US" sz="1200" b="0" i="0" kern="1200" dirty="0">
                <a:solidFill>
                  <a:schemeClr val="tx1"/>
                </a:solidFill>
                <a:effectLst/>
                <a:latin typeface="+mn-lt"/>
                <a:ea typeface="+mn-ea"/>
                <a:cs typeface="+mn-cs"/>
              </a:rPr>
              <a:t> management process. Conducting a </a:t>
            </a:r>
            <a:r>
              <a:rPr lang="en-US" sz="1200" b="1" i="0" kern="1200" dirty="0">
                <a:solidFill>
                  <a:schemeClr val="tx1"/>
                </a:solidFill>
                <a:effectLst/>
                <a:latin typeface="+mn-lt"/>
                <a:ea typeface="+mn-ea"/>
                <a:cs typeface="+mn-cs"/>
              </a:rPr>
              <a:t>risk audit</a:t>
            </a:r>
            <a:r>
              <a:rPr lang="en-US" sz="1200" b="0" i="0" kern="1200" dirty="0">
                <a:solidFill>
                  <a:schemeClr val="tx1"/>
                </a:solidFill>
                <a:effectLst/>
                <a:latin typeface="+mn-lt"/>
                <a:ea typeface="+mn-ea"/>
                <a:cs typeface="+mn-cs"/>
              </a:rPr>
              <a:t> is an essential component of developing an event management plan.</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Trend analysis</a:t>
            </a:r>
            <a:r>
              <a:rPr lang="en-US" sz="1200" b="0" i="0" kern="1200" dirty="0">
                <a:solidFill>
                  <a:schemeClr val="tx1"/>
                </a:solidFill>
                <a:effectLst/>
                <a:latin typeface="+mn-lt"/>
                <a:ea typeface="+mn-ea"/>
                <a:cs typeface="+mn-cs"/>
              </a:rPr>
              <a:t> is a technique used in technical </a:t>
            </a:r>
            <a:r>
              <a:rPr lang="en-US" sz="1200" b="1" i="0" kern="1200" dirty="0">
                <a:solidFill>
                  <a:schemeClr val="tx1"/>
                </a:solidFill>
                <a:effectLst/>
                <a:latin typeface="+mn-lt"/>
                <a:ea typeface="+mn-ea"/>
                <a:cs typeface="+mn-cs"/>
              </a:rPr>
              <a:t>analysis</a:t>
            </a:r>
            <a:r>
              <a:rPr lang="en-US" sz="1200" b="0" i="0" kern="1200" dirty="0">
                <a:solidFill>
                  <a:schemeClr val="tx1"/>
                </a:solidFill>
                <a:effectLst/>
                <a:latin typeface="+mn-lt"/>
                <a:ea typeface="+mn-ea"/>
                <a:cs typeface="+mn-cs"/>
              </a:rPr>
              <a:t> that attempts to predict the future stock price movements based on recently observed </a:t>
            </a:r>
            <a:r>
              <a:rPr lang="en-US" sz="1200" b="1" i="0" kern="1200" dirty="0">
                <a:solidFill>
                  <a:schemeClr val="tx1"/>
                </a:solidFill>
                <a:effectLst/>
                <a:latin typeface="+mn-lt"/>
                <a:ea typeface="+mn-ea"/>
                <a:cs typeface="+mn-cs"/>
              </a:rPr>
              <a:t>trend</a:t>
            </a:r>
            <a:r>
              <a:rPr lang="en-US" sz="1200" b="0" i="0" kern="1200" dirty="0">
                <a:solidFill>
                  <a:schemeClr val="tx1"/>
                </a:solidFill>
                <a:effectLst/>
                <a:latin typeface="+mn-lt"/>
                <a:ea typeface="+mn-ea"/>
                <a:cs typeface="+mn-cs"/>
              </a:rPr>
              <a:t> data. </a:t>
            </a:r>
            <a:r>
              <a:rPr lang="en-US" sz="1200" b="1" i="0" kern="1200" dirty="0">
                <a:solidFill>
                  <a:schemeClr val="tx1"/>
                </a:solidFill>
                <a:effectLst/>
                <a:latin typeface="+mn-lt"/>
                <a:ea typeface="+mn-ea"/>
                <a:cs typeface="+mn-cs"/>
              </a:rPr>
              <a:t>Trend analysis</a:t>
            </a:r>
            <a:r>
              <a:rPr lang="en-US" sz="1200" b="0" i="0" kern="1200" dirty="0">
                <a:solidFill>
                  <a:schemeClr val="tx1"/>
                </a:solidFill>
                <a:effectLst/>
                <a:latin typeface="+mn-lt"/>
                <a:ea typeface="+mn-ea"/>
                <a:cs typeface="+mn-cs"/>
              </a:rPr>
              <a:t> is based on the idea that what has happened in the past gives traders an idea of what will happen in the future.</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25</a:t>
            </a:fld>
            <a:endParaRPr lang="x-none"/>
          </a:p>
        </p:txBody>
      </p:sp>
    </p:spTree>
    <p:extLst>
      <p:ext uri="{BB962C8B-B14F-4D97-AF65-F5344CB8AC3E}">
        <p14:creationId xmlns:p14="http://schemas.microsoft.com/office/powerpoint/2010/main" val="1412120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12/26/2022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12/26/2022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12/26/2022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12/26/2022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12/26/2022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12/26/2022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12/26/2022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12/26/2022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12/26/2022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3696" y="748872"/>
            <a:ext cx="9144000" cy="2387600"/>
          </a:xfrm>
        </p:spPr>
        <p:txBody>
          <a:bodyPr/>
          <a:lstStyle/>
          <a:p>
            <a:r>
              <a:rPr lang="en-US" dirty="0"/>
              <a:t>Professional Practices</a:t>
            </a:r>
          </a:p>
        </p:txBody>
      </p:sp>
      <p:sp>
        <p:nvSpPr>
          <p:cNvPr id="3" name="Subtitle 2"/>
          <p:cNvSpPr>
            <a:spLocks noGrp="1"/>
          </p:cNvSpPr>
          <p:nvPr>
            <p:ph type="subTitle" idx="1"/>
          </p:nvPr>
        </p:nvSpPr>
        <p:spPr>
          <a:xfrm>
            <a:off x="1343696" y="3228547"/>
            <a:ext cx="9144000" cy="1655762"/>
          </a:xfrm>
        </p:spPr>
        <p:txBody>
          <a:bodyPr>
            <a:normAutofit/>
          </a:bodyPr>
          <a:lstStyle/>
          <a:p>
            <a:r>
              <a:rPr lang="en-US" sz="5400" dirty="0"/>
              <a:t>Risk Management</a:t>
            </a:r>
          </a:p>
          <a:p>
            <a:endParaRPr lang="en-US" dirty="0"/>
          </a:p>
        </p:txBody>
      </p:sp>
      <p:sp>
        <p:nvSpPr>
          <p:cNvPr id="4" name="Rectangle 3"/>
          <p:cNvSpPr/>
          <p:nvPr/>
        </p:nvSpPr>
        <p:spPr>
          <a:xfrm>
            <a:off x="2351017" y="4976384"/>
            <a:ext cx="7426817" cy="1323439"/>
          </a:xfrm>
          <a:prstGeom prst="rect">
            <a:avLst/>
          </a:prstGeom>
        </p:spPr>
        <p:txBody>
          <a:bodyPr wrap="square">
            <a:spAutoFit/>
          </a:bodyPr>
          <a:lstStyle/>
          <a:p>
            <a:pPr algn="ctr"/>
            <a:r>
              <a:rPr lang="en-US" sz="1600" dirty="0"/>
              <a:t>Some risks that are thought to be unknown, are not unknown. With some foresight and critical thought, some risks that at first glance may seem unforeseen, can in fact be foreseen. Armed with the right set of tools, procedures, knowledge and insight, light can be shed on variables that lead to risk, allowing us to manage them.</a:t>
            </a:r>
            <a:r>
              <a:rPr lang="en-US" sz="1600" i="1" dirty="0"/>
              <a:t> 							</a:t>
            </a:r>
            <a:r>
              <a:rPr lang="en-US" sz="1600" b="1" i="1" dirty="0"/>
              <a:t>(Daniel Wagner)</a:t>
            </a:r>
          </a:p>
        </p:txBody>
      </p:sp>
    </p:spTree>
    <p:extLst>
      <p:ext uri="{BB962C8B-B14F-4D97-AF65-F5344CB8AC3E}">
        <p14:creationId xmlns:p14="http://schemas.microsoft.com/office/powerpoint/2010/main" val="37348702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294312" y="277206"/>
            <a:ext cx="10515600" cy="69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dirty="0"/>
              <a:t>Week 13 Topic: Risk Management</a:t>
            </a:r>
          </a:p>
        </p:txBody>
      </p:sp>
      <p:sp>
        <p:nvSpPr>
          <p:cNvPr id="3" name="Content Placeholder 2"/>
          <p:cNvSpPr>
            <a:spLocks noGrp="1"/>
          </p:cNvSpPr>
          <p:nvPr>
            <p:ph idx="1"/>
          </p:nvPr>
        </p:nvSpPr>
        <p:spPr>
          <a:xfrm>
            <a:off x="1052423" y="1104181"/>
            <a:ext cx="10213675" cy="5365629"/>
          </a:xfrm>
        </p:spPr>
        <p:txBody>
          <a:bodyPr>
            <a:normAutofit fontScale="92500" lnSpcReduction="10000"/>
          </a:bodyPr>
          <a:lstStyle/>
          <a:p>
            <a:pPr>
              <a:defRPr/>
            </a:pPr>
            <a:r>
              <a:rPr lang="en-US" sz="3200" dirty="0"/>
              <a:t>Introduction: </a:t>
            </a:r>
          </a:p>
          <a:p>
            <a:pPr lvl="1">
              <a:defRPr/>
            </a:pPr>
            <a:r>
              <a:rPr lang="en-US" dirty="0"/>
              <a:t>What is Risk?</a:t>
            </a:r>
          </a:p>
          <a:p>
            <a:pPr lvl="1">
              <a:defRPr/>
            </a:pPr>
            <a:r>
              <a:rPr lang="en-US" dirty="0"/>
              <a:t>What is Risk Management?</a:t>
            </a:r>
          </a:p>
          <a:p>
            <a:pPr lvl="1">
              <a:defRPr/>
            </a:pPr>
            <a:r>
              <a:rPr lang="en-US" dirty="0"/>
              <a:t>What is Enterprise Risk Management?</a:t>
            </a:r>
          </a:p>
          <a:p>
            <a:pPr lvl="1">
              <a:defRPr/>
            </a:pPr>
            <a:r>
              <a:rPr lang="en-US" dirty="0"/>
              <a:t>Why Risk Management is so important?</a:t>
            </a:r>
          </a:p>
          <a:p>
            <a:pPr>
              <a:defRPr/>
            </a:pPr>
            <a:r>
              <a:rPr lang="en-US" sz="3200" dirty="0"/>
              <a:t>What is Risk Management Process</a:t>
            </a:r>
          </a:p>
          <a:p>
            <a:pPr lvl="1">
              <a:defRPr/>
            </a:pPr>
            <a:r>
              <a:rPr lang="en-US" sz="2800" dirty="0"/>
              <a:t>Identify the Risk</a:t>
            </a:r>
          </a:p>
          <a:p>
            <a:pPr lvl="1">
              <a:defRPr/>
            </a:pPr>
            <a:r>
              <a:rPr lang="en-US" sz="2800" dirty="0"/>
              <a:t>Analyze the Risk</a:t>
            </a:r>
          </a:p>
          <a:p>
            <a:pPr lvl="2">
              <a:defRPr/>
            </a:pPr>
            <a:r>
              <a:rPr lang="en-US" sz="2400" dirty="0"/>
              <a:t>Qualitative Risk Analysis</a:t>
            </a:r>
          </a:p>
          <a:p>
            <a:pPr lvl="2">
              <a:defRPr/>
            </a:pPr>
            <a:r>
              <a:rPr lang="en-US" sz="2400" dirty="0"/>
              <a:t>Quantitative Risk Analysis</a:t>
            </a:r>
          </a:p>
          <a:p>
            <a:pPr lvl="1">
              <a:defRPr/>
            </a:pPr>
            <a:r>
              <a:rPr lang="en-US" sz="2800" dirty="0"/>
              <a:t>Evaluate the Risk</a:t>
            </a:r>
          </a:p>
          <a:p>
            <a:pPr lvl="1">
              <a:defRPr/>
            </a:pPr>
            <a:r>
              <a:rPr lang="en-US" sz="2800" dirty="0"/>
              <a:t>Treat the Risk</a:t>
            </a:r>
          </a:p>
          <a:p>
            <a:pPr lvl="1">
              <a:defRPr/>
            </a:pPr>
            <a:r>
              <a:rPr lang="en-US" sz="2800" dirty="0"/>
              <a:t>Monitor and Control Risk</a:t>
            </a:r>
          </a:p>
          <a:p>
            <a:pPr>
              <a:defRPr/>
            </a:pPr>
            <a:r>
              <a:rPr lang="en-US" sz="3200" dirty="0"/>
              <a:t>Benefits of Risk Management</a:t>
            </a:r>
          </a:p>
          <a:p>
            <a:pPr>
              <a:defRPr/>
            </a:pPr>
            <a:endParaRPr lang="en-US" dirty="0"/>
          </a:p>
        </p:txBody>
      </p:sp>
    </p:spTree>
    <p:extLst>
      <p:ext uri="{BB962C8B-B14F-4D97-AF65-F5344CB8AC3E}">
        <p14:creationId xmlns:p14="http://schemas.microsoft.com/office/powerpoint/2010/main" val="13820058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390"/>
            <a:ext cx="10515600" cy="1325563"/>
          </a:xfrm>
        </p:spPr>
        <p:txBody>
          <a:bodyPr/>
          <a:lstStyle/>
          <a:p>
            <a:pPr algn="ctr"/>
            <a:r>
              <a:rPr lang="en-US" dirty="0"/>
              <a:t>Introduction</a:t>
            </a:r>
          </a:p>
        </p:txBody>
      </p:sp>
      <p:sp>
        <p:nvSpPr>
          <p:cNvPr id="3" name="Content Placeholder 2"/>
          <p:cNvSpPr>
            <a:spLocks noGrp="1"/>
          </p:cNvSpPr>
          <p:nvPr>
            <p:ph idx="1"/>
          </p:nvPr>
        </p:nvSpPr>
        <p:spPr/>
        <p:txBody>
          <a:bodyPr>
            <a:normAutofit fontScale="85000" lnSpcReduction="20000"/>
          </a:bodyPr>
          <a:lstStyle/>
          <a:p>
            <a:pPr marL="0" indent="0" algn="just">
              <a:lnSpc>
                <a:spcPct val="150000"/>
              </a:lnSpc>
              <a:buNone/>
            </a:pPr>
            <a:r>
              <a:rPr lang="en-US" b="1" dirty="0">
                <a:solidFill>
                  <a:srgbClr val="0070C0"/>
                </a:solidFill>
              </a:rPr>
              <a:t>What is Risk?</a:t>
            </a:r>
          </a:p>
          <a:p>
            <a:pPr algn="just">
              <a:buFont typeface="Wingdings" panose="05000000000000000000" pitchFamily="2" charset="2"/>
              <a:buChar char="q"/>
            </a:pPr>
            <a:r>
              <a:rPr lang="en-US" dirty="0"/>
              <a:t>Risk is an </a:t>
            </a:r>
            <a:r>
              <a:rPr lang="en-US" dirty="0">
                <a:solidFill>
                  <a:srgbClr val="C00000"/>
                </a:solidFill>
              </a:rPr>
              <a:t>uncertain event </a:t>
            </a:r>
            <a:r>
              <a:rPr lang="en-US" dirty="0"/>
              <a:t>that may have a positive or negative impact on the project.</a:t>
            </a:r>
          </a:p>
          <a:p>
            <a:pPr algn="just">
              <a:buFont typeface="Wingdings" panose="05000000000000000000" pitchFamily="2" charset="2"/>
              <a:buChar char="q"/>
            </a:pPr>
            <a:r>
              <a:rPr lang="en-US" dirty="0"/>
              <a:t>However, negative impact always gets more attention because of the consequences related to it.</a:t>
            </a:r>
          </a:p>
          <a:p>
            <a:pPr marL="0" indent="0" algn="just">
              <a:buNone/>
            </a:pPr>
            <a:endParaRPr lang="en-US" dirty="0"/>
          </a:p>
          <a:p>
            <a:pPr marL="0" indent="0" algn="just">
              <a:buNone/>
            </a:pPr>
            <a:r>
              <a:rPr lang="en-US" b="1" dirty="0">
                <a:solidFill>
                  <a:srgbClr val="0070C0"/>
                </a:solidFill>
              </a:rPr>
              <a:t>What is Risk Management?</a:t>
            </a:r>
          </a:p>
          <a:p>
            <a:pPr algn="just">
              <a:buFont typeface="Wingdings" panose="05000000000000000000" pitchFamily="2" charset="2"/>
              <a:buChar char="q"/>
            </a:pPr>
            <a:r>
              <a:rPr lang="en-US" dirty="0"/>
              <a:t>Risk management is an important business practice that helps businesses identify, evaluate, track, and mitigate the risks present in the business environment. </a:t>
            </a:r>
          </a:p>
          <a:p>
            <a:pPr algn="just">
              <a:buFont typeface="Wingdings" panose="05000000000000000000" pitchFamily="2" charset="2"/>
              <a:buChar char="q"/>
            </a:pPr>
            <a:r>
              <a:rPr lang="en-US" dirty="0"/>
              <a:t>Risk management is practiced by the business of all sizes; small businesses do it informally, while enterprises codify it.</a:t>
            </a:r>
            <a:endParaRPr lang="en-US" dirty="0">
              <a:solidFill>
                <a:srgbClr val="00B0F0"/>
              </a:solidFill>
            </a:endParaRPr>
          </a:p>
        </p:txBody>
      </p:sp>
    </p:spTree>
    <p:extLst>
      <p:ext uri="{BB962C8B-B14F-4D97-AF65-F5344CB8AC3E}">
        <p14:creationId xmlns:p14="http://schemas.microsoft.com/office/powerpoint/2010/main" val="13251752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dirty="0"/>
              <a:t>Introduction</a:t>
            </a:r>
            <a:r>
              <a:rPr lang="en-US" b="1" dirty="0"/>
              <a:t/>
            </a:r>
            <a:br>
              <a:rPr lang="en-US" b="1" dirty="0"/>
            </a:br>
            <a:endParaRPr lang="en-US" b="1" dirty="0"/>
          </a:p>
        </p:txBody>
      </p:sp>
      <p:sp>
        <p:nvSpPr>
          <p:cNvPr id="3" name="Content Placeholder 2"/>
          <p:cNvSpPr>
            <a:spLocks noGrp="1"/>
          </p:cNvSpPr>
          <p:nvPr>
            <p:ph idx="1"/>
          </p:nvPr>
        </p:nvSpPr>
        <p:spPr/>
        <p:txBody>
          <a:bodyPr>
            <a:normAutofit/>
          </a:bodyPr>
          <a:lstStyle/>
          <a:p>
            <a:pPr marL="0" indent="0">
              <a:buNone/>
            </a:pPr>
            <a:r>
              <a:rPr lang="en-US" sz="2600" b="1" dirty="0">
                <a:solidFill>
                  <a:srgbClr val="0070C0"/>
                </a:solidFill>
              </a:rPr>
              <a:t>What is Enterprise Risk Management?</a:t>
            </a:r>
          </a:p>
          <a:p>
            <a:pPr>
              <a:buFont typeface="Wingdings" panose="05000000000000000000" pitchFamily="2" charset="2"/>
              <a:buChar char="q"/>
            </a:pPr>
            <a:r>
              <a:rPr lang="en-US" dirty="0"/>
              <a:t>Enterprise risk management (ERM) is a domain of governance that deals with the operational, environmental, financial, regulatory, market, and other risks that affect the outlook and planning of large enterprises. </a:t>
            </a:r>
          </a:p>
          <a:p>
            <a:pPr>
              <a:buFont typeface="Wingdings" panose="05000000000000000000" pitchFamily="2" charset="2"/>
              <a:buChar char="q"/>
            </a:pPr>
            <a:r>
              <a:rPr lang="en-US" dirty="0"/>
              <a:t>Businesses prefer to use </a:t>
            </a:r>
            <a:r>
              <a:rPr lang="en-US" dirty="0">
                <a:solidFill>
                  <a:srgbClr val="C00000"/>
                </a:solidFill>
              </a:rPr>
              <a:t>ERM software solutions </a:t>
            </a:r>
            <a:r>
              <a:rPr lang="en-US" dirty="0"/>
              <a:t>to streamline risk management like </a:t>
            </a:r>
            <a:r>
              <a:rPr lang="en-US" dirty="0" err="1"/>
              <a:t>LogicManager</a:t>
            </a:r>
            <a:r>
              <a:rPr lang="en-US" dirty="0"/>
              <a:t>, </a:t>
            </a:r>
            <a:r>
              <a:rPr lang="en-US" dirty="0" err="1"/>
              <a:t>Protecht.ERM</a:t>
            </a:r>
            <a:r>
              <a:rPr lang="en-US" dirty="0"/>
              <a:t>, Enterprise Risk Management App etc.</a:t>
            </a:r>
          </a:p>
        </p:txBody>
      </p:sp>
    </p:spTree>
    <p:extLst>
      <p:ext uri="{BB962C8B-B14F-4D97-AF65-F5344CB8AC3E}">
        <p14:creationId xmlns:p14="http://schemas.microsoft.com/office/powerpoint/2010/main" val="25102170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647"/>
            <a:ext cx="10515600" cy="1325563"/>
          </a:xfrm>
        </p:spPr>
        <p:txBody>
          <a:bodyPr/>
          <a:lstStyle/>
          <a:p>
            <a:pPr algn="ctr"/>
            <a:r>
              <a:rPr lang="en-US" dirty="0"/>
              <a:t>Introduction</a:t>
            </a:r>
          </a:p>
        </p:txBody>
      </p:sp>
      <p:sp>
        <p:nvSpPr>
          <p:cNvPr id="3" name="Content Placeholder 2"/>
          <p:cNvSpPr>
            <a:spLocks noGrp="1"/>
          </p:cNvSpPr>
          <p:nvPr>
            <p:ph idx="1"/>
          </p:nvPr>
        </p:nvSpPr>
        <p:spPr>
          <a:xfrm>
            <a:off x="838200" y="1484210"/>
            <a:ext cx="10515600" cy="4933843"/>
          </a:xfrm>
        </p:spPr>
        <p:txBody>
          <a:bodyPr>
            <a:normAutofit/>
          </a:bodyPr>
          <a:lstStyle/>
          <a:p>
            <a:pPr marL="0" indent="0">
              <a:lnSpc>
                <a:spcPct val="150000"/>
              </a:lnSpc>
              <a:buNone/>
            </a:pPr>
            <a:r>
              <a:rPr lang="en-US" b="1" dirty="0">
                <a:solidFill>
                  <a:srgbClr val="0070C0"/>
                </a:solidFill>
              </a:rPr>
              <a:t>Why does Risk Management has such importance?</a:t>
            </a:r>
          </a:p>
          <a:p>
            <a:pPr algn="just">
              <a:buFont typeface="Wingdings" panose="05000000000000000000" pitchFamily="2" charset="2"/>
              <a:buChar char="q"/>
            </a:pPr>
            <a:r>
              <a:rPr lang="en-US" dirty="0"/>
              <a:t>Risks can affect a project from many aspects, for instance, the budget of a project, planned schedule to meet its deadline, scope and agreed level of quality of final product.</a:t>
            </a:r>
          </a:p>
          <a:p>
            <a:pPr algn="just">
              <a:buFont typeface="Wingdings" panose="05000000000000000000" pitchFamily="2" charset="2"/>
              <a:buChar char="q"/>
            </a:pPr>
            <a:r>
              <a:rPr lang="en-US" dirty="0"/>
              <a:t>Risk management is important because it tells businesses about the threats in their operating environment and allows them to preemptively mitigate risks. </a:t>
            </a:r>
          </a:p>
          <a:p>
            <a:pPr algn="just">
              <a:buFont typeface="Wingdings" panose="05000000000000000000" pitchFamily="2" charset="2"/>
              <a:buChar char="q"/>
            </a:pPr>
            <a:r>
              <a:rPr lang="en-US" dirty="0"/>
              <a:t>In the absence of risk management, businesses would face heavy losses because they would be blindsided by risks. </a:t>
            </a:r>
          </a:p>
        </p:txBody>
      </p:sp>
    </p:spTree>
    <p:extLst>
      <p:ext uri="{BB962C8B-B14F-4D97-AF65-F5344CB8AC3E}">
        <p14:creationId xmlns:p14="http://schemas.microsoft.com/office/powerpoint/2010/main" val="39355950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647"/>
            <a:ext cx="10515600" cy="1325563"/>
          </a:xfrm>
        </p:spPr>
        <p:txBody>
          <a:bodyPr/>
          <a:lstStyle/>
          <a:p>
            <a:pPr algn="ctr"/>
            <a:r>
              <a:rPr lang="en-US" dirty="0"/>
              <a:t>Introduction</a:t>
            </a:r>
          </a:p>
        </p:txBody>
      </p:sp>
      <p:sp>
        <p:nvSpPr>
          <p:cNvPr id="3" name="Content Placeholder 2"/>
          <p:cNvSpPr>
            <a:spLocks noGrp="1"/>
          </p:cNvSpPr>
          <p:nvPr>
            <p:ph idx="1"/>
          </p:nvPr>
        </p:nvSpPr>
        <p:spPr>
          <a:xfrm>
            <a:off x="838200" y="1484210"/>
            <a:ext cx="10515600" cy="4933843"/>
          </a:xfrm>
        </p:spPr>
        <p:txBody>
          <a:bodyPr>
            <a:normAutofit/>
          </a:bodyPr>
          <a:lstStyle/>
          <a:p>
            <a:pPr marL="0" indent="0">
              <a:lnSpc>
                <a:spcPct val="150000"/>
              </a:lnSpc>
              <a:buNone/>
            </a:pPr>
            <a:r>
              <a:rPr lang="en-US" b="1" dirty="0">
                <a:solidFill>
                  <a:srgbClr val="0070C0"/>
                </a:solidFill>
              </a:rPr>
              <a:t>Why does Risk Management has such importance?</a:t>
            </a:r>
          </a:p>
          <a:p>
            <a:pPr>
              <a:buFont typeface="Wingdings" panose="05000000000000000000" pitchFamily="2" charset="2"/>
              <a:buChar char="q"/>
            </a:pPr>
            <a:r>
              <a:rPr lang="en-US" dirty="0"/>
              <a:t>As there are two kinds of risks, that is, positive events and negative events. </a:t>
            </a:r>
          </a:p>
          <a:p>
            <a:pPr>
              <a:buFont typeface="Wingdings" panose="05000000000000000000" pitchFamily="2" charset="2"/>
              <a:buChar char="q"/>
            </a:pPr>
            <a:r>
              <a:rPr lang="en-US" dirty="0"/>
              <a:t>Normally businesses are required to focus on both ways while performing Risk management i.e.</a:t>
            </a:r>
          </a:p>
          <a:p>
            <a:pPr marL="1028700" lvl="1" indent="-571500">
              <a:buFont typeface="+mj-lt"/>
              <a:buAutoNum type="romanLcPeriod"/>
            </a:pPr>
            <a:r>
              <a:rPr lang="en-US" dirty="0"/>
              <a:t>Increase probability of occurrence of positive events.</a:t>
            </a:r>
          </a:p>
          <a:p>
            <a:pPr marL="1028700" lvl="1" indent="-571500">
              <a:buFont typeface="+mj-lt"/>
              <a:buAutoNum type="romanLcPeriod"/>
            </a:pPr>
            <a:r>
              <a:rPr lang="en-US" dirty="0"/>
              <a:t>Decrease probability of occurrence of negative events.</a:t>
            </a:r>
          </a:p>
        </p:txBody>
      </p:sp>
    </p:spTree>
    <p:extLst>
      <p:ext uri="{BB962C8B-B14F-4D97-AF65-F5344CB8AC3E}">
        <p14:creationId xmlns:p14="http://schemas.microsoft.com/office/powerpoint/2010/main" val="29261832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6049297" cy="4351338"/>
          </a:xfrm>
        </p:spPr>
        <p:txBody>
          <a:bodyPr>
            <a:normAutofit/>
          </a:bodyPr>
          <a:lstStyle/>
          <a:p>
            <a:pPr marL="514350" indent="-514350">
              <a:buFont typeface="+mj-lt"/>
              <a:buAutoNum type="arabicPeriod"/>
            </a:pPr>
            <a:r>
              <a:rPr lang="en-US" dirty="0"/>
              <a:t>Identify the Risk</a:t>
            </a:r>
          </a:p>
          <a:p>
            <a:pPr marL="514350" indent="-514350">
              <a:buFont typeface="+mj-lt"/>
              <a:buAutoNum type="arabicPeriod"/>
            </a:pPr>
            <a:r>
              <a:rPr lang="en-US" dirty="0"/>
              <a:t>Analyze the Risk</a:t>
            </a:r>
          </a:p>
          <a:p>
            <a:pPr marL="514350" indent="-514350">
              <a:buFont typeface="+mj-lt"/>
              <a:buAutoNum type="arabicPeriod"/>
            </a:pPr>
            <a:r>
              <a:rPr lang="en-US" dirty="0"/>
              <a:t>Evaluate and Rank the Risk</a:t>
            </a:r>
          </a:p>
          <a:p>
            <a:pPr marL="514350" indent="-514350">
              <a:buFont typeface="+mj-lt"/>
              <a:buAutoNum type="arabicPeriod"/>
            </a:pPr>
            <a:r>
              <a:rPr lang="en-US" dirty="0"/>
              <a:t>Treat the Risk</a:t>
            </a:r>
          </a:p>
          <a:p>
            <a:pPr marL="514350" indent="-514350">
              <a:buFont typeface="+mj-lt"/>
              <a:buAutoNum type="arabicPeriod"/>
            </a:pPr>
            <a:r>
              <a:rPr lang="en-US" dirty="0"/>
              <a:t>Monitor and Review the Risk</a:t>
            </a:r>
          </a:p>
        </p:txBody>
      </p:sp>
      <p:graphicFrame>
        <p:nvGraphicFramePr>
          <p:cNvPr id="5" name="Diagram 4"/>
          <p:cNvGraphicFramePr/>
          <p:nvPr>
            <p:extLst>
              <p:ext uri="{D42A27DB-BD31-4B8C-83A1-F6EECF244321}">
                <p14:modId xmlns:p14="http://schemas.microsoft.com/office/powerpoint/2010/main" val="602637527"/>
              </p:ext>
            </p:extLst>
          </p:nvPr>
        </p:nvGraphicFramePr>
        <p:xfrm>
          <a:off x="6887497" y="1356133"/>
          <a:ext cx="4466304" cy="52806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23748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495581" cy="4351338"/>
          </a:xfrm>
        </p:spPr>
        <p:txBody>
          <a:bodyPr>
            <a:normAutofit/>
          </a:bodyPr>
          <a:lstStyle/>
          <a:p>
            <a:pPr marL="0" indent="0">
              <a:buNone/>
            </a:pPr>
            <a:r>
              <a:rPr lang="en-US" b="1" dirty="0">
                <a:solidFill>
                  <a:srgbClr val="FFC000"/>
                </a:solidFill>
              </a:rPr>
              <a:t>1) Identify the Risk:</a:t>
            </a:r>
          </a:p>
          <a:p>
            <a:pPr>
              <a:buFont typeface="Wingdings" panose="05000000000000000000" pitchFamily="2" charset="2"/>
              <a:buChar char="Ø"/>
            </a:pPr>
            <a:r>
              <a:rPr lang="en-US" dirty="0"/>
              <a:t>An important question while performing the Risk Management is, “what risk(s) has more probability of affecting the project”?</a:t>
            </a:r>
          </a:p>
          <a:p>
            <a:pPr>
              <a:buFont typeface="Wingdings" panose="05000000000000000000" pitchFamily="2" charset="2"/>
              <a:buChar char="Ø"/>
            </a:pPr>
            <a:r>
              <a:rPr lang="en-US" dirty="0"/>
              <a:t>Various methods are used for the sake of identifying the risks.</a:t>
            </a:r>
          </a:p>
        </p:txBody>
      </p:sp>
      <p:graphicFrame>
        <p:nvGraphicFramePr>
          <p:cNvPr id="5" name="Diagram 4"/>
          <p:cNvGraphicFramePr/>
          <p:nvPr>
            <p:extLst>
              <p:ext uri="{D42A27DB-BD31-4B8C-83A1-F6EECF244321}">
                <p14:modId xmlns:p14="http://schemas.microsoft.com/office/powerpoint/2010/main" val="3320445729"/>
              </p:ext>
            </p:extLst>
          </p:nvPr>
        </p:nvGraphicFramePr>
        <p:xfrm>
          <a:off x="9333781" y="3536830"/>
          <a:ext cx="2654201" cy="3129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25549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495581" cy="4351338"/>
          </a:xfrm>
        </p:spPr>
        <p:txBody>
          <a:bodyPr>
            <a:normAutofit/>
          </a:bodyPr>
          <a:lstStyle/>
          <a:p>
            <a:pPr marL="0" indent="0">
              <a:buNone/>
            </a:pPr>
            <a:r>
              <a:rPr lang="en-US" b="1" dirty="0">
                <a:solidFill>
                  <a:srgbClr val="FFC000"/>
                </a:solidFill>
              </a:rPr>
              <a:t>1) Identify the Risk:</a:t>
            </a:r>
          </a:p>
          <a:p>
            <a:pPr marL="0" indent="0" algn="ctr">
              <a:buNone/>
            </a:pPr>
            <a:r>
              <a:rPr lang="en-US" b="1" dirty="0"/>
              <a:t>SWOT Analysis</a:t>
            </a:r>
          </a:p>
          <a:p>
            <a:pPr algn="just">
              <a:buFont typeface="Wingdings" panose="05000000000000000000" pitchFamily="2" charset="2"/>
              <a:buChar char="q"/>
            </a:pPr>
            <a:r>
              <a:rPr lang="en-US" dirty="0"/>
              <a:t>A SWOT analysis is a compilation of your company’s Strengths, Weaknesses, Opportunities and </a:t>
            </a:r>
            <a:r>
              <a:rPr lang="en-US" dirty="0">
                <a:solidFill>
                  <a:srgbClr val="C00000"/>
                </a:solidFill>
              </a:rPr>
              <a:t>Threats</a:t>
            </a:r>
            <a:r>
              <a:rPr lang="en-US" dirty="0"/>
              <a:t>. </a:t>
            </a:r>
          </a:p>
          <a:p>
            <a:pPr algn="just">
              <a:buFont typeface="Wingdings" panose="05000000000000000000" pitchFamily="2" charset="2"/>
              <a:buChar char="q"/>
            </a:pPr>
            <a:r>
              <a:rPr lang="en-US" dirty="0"/>
              <a:t>The primary objective of a SWOT analysis is to help organizations develop a full awareness of all the factors involved in making a business decision.</a:t>
            </a:r>
          </a:p>
          <a:p>
            <a:pPr marL="514350" indent="-514350">
              <a:buFont typeface="+mj-lt"/>
              <a:buAutoNum type="arabicPeriod"/>
            </a:pPr>
            <a:endParaRPr lang="en-US" dirty="0"/>
          </a:p>
        </p:txBody>
      </p:sp>
      <p:graphicFrame>
        <p:nvGraphicFramePr>
          <p:cNvPr id="5" name="Diagram 4"/>
          <p:cNvGraphicFramePr/>
          <p:nvPr>
            <p:extLst>
              <p:ext uri="{D42A27DB-BD31-4B8C-83A1-F6EECF244321}">
                <p14:modId xmlns:p14="http://schemas.microsoft.com/office/powerpoint/2010/main" val="3320445729"/>
              </p:ext>
            </p:extLst>
          </p:nvPr>
        </p:nvGraphicFramePr>
        <p:xfrm>
          <a:off x="9333781" y="3536830"/>
          <a:ext cx="2654201" cy="3129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3636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771627" cy="4351338"/>
          </a:xfrm>
        </p:spPr>
        <p:txBody>
          <a:bodyPr>
            <a:normAutofit/>
          </a:bodyPr>
          <a:lstStyle/>
          <a:p>
            <a:pPr marL="0" indent="0">
              <a:buNone/>
            </a:pPr>
            <a:r>
              <a:rPr lang="en-US" b="1" dirty="0">
                <a:solidFill>
                  <a:srgbClr val="FFC000"/>
                </a:solidFill>
              </a:rPr>
              <a:t>1) Identify the Risk:</a:t>
            </a:r>
          </a:p>
          <a:p>
            <a:pPr marL="0" indent="0" algn="ctr">
              <a:buNone/>
            </a:pPr>
            <a:r>
              <a:rPr lang="en-US" b="1" dirty="0"/>
              <a:t>Information gathering</a:t>
            </a:r>
            <a:r>
              <a:rPr lang="en-US" dirty="0"/>
              <a:t> </a:t>
            </a:r>
          </a:p>
          <a:p>
            <a:pPr algn="just">
              <a:buFont typeface="Wingdings" panose="05000000000000000000" pitchFamily="2" charset="2"/>
              <a:buChar char="q"/>
            </a:pPr>
            <a:r>
              <a:rPr lang="en-US" dirty="0"/>
              <a:t>It is the most common method of identifying risk sources. </a:t>
            </a:r>
          </a:p>
          <a:p>
            <a:pPr algn="just">
              <a:buFont typeface="Wingdings" panose="05000000000000000000" pitchFamily="2" charset="2"/>
              <a:buChar char="q"/>
            </a:pPr>
            <a:r>
              <a:rPr lang="en-US" dirty="0"/>
              <a:t>It involves brainstorming sessions to obtain a comprehensive list of possible risks. </a:t>
            </a:r>
          </a:p>
          <a:p>
            <a:pPr algn="just">
              <a:buFont typeface="Wingdings" panose="05000000000000000000" pitchFamily="2" charset="2"/>
              <a:buChar char="q"/>
            </a:pPr>
            <a:r>
              <a:rPr lang="en-US" dirty="0"/>
              <a:t>It relies on the knowledge of experienced project participants, stakeholders and experts to identify the risk</a:t>
            </a:r>
          </a:p>
        </p:txBody>
      </p:sp>
      <p:graphicFrame>
        <p:nvGraphicFramePr>
          <p:cNvPr id="5" name="Diagram 4"/>
          <p:cNvGraphicFramePr/>
          <p:nvPr>
            <p:extLst>
              <p:ext uri="{D42A27DB-BD31-4B8C-83A1-F6EECF244321}">
                <p14:modId xmlns:p14="http://schemas.microsoft.com/office/powerpoint/2010/main" val="888401192"/>
              </p:ext>
            </p:extLst>
          </p:nvPr>
        </p:nvGraphicFramePr>
        <p:xfrm>
          <a:off x="9609827" y="4019909"/>
          <a:ext cx="2311879" cy="2501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04676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702615" cy="4351338"/>
          </a:xfrm>
        </p:spPr>
        <p:txBody>
          <a:bodyPr>
            <a:normAutofit fontScale="92500" lnSpcReduction="10000"/>
          </a:bodyPr>
          <a:lstStyle/>
          <a:p>
            <a:pPr marL="0" indent="0">
              <a:buNone/>
            </a:pPr>
            <a:r>
              <a:rPr lang="en-US" b="1" dirty="0">
                <a:solidFill>
                  <a:srgbClr val="FFC000"/>
                </a:solidFill>
              </a:rPr>
              <a:t>1) Identify the Risk:</a:t>
            </a:r>
          </a:p>
          <a:p>
            <a:pPr marL="171450" indent="-171450"/>
            <a:endParaRPr lang="en-US" b="1" dirty="0"/>
          </a:p>
          <a:p>
            <a:pPr marL="0" indent="0" algn="ctr">
              <a:buNone/>
            </a:pPr>
            <a:r>
              <a:rPr lang="en-US" b="1" dirty="0"/>
              <a:t>Checklist Analysis</a:t>
            </a:r>
            <a:r>
              <a:rPr lang="en-US" dirty="0"/>
              <a:t> (CLA) </a:t>
            </a:r>
          </a:p>
          <a:p>
            <a:pPr algn="just">
              <a:buFont typeface="Wingdings" panose="05000000000000000000" pitchFamily="2" charset="2"/>
              <a:buChar char="q"/>
            </a:pPr>
            <a:r>
              <a:rPr lang="en-US" dirty="0"/>
              <a:t>CLA is a technique that can be used to identify and manage risks. </a:t>
            </a:r>
          </a:p>
          <a:p>
            <a:pPr algn="just">
              <a:buFont typeface="Wingdings" panose="05000000000000000000" pitchFamily="2" charset="2"/>
              <a:buChar char="q"/>
            </a:pPr>
            <a:r>
              <a:rPr lang="en-US" dirty="0"/>
              <a:t>The checklist is developed by listing items, steps, or tasks and is then analyzed against criteria to determine if the procedure is completed correctly. </a:t>
            </a:r>
          </a:p>
          <a:p>
            <a:pPr algn="just">
              <a:buFont typeface="Wingdings" panose="05000000000000000000" pitchFamily="2" charset="2"/>
              <a:buChar char="q"/>
            </a:pPr>
            <a:r>
              <a:rPr lang="en-US" dirty="0"/>
              <a:t>The checklists should be developed using historical information or knowledge gained from similar projects in the past.</a:t>
            </a:r>
          </a:p>
        </p:txBody>
      </p:sp>
      <p:graphicFrame>
        <p:nvGraphicFramePr>
          <p:cNvPr id="5" name="Diagram 4"/>
          <p:cNvGraphicFramePr/>
          <p:nvPr>
            <p:extLst>
              <p:ext uri="{D42A27DB-BD31-4B8C-83A1-F6EECF244321}">
                <p14:modId xmlns:p14="http://schemas.microsoft.com/office/powerpoint/2010/main" val="2116631202"/>
              </p:ext>
            </p:extLst>
          </p:nvPr>
        </p:nvGraphicFramePr>
        <p:xfrm>
          <a:off x="9540815" y="3347168"/>
          <a:ext cx="2447167" cy="3112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23996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254706" cy="4351338"/>
          </a:xfrm>
        </p:spPr>
        <p:txBody>
          <a:bodyPr>
            <a:normAutofit/>
          </a:bodyPr>
          <a:lstStyle/>
          <a:p>
            <a:pPr marL="0" indent="0">
              <a:buNone/>
            </a:pPr>
            <a:r>
              <a:rPr lang="en-US" b="1" dirty="0">
                <a:solidFill>
                  <a:srgbClr val="FFC000"/>
                </a:solidFill>
              </a:rPr>
              <a:t>1) Identify the Risk:</a:t>
            </a:r>
          </a:p>
          <a:p>
            <a:pPr marL="171450" indent="-171450"/>
            <a:endParaRPr lang="en-US" b="1" dirty="0"/>
          </a:p>
          <a:p>
            <a:pPr marL="0" indent="0" algn="ctr">
              <a:buNone/>
            </a:pPr>
            <a:r>
              <a:rPr lang="en-US" b="1" dirty="0"/>
              <a:t>Assumptions Analysis </a:t>
            </a:r>
          </a:p>
          <a:p>
            <a:pPr algn="just">
              <a:buFont typeface="Wingdings" panose="05000000000000000000" pitchFamily="2" charset="2"/>
              <a:buChar char="q"/>
            </a:pPr>
            <a:r>
              <a:rPr lang="en-US" dirty="0"/>
              <a:t> The Assumptions Analysis is defined as “A technique that explores the accuracy of assumptions and identifies risks to the project from inaccuracy, inconsistency, or incompleteness of assumptions.” </a:t>
            </a:r>
          </a:p>
        </p:txBody>
      </p:sp>
      <p:graphicFrame>
        <p:nvGraphicFramePr>
          <p:cNvPr id="5" name="Diagram 4"/>
          <p:cNvGraphicFramePr/>
          <p:nvPr>
            <p:extLst>
              <p:ext uri="{D42A27DB-BD31-4B8C-83A1-F6EECF244321}">
                <p14:modId xmlns:p14="http://schemas.microsoft.com/office/powerpoint/2010/main" val="391073646"/>
              </p:ext>
            </p:extLst>
          </p:nvPr>
        </p:nvGraphicFramePr>
        <p:xfrm>
          <a:off x="9954883" y="3347168"/>
          <a:ext cx="2033099" cy="2829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7078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37785" cy="4351338"/>
          </a:xfrm>
        </p:spPr>
        <p:txBody>
          <a:bodyPr>
            <a:normAutofit/>
          </a:bodyPr>
          <a:lstStyle/>
          <a:p>
            <a:pPr marL="0" indent="0">
              <a:buNone/>
            </a:pPr>
            <a:r>
              <a:rPr lang="en-US" b="1" dirty="0">
                <a:solidFill>
                  <a:srgbClr val="92D050"/>
                </a:solidFill>
              </a:rPr>
              <a:t>2) Analyze the Risk:</a:t>
            </a:r>
          </a:p>
          <a:p>
            <a:pPr marL="514350" indent="-514350">
              <a:buFont typeface="+mj-lt"/>
              <a:buAutoNum type="alphaLcPeriod"/>
            </a:pPr>
            <a:r>
              <a:rPr lang="en-US" b="1" dirty="0">
                <a:solidFill>
                  <a:srgbClr val="00B0F0"/>
                </a:solidFill>
              </a:rPr>
              <a:t>Qualitative Risk Analysis</a:t>
            </a:r>
          </a:p>
          <a:p>
            <a:pPr lvl="1" algn="just">
              <a:buFont typeface="Wingdings" panose="05000000000000000000" pitchFamily="2" charset="2"/>
              <a:buChar char="q"/>
            </a:pPr>
            <a:r>
              <a:rPr lang="en-US" b="1" dirty="0"/>
              <a:t> Qualitative risk analysis </a:t>
            </a:r>
            <a:r>
              <a:rPr lang="en-US" dirty="0"/>
              <a:t>is a technique used to quantify risk associated with a particular hazard. Risk assessment is used for uncertain events that could have many outcomes and for which there could be significant consequences.</a:t>
            </a:r>
          </a:p>
          <a:p>
            <a:pPr lvl="1" algn="just">
              <a:buFont typeface="Wingdings" panose="05000000000000000000" pitchFamily="2" charset="2"/>
              <a:buChar char="q"/>
            </a:pPr>
            <a:r>
              <a:rPr lang="en-US" dirty="0"/>
              <a:t> Qualitative analysis can be performed using following methods:</a:t>
            </a:r>
          </a:p>
          <a:p>
            <a:pPr lvl="2">
              <a:buFont typeface="Wingdings" panose="05000000000000000000" pitchFamily="2" charset="2"/>
              <a:buChar char="Ø"/>
            </a:pPr>
            <a:r>
              <a:rPr lang="en-US" dirty="0"/>
              <a:t>Assess impact and likelihood of the identified risk.</a:t>
            </a:r>
          </a:p>
          <a:p>
            <a:pPr lvl="2">
              <a:buFont typeface="Wingdings" panose="05000000000000000000" pitchFamily="2" charset="2"/>
              <a:buChar char="Ø"/>
            </a:pPr>
            <a:r>
              <a:rPr lang="en-US" dirty="0"/>
              <a:t>Probability and Impact Matrix.</a:t>
            </a:r>
          </a:p>
          <a:p>
            <a:pPr lvl="2">
              <a:buFont typeface="Wingdings" panose="05000000000000000000" pitchFamily="2" charset="2"/>
              <a:buChar char="Ø"/>
            </a:pPr>
            <a:r>
              <a:rPr lang="en-US" dirty="0"/>
              <a:t>Risk categorization.</a:t>
            </a:r>
          </a:p>
          <a:p>
            <a:pPr lvl="2">
              <a:buFont typeface="Wingdings" panose="05000000000000000000" pitchFamily="2" charset="2"/>
              <a:buChar char="Ø"/>
            </a:pPr>
            <a:r>
              <a:rPr lang="en-US" dirty="0"/>
              <a:t>Risk urgency assessment.</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23543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1" y="1825625"/>
            <a:ext cx="9013166" cy="4351338"/>
          </a:xfrm>
        </p:spPr>
        <p:txBody>
          <a:bodyPr>
            <a:normAutofit/>
          </a:bodyPr>
          <a:lstStyle/>
          <a:p>
            <a:pPr marL="0" indent="0">
              <a:buNone/>
            </a:pPr>
            <a:r>
              <a:rPr lang="en-US" b="1" dirty="0">
                <a:solidFill>
                  <a:srgbClr val="92D050"/>
                </a:solidFill>
              </a:rPr>
              <a:t>2) Analyze the Risk:</a:t>
            </a:r>
          </a:p>
          <a:p>
            <a:pPr marL="514350" indent="-514350">
              <a:buFont typeface="+mj-lt"/>
              <a:buAutoNum type="alphaLcPeriod"/>
            </a:pPr>
            <a:r>
              <a:rPr lang="en-US" b="1" dirty="0">
                <a:solidFill>
                  <a:srgbClr val="00B0F0"/>
                </a:solidFill>
              </a:rPr>
              <a:t>Qualitative Risk Analysis</a:t>
            </a:r>
          </a:p>
          <a:p>
            <a:pPr marL="457200" lvl="1" indent="0" algn="ctr">
              <a:lnSpc>
                <a:spcPct val="150000"/>
              </a:lnSpc>
              <a:buNone/>
            </a:pPr>
            <a:r>
              <a:rPr lang="en-US" b="1" dirty="0"/>
              <a:t>Assess impact and likelihood of the identified risk</a:t>
            </a:r>
          </a:p>
          <a:p>
            <a:pPr lvl="1" algn="just">
              <a:buFont typeface="Wingdings" panose="05000000000000000000" pitchFamily="2" charset="2"/>
              <a:buChar char="q"/>
            </a:pPr>
            <a:r>
              <a:rPr lang="en-US" dirty="0"/>
              <a:t> The probability assessment involves estimating the likelihood of a risk occurring. </a:t>
            </a:r>
          </a:p>
          <a:p>
            <a:pPr lvl="1" algn="just">
              <a:buFont typeface="Wingdings" panose="05000000000000000000" pitchFamily="2" charset="2"/>
              <a:buChar char="q"/>
            </a:pPr>
            <a:r>
              <a:rPr lang="en-US" dirty="0"/>
              <a:t>The impact assessment estimates the effects of a risk event on a project objective. </a:t>
            </a:r>
          </a:p>
          <a:p>
            <a:pPr lvl="1" algn="just">
              <a:buFont typeface="Wingdings" panose="05000000000000000000" pitchFamily="2" charset="2"/>
              <a:buChar char="q"/>
            </a:pPr>
            <a:r>
              <a:rPr lang="en-US" dirty="0"/>
              <a:t>These impacts can be both positive and negative; i.e., opportunities and threats.</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53627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1" y="1825625"/>
            <a:ext cx="9185694" cy="4351338"/>
          </a:xfrm>
        </p:spPr>
        <p:txBody>
          <a:bodyPr>
            <a:normAutofit/>
          </a:bodyPr>
          <a:lstStyle/>
          <a:p>
            <a:pPr marL="0" indent="0">
              <a:buNone/>
            </a:pPr>
            <a:r>
              <a:rPr lang="en-US" b="1" dirty="0">
                <a:solidFill>
                  <a:srgbClr val="92D050"/>
                </a:solidFill>
              </a:rPr>
              <a:t>2) Analyze the Risk:</a:t>
            </a:r>
          </a:p>
          <a:p>
            <a:pPr marL="514350" indent="-514350">
              <a:buFont typeface="+mj-lt"/>
              <a:buAutoNum type="alphaLcPeriod"/>
            </a:pPr>
            <a:r>
              <a:rPr lang="en-US" b="1" dirty="0">
                <a:solidFill>
                  <a:srgbClr val="00B0F0"/>
                </a:solidFill>
              </a:rPr>
              <a:t>Qualitative Risk Analysis</a:t>
            </a:r>
          </a:p>
          <a:p>
            <a:pPr marL="171450" indent="-171450"/>
            <a:endParaRPr lang="en-US" sz="2400" dirty="0"/>
          </a:p>
          <a:p>
            <a:pPr marL="0" indent="0" algn="ctr">
              <a:buNone/>
            </a:pPr>
            <a:r>
              <a:rPr lang="en-US" sz="2400" b="1" dirty="0"/>
              <a:t>Probability and Impact Matrix</a:t>
            </a:r>
          </a:p>
          <a:p>
            <a:pPr algn="just">
              <a:buFont typeface="Wingdings" panose="05000000000000000000" pitchFamily="2" charset="2"/>
              <a:buChar char="q"/>
            </a:pPr>
            <a:r>
              <a:rPr lang="en-US" sz="2400" dirty="0"/>
              <a:t>It uses the combination of probability and impact scores of individual risks and ranks/ prioritizes them for easy handling of the risks. </a:t>
            </a:r>
          </a:p>
          <a:p>
            <a:pPr algn="just">
              <a:buFont typeface="Wingdings" panose="05000000000000000000" pitchFamily="2" charset="2"/>
              <a:buChar char="q"/>
            </a:pPr>
            <a:r>
              <a:rPr lang="en-US" sz="2400" dirty="0"/>
              <a:t>In other words, the probability and impact matrix helps to determine which risks need detailed risk response plans.</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02078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37785" cy="4351338"/>
          </a:xfrm>
        </p:spPr>
        <p:txBody>
          <a:bodyPr>
            <a:normAutofit/>
          </a:bodyPr>
          <a:lstStyle/>
          <a:p>
            <a:pPr marL="0" indent="0">
              <a:buNone/>
            </a:pPr>
            <a:r>
              <a:rPr lang="en-US" b="1" dirty="0">
                <a:solidFill>
                  <a:srgbClr val="92D050"/>
                </a:solidFill>
              </a:rPr>
              <a:t>2) Analyze the Risk:</a:t>
            </a:r>
          </a:p>
          <a:p>
            <a:pPr marL="514350" indent="-514350">
              <a:buFont typeface="+mj-lt"/>
              <a:buAutoNum type="alphaLcPeriod"/>
            </a:pPr>
            <a:r>
              <a:rPr lang="en-US" b="1" dirty="0">
                <a:solidFill>
                  <a:srgbClr val="00B0F0"/>
                </a:solidFill>
              </a:rPr>
              <a:t>Qualitative Risk Analysis</a:t>
            </a:r>
            <a:endParaRPr lang="en-US" sz="2400" dirty="0"/>
          </a:p>
          <a:p>
            <a:pPr marL="0" indent="0" algn="ctr">
              <a:buNone/>
            </a:pPr>
            <a:r>
              <a:rPr lang="en-US" sz="2400" b="1" dirty="0"/>
              <a:t>Risk categorization</a:t>
            </a:r>
            <a:endParaRPr lang="en-US" sz="2400" dirty="0"/>
          </a:p>
          <a:p>
            <a:pPr algn="just">
              <a:buFont typeface="Wingdings" panose="05000000000000000000" pitchFamily="2" charset="2"/>
              <a:buChar char="q"/>
            </a:pPr>
            <a:r>
              <a:rPr lang="en-US" sz="2400" dirty="0"/>
              <a:t>Risk categorization, in project management, is the organization of risks based on their sources, areas of the affected project and other useful categories in order to determine the areas of the project that are the most exposed to the effects of risks or uncertainties.</a:t>
            </a:r>
          </a:p>
        </p:txBody>
      </p:sp>
      <p:graphicFrame>
        <p:nvGraphicFramePr>
          <p:cNvPr id="5" name="Diagram 4"/>
          <p:cNvGraphicFramePr/>
          <p:nvPr>
            <p:extLst>
              <p:ext uri="{D42A27DB-BD31-4B8C-83A1-F6EECF244321}">
                <p14:modId xmlns:p14="http://schemas.microsoft.com/office/powerpoint/2010/main" val="2114661238"/>
              </p:ext>
            </p:extLst>
          </p:nvPr>
        </p:nvGraphicFramePr>
        <p:xfrm>
          <a:off x="9644332" y="4106174"/>
          <a:ext cx="2343650" cy="20707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16022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37785" cy="4351338"/>
          </a:xfrm>
        </p:spPr>
        <p:txBody>
          <a:bodyPr>
            <a:normAutofit/>
          </a:bodyPr>
          <a:lstStyle/>
          <a:p>
            <a:pPr marL="0" indent="0">
              <a:buNone/>
            </a:pPr>
            <a:r>
              <a:rPr lang="en-US" b="1" dirty="0">
                <a:solidFill>
                  <a:srgbClr val="92D050"/>
                </a:solidFill>
              </a:rPr>
              <a:t>2) Analyze the Risk:</a:t>
            </a:r>
          </a:p>
          <a:p>
            <a:pPr marL="514350" indent="-514350">
              <a:buFont typeface="+mj-lt"/>
              <a:buAutoNum type="alphaLcPeriod"/>
            </a:pPr>
            <a:r>
              <a:rPr lang="en-US" b="1" dirty="0">
                <a:solidFill>
                  <a:srgbClr val="00B0F0"/>
                </a:solidFill>
              </a:rPr>
              <a:t>Qualitative Risk Analysis</a:t>
            </a:r>
          </a:p>
          <a:p>
            <a:pPr marL="0" indent="0" algn="ctr">
              <a:buNone/>
            </a:pPr>
            <a:r>
              <a:rPr lang="en-US" sz="2400" dirty="0"/>
              <a:t> </a:t>
            </a:r>
            <a:r>
              <a:rPr lang="en-US" sz="2400" b="1" dirty="0"/>
              <a:t>Risk urgency assessment</a:t>
            </a:r>
            <a:endParaRPr lang="en-US" sz="2400" dirty="0"/>
          </a:p>
          <a:p>
            <a:pPr algn="just">
              <a:buFont typeface="Wingdings" panose="05000000000000000000" pitchFamily="2" charset="2"/>
              <a:buChar char="q"/>
            </a:pPr>
            <a:r>
              <a:rPr lang="en-US" sz="2400" dirty="0"/>
              <a:t>The risk urgency assessment is a project management process that reviews and determines the timing of actions that need to happen sooner than the other risk items. </a:t>
            </a:r>
          </a:p>
          <a:p>
            <a:pPr algn="just">
              <a:buFont typeface="Wingdings" panose="05000000000000000000" pitchFamily="2" charset="2"/>
              <a:buChar char="q"/>
            </a:pPr>
            <a:r>
              <a:rPr lang="en-US" sz="2400" dirty="0"/>
              <a:t>The purpose of this particular type of risk assessment is that it identifies the near term risks.</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34724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10755702" cy="4678692"/>
          </a:xfrm>
        </p:spPr>
        <p:txBody>
          <a:bodyPr>
            <a:normAutofit/>
          </a:bodyPr>
          <a:lstStyle/>
          <a:p>
            <a:pPr marL="0" indent="0">
              <a:buNone/>
            </a:pPr>
            <a:r>
              <a:rPr lang="en-US" b="1" dirty="0">
                <a:solidFill>
                  <a:srgbClr val="92D050"/>
                </a:solidFill>
              </a:rPr>
              <a:t>2) Analyze the Risk:</a:t>
            </a:r>
          </a:p>
          <a:p>
            <a:pPr marL="514350" indent="-514350">
              <a:buFont typeface="+mj-lt"/>
              <a:buAutoNum type="alphaLcPeriod" startAt="2"/>
            </a:pPr>
            <a:r>
              <a:rPr lang="en-US" b="1" dirty="0">
                <a:solidFill>
                  <a:srgbClr val="00B0F0"/>
                </a:solidFill>
              </a:rPr>
              <a:t>Quantitative Risk Analysis</a:t>
            </a:r>
          </a:p>
          <a:p>
            <a:pPr lvl="1" algn="just">
              <a:buFont typeface="Wingdings" panose="05000000000000000000" pitchFamily="2" charset="2"/>
              <a:buChar char="Ø"/>
            </a:pPr>
            <a:r>
              <a:rPr lang="en-US" b="1" dirty="0"/>
              <a:t>Quantitative risk analysis</a:t>
            </a:r>
            <a:r>
              <a:rPr lang="en-US" dirty="0"/>
              <a:t> is a numeric estimate of the overall effect of </a:t>
            </a:r>
            <a:r>
              <a:rPr lang="en-US" b="1" dirty="0"/>
              <a:t>risk</a:t>
            </a:r>
            <a:r>
              <a:rPr lang="en-US" dirty="0"/>
              <a:t> on the project objectives such as cost and schedule objectives. The results provide insight into the likelihood of project success and is used to develop contingency reserves.</a:t>
            </a:r>
          </a:p>
          <a:p>
            <a:pPr lvl="1" algn="just">
              <a:buFont typeface="Wingdings" panose="05000000000000000000" pitchFamily="2" charset="2"/>
              <a:buChar char="Ø"/>
            </a:pPr>
            <a:r>
              <a:rPr lang="en-US" dirty="0"/>
              <a:t>There are various ways used to analyze the risk in quantitative way:</a:t>
            </a:r>
          </a:p>
          <a:p>
            <a:pPr lvl="2">
              <a:buFont typeface="Wingdings" panose="05000000000000000000" pitchFamily="2" charset="2"/>
              <a:buChar char="Ø"/>
            </a:pPr>
            <a:r>
              <a:rPr lang="en-US" dirty="0"/>
              <a:t>Data gathering</a:t>
            </a:r>
          </a:p>
          <a:p>
            <a:pPr lvl="2">
              <a:buFont typeface="Wingdings" panose="05000000000000000000" pitchFamily="2" charset="2"/>
              <a:buChar char="Ø"/>
            </a:pPr>
            <a:r>
              <a:rPr lang="en-US" dirty="0"/>
              <a:t>Probability distribution</a:t>
            </a:r>
          </a:p>
          <a:p>
            <a:pPr lvl="2">
              <a:buFont typeface="Wingdings" panose="05000000000000000000" pitchFamily="2" charset="2"/>
              <a:buChar char="Ø"/>
            </a:pPr>
            <a:r>
              <a:rPr lang="en-US" dirty="0"/>
              <a:t>Modeling Techniques</a:t>
            </a:r>
          </a:p>
          <a:p>
            <a:pPr lvl="1" algn="just">
              <a:buFont typeface="Wingdings" panose="05000000000000000000" pitchFamily="2" charset="2"/>
              <a:buChar char="Ø"/>
            </a:pPr>
            <a:endParaRPr lang="en-US" dirty="0"/>
          </a:p>
        </p:txBody>
      </p:sp>
      <p:graphicFrame>
        <p:nvGraphicFramePr>
          <p:cNvPr id="5" name="Diagram 4"/>
          <p:cNvGraphicFramePr/>
          <p:nvPr>
            <p:extLst>
              <p:ext uri="{D42A27DB-BD31-4B8C-83A1-F6EECF244321}">
                <p14:modId xmlns:p14="http://schemas.microsoft.com/office/powerpoint/2010/main" val="870845291"/>
              </p:ext>
            </p:extLst>
          </p:nvPr>
        </p:nvGraphicFramePr>
        <p:xfrm>
          <a:off x="9885872" y="3899140"/>
          <a:ext cx="2102110" cy="2767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1112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1" y="1825625"/>
            <a:ext cx="8719868" cy="4351338"/>
          </a:xfrm>
        </p:spPr>
        <p:txBody>
          <a:bodyPr>
            <a:normAutofit fontScale="92500"/>
          </a:bodyPr>
          <a:lstStyle/>
          <a:p>
            <a:pPr marL="0" indent="0">
              <a:buNone/>
            </a:pPr>
            <a:r>
              <a:rPr lang="en-US" b="1" dirty="0">
                <a:solidFill>
                  <a:srgbClr val="92D050"/>
                </a:solidFill>
              </a:rPr>
              <a:t>2) Analyze the Risk:</a:t>
            </a:r>
          </a:p>
          <a:p>
            <a:pPr marL="514350" indent="-514350">
              <a:buFont typeface="+mj-lt"/>
              <a:buAutoNum type="alphaLcPeriod" startAt="2"/>
            </a:pPr>
            <a:r>
              <a:rPr lang="en-US" b="1" dirty="0">
                <a:solidFill>
                  <a:srgbClr val="00B0F0"/>
                </a:solidFill>
              </a:rPr>
              <a:t>Quantitative Risk Analysis</a:t>
            </a:r>
          </a:p>
          <a:p>
            <a:pPr marL="0" indent="0" algn="ctr">
              <a:buNone/>
            </a:pPr>
            <a:r>
              <a:rPr lang="en-US" b="1" dirty="0"/>
              <a:t>Data gathering</a:t>
            </a:r>
          </a:p>
          <a:p>
            <a:pPr marL="571500" indent="-571500">
              <a:buFont typeface="+mj-lt"/>
              <a:buAutoNum type="romanLcPeriod"/>
            </a:pPr>
            <a:r>
              <a:rPr lang="en-US" b="1" dirty="0"/>
              <a:t>Direct: </a:t>
            </a:r>
            <a:r>
              <a:rPr lang="en-US" dirty="0"/>
              <a:t>including surveys, questionnaires, direct observations, and focus groups.</a:t>
            </a:r>
          </a:p>
          <a:p>
            <a:pPr marL="571500" indent="-571500">
              <a:buFont typeface="+mj-lt"/>
              <a:buAutoNum type="romanLcPeriod"/>
            </a:pPr>
            <a:r>
              <a:rPr lang="en-US" b="1" dirty="0"/>
              <a:t>Diagrammatic:</a:t>
            </a:r>
            <a:r>
              <a:rPr lang="en-US" dirty="0"/>
              <a:t> Collecting the data from diagrams</a:t>
            </a:r>
          </a:p>
          <a:p>
            <a:pPr marL="571500" indent="-571500">
              <a:buFont typeface="+mj-lt"/>
              <a:buAutoNum type="romanLcPeriod"/>
            </a:pPr>
            <a:r>
              <a:rPr lang="en-US" b="1" dirty="0"/>
              <a:t>Delphi</a:t>
            </a:r>
            <a:r>
              <a:rPr lang="en-US" dirty="0"/>
              <a:t>: The Delphi method or Delphi technique is a structured communication technique or method, originally developed as a systematic, interactive forecasting method which relies on a panel of experts.</a:t>
            </a:r>
          </a:p>
          <a:p>
            <a:pPr marL="1371600" lvl="2" indent="-457200">
              <a:buFont typeface="+mj-lt"/>
              <a:buAutoNum type="alphaLcPeriod"/>
            </a:pPr>
            <a:endParaRPr lang="en-US" dirty="0"/>
          </a:p>
        </p:txBody>
      </p:sp>
      <p:graphicFrame>
        <p:nvGraphicFramePr>
          <p:cNvPr id="5" name="Diagram 4"/>
          <p:cNvGraphicFramePr/>
          <p:nvPr>
            <p:extLst>
              <p:ext uri="{D42A27DB-BD31-4B8C-83A1-F6EECF244321}">
                <p14:modId xmlns:p14="http://schemas.microsoft.com/office/powerpoint/2010/main" val="1965335291"/>
              </p:ext>
            </p:extLst>
          </p:nvPr>
        </p:nvGraphicFramePr>
        <p:xfrm>
          <a:off x="9696091" y="3347168"/>
          <a:ext cx="2291891" cy="23807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90051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199" y="1825625"/>
            <a:ext cx="9289211" cy="4351338"/>
          </a:xfrm>
        </p:spPr>
        <p:txBody>
          <a:bodyPr>
            <a:normAutofit/>
          </a:bodyPr>
          <a:lstStyle/>
          <a:p>
            <a:pPr marL="0" indent="0">
              <a:buNone/>
            </a:pPr>
            <a:r>
              <a:rPr lang="en-US" b="1" dirty="0">
                <a:solidFill>
                  <a:srgbClr val="92D050"/>
                </a:solidFill>
              </a:rPr>
              <a:t>2) Analyze the Risk:</a:t>
            </a:r>
          </a:p>
          <a:p>
            <a:pPr marL="514350" indent="-514350">
              <a:buFont typeface="+mj-lt"/>
              <a:buAutoNum type="alphaLcPeriod" startAt="2"/>
            </a:pPr>
            <a:r>
              <a:rPr lang="en-US" b="1" dirty="0">
                <a:solidFill>
                  <a:srgbClr val="00B0F0"/>
                </a:solidFill>
              </a:rPr>
              <a:t>Quantitative Risk Analysis</a:t>
            </a:r>
          </a:p>
          <a:p>
            <a:pPr marL="457200" lvl="1" indent="0" algn="ctr">
              <a:buNone/>
            </a:pPr>
            <a:r>
              <a:rPr lang="en-US" b="1" dirty="0"/>
              <a:t>Probability distribution</a:t>
            </a:r>
          </a:p>
          <a:p>
            <a:pPr lvl="1" algn="just"/>
            <a:r>
              <a:rPr lang="en-US" dirty="0"/>
              <a:t>A statistical model based on probabilities of occurrence of some event.</a:t>
            </a:r>
          </a:p>
          <a:p>
            <a:pPr lvl="1" algn="just"/>
            <a:r>
              <a:rPr lang="en-US" dirty="0"/>
              <a:t>Used to analyze the probability of occurrence of different risks quantitatively.</a:t>
            </a:r>
          </a:p>
        </p:txBody>
      </p:sp>
      <p:graphicFrame>
        <p:nvGraphicFramePr>
          <p:cNvPr id="5" name="Diagram 4"/>
          <p:cNvGraphicFramePr/>
          <p:nvPr>
            <p:extLst>
              <p:ext uri="{D42A27DB-BD31-4B8C-83A1-F6EECF244321}">
                <p14:modId xmlns:p14="http://schemas.microsoft.com/office/powerpoint/2010/main" val="2349815960"/>
              </p:ext>
            </p:extLst>
          </p:nvPr>
        </p:nvGraphicFramePr>
        <p:xfrm>
          <a:off x="9230264" y="4201183"/>
          <a:ext cx="2429914" cy="26568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65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10755702" cy="4351338"/>
          </a:xfrm>
        </p:spPr>
        <p:txBody>
          <a:bodyPr>
            <a:normAutofit/>
          </a:bodyPr>
          <a:lstStyle/>
          <a:p>
            <a:pPr marL="0" indent="0">
              <a:buNone/>
            </a:pPr>
            <a:r>
              <a:rPr lang="en-US" b="1" dirty="0">
                <a:solidFill>
                  <a:srgbClr val="92D050"/>
                </a:solidFill>
              </a:rPr>
              <a:t>2) Analyze the Risk:</a:t>
            </a:r>
          </a:p>
          <a:p>
            <a:pPr marL="514350" indent="-514350">
              <a:buFont typeface="+mj-lt"/>
              <a:buAutoNum type="alphaLcPeriod" startAt="2"/>
            </a:pPr>
            <a:r>
              <a:rPr lang="en-US" b="1" dirty="0">
                <a:solidFill>
                  <a:srgbClr val="00B0F0"/>
                </a:solidFill>
              </a:rPr>
              <a:t>Quantitative Risk Analysis</a:t>
            </a:r>
          </a:p>
          <a:p>
            <a:pPr lvl="1">
              <a:buFont typeface="Wingdings" panose="05000000000000000000" pitchFamily="2" charset="2"/>
              <a:buChar char="Ø"/>
            </a:pPr>
            <a:r>
              <a:rPr lang="en-US" dirty="0"/>
              <a:t>Modeling Techniques</a:t>
            </a:r>
          </a:p>
          <a:p>
            <a:pPr marL="1371600" lvl="2" indent="-457200">
              <a:buFont typeface="+mj-lt"/>
              <a:buAutoNum type="alphaLcPeriod"/>
            </a:pPr>
            <a:r>
              <a:rPr lang="en-US" dirty="0"/>
              <a:t>Decision tree Analysis</a:t>
            </a:r>
          </a:p>
          <a:p>
            <a:pPr marL="1371600" lvl="2" indent="-457200">
              <a:buFont typeface="+mj-lt"/>
              <a:buAutoNum type="alphaLcPeriod"/>
            </a:pPr>
            <a:r>
              <a:rPr lang="en-US" dirty="0"/>
              <a:t>Sensitivity Analysis</a:t>
            </a:r>
          </a:p>
          <a:p>
            <a:pPr marL="1371600" lvl="2" indent="-457200">
              <a:buFont typeface="+mj-lt"/>
              <a:buAutoNum type="alphaLcPeriod"/>
            </a:pPr>
            <a:r>
              <a:rPr lang="en-US" dirty="0"/>
              <a:t>Expert Judgment</a:t>
            </a:r>
          </a:p>
        </p:txBody>
      </p:sp>
      <p:graphicFrame>
        <p:nvGraphicFramePr>
          <p:cNvPr id="5" name="Diagram 4"/>
          <p:cNvGraphicFramePr/>
          <p:nvPr>
            <p:extLst>
              <p:ext uri="{D42A27DB-BD31-4B8C-83A1-F6EECF244321}">
                <p14:modId xmlns:p14="http://schemas.microsoft.com/office/powerpoint/2010/main" val="370439911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74340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7450393" cy="4351338"/>
          </a:xfrm>
        </p:spPr>
        <p:txBody>
          <a:bodyPr>
            <a:normAutofit fontScale="92500" lnSpcReduction="20000"/>
          </a:bodyPr>
          <a:lstStyle/>
          <a:p>
            <a:pPr marL="0" indent="0">
              <a:buNone/>
            </a:pPr>
            <a:r>
              <a:rPr lang="en-US" b="1" dirty="0">
                <a:solidFill>
                  <a:srgbClr val="00B050"/>
                </a:solidFill>
              </a:rPr>
              <a:t>3) Evaluate and Rank the Risk:</a:t>
            </a:r>
          </a:p>
          <a:p>
            <a:pPr>
              <a:buFont typeface="Wingdings" panose="05000000000000000000" pitchFamily="2" charset="2"/>
              <a:buChar char="Ø"/>
            </a:pPr>
            <a:r>
              <a:rPr lang="en-US" dirty="0"/>
              <a:t>Risks need to be ranked and prioritized. </a:t>
            </a:r>
          </a:p>
          <a:p>
            <a:pPr>
              <a:buFont typeface="Wingdings" panose="05000000000000000000" pitchFamily="2" charset="2"/>
              <a:buChar char="Ø"/>
            </a:pPr>
            <a:r>
              <a:rPr lang="en-US" dirty="0"/>
              <a:t>Most risk management solutions have different categories of risks, depending on the severity of the risk.</a:t>
            </a:r>
          </a:p>
          <a:p>
            <a:pPr>
              <a:buFont typeface="Wingdings" panose="05000000000000000000" pitchFamily="2" charset="2"/>
              <a:buChar char="Ø"/>
            </a:pPr>
            <a:r>
              <a:rPr lang="en-US" dirty="0"/>
              <a:t>A risk that may cause some inconvenience is rated lowly</a:t>
            </a:r>
          </a:p>
          <a:p>
            <a:pPr>
              <a:buFont typeface="Wingdings" panose="05000000000000000000" pitchFamily="2" charset="2"/>
              <a:buChar char="Ø"/>
            </a:pPr>
            <a:r>
              <a:rPr lang="en-US" dirty="0"/>
              <a:t>Risks that can result in catastrophic loss are rated the highest. </a:t>
            </a:r>
          </a:p>
          <a:p>
            <a:pPr>
              <a:buFont typeface="Wingdings" panose="05000000000000000000" pitchFamily="2" charset="2"/>
              <a:buChar char="Ø"/>
            </a:pPr>
            <a:r>
              <a:rPr lang="en-US" dirty="0"/>
              <a:t>Highest ranked risks require immediate attention of upper management</a:t>
            </a:r>
          </a:p>
          <a:p>
            <a:pPr>
              <a:buFont typeface="Wingdings" panose="05000000000000000000" pitchFamily="2" charset="2"/>
              <a:buChar char="Ø"/>
            </a:pPr>
            <a:r>
              <a:rPr lang="en-US" dirty="0"/>
              <a:t>Low ranked can be dealt in the near future.</a:t>
            </a:r>
            <a:endParaRPr lang="en-US" b="1" dirty="0"/>
          </a:p>
        </p:txBody>
      </p:sp>
      <p:graphicFrame>
        <p:nvGraphicFramePr>
          <p:cNvPr id="5" name="Diagram 4"/>
          <p:cNvGraphicFramePr/>
          <p:nvPr>
            <p:extLst>
              <p:ext uri="{D42A27DB-BD31-4B8C-83A1-F6EECF244321}">
                <p14:modId xmlns:p14="http://schemas.microsoft.com/office/powerpoint/2010/main" val="370439911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27700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20532" cy="4351338"/>
          </a:xfrm>
        </p:spPr>
        <p:txBody>
          <a:bodyPr>
            <a:normAutofit/>
          </a:bodyPr>
          <a:lstStyle/>
          <a:p>
            <a:pPr marL="0" indent="0">
              <a:buNone/>
            </a:pPr>
            <a:r>
              <a:rPr lang="en-US" sz="3400" b="1" dirty="0">
                <a:solidFill>
                  <a:srgbClr val="00C5DA"/>
                </a:solidFill>
              </a:rPr>
              <a:t>4) Treat the Risk:</a:t>
            </a:r>
          </a:p>
          <a:p>
            <a:pPr>
              <a:buFont typeface="Wingdings" panose="05000000000000000000" pitchFamily="2" charset="2"/>
              <a:buChar char="Ø"/>
            </a:pPr>
            <a:r>
              <a:rPr lang="en-US" dirty="0"/>
              <a:t>Eliminate risks before they happen.</a:t>
            </a:r>
          </a:p>
          <a:p>
            <a:pPr>
              <a:buFont typeface="Wingdings" panose="05000000000000000000" pitchFamily="2" charset="2"/>
              <a:buChar char="Ø"/>
            </a:pPr>
            <a:r>
              <a:rPr lang="en-US" dirty="0"/>
              <a:t>Decrease impact of risk(s).</a:t>
            </a:r>
          </a:p>
          <a:p>
            <a:pPr>
              <a:buFont typeface="Wingdings" panose="05000000000000000000" pitchFamily="2" charset="2"/>
              <a:buChar char="Ø"/>
            </a:pPr>
            <a:r>
              <a:rPr lang="en-US" dirty="0"/>
              <a:t>Contingency plan: Do something if risk happens</a:t>
            </a:r>
          </a:p>
          <a:p>
            <a:pPr>
              <a:buFont typeface="Wingdings" panose="05000000000000000000" pitchFamily="2" charset="2"/>
              <a:buChar char="Ø"/>
            </a:pPr>
            <a:r>
              <a:rPr lang="en-US" dirty="0"/>
              <a:t>Fallback plan: Do something if contingency plans are not effective</a:t>
            </a:r>
          </a:p>
        </p:txBody>
      </p:sp>
      <p:graphicFrame>
        <p:nvGraphicFramePr>
          <p:cNvPr id="5" name="Diagram 4"/>
          <p:cNvGraphicFramePr/>
          <p:nvPr>
            <p:extLst>
              <p:ext uri="{D42A27DB-BD31-4B8C-83A1-F6EECF244321}">
                <p14:modId xmlns:p14="http://schemas.microsoft.com/office/powerpoint/2010/main" val="190791013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07706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20532" cy="4351338"/>
          </a:xfrm>
        </p:spPr>
        <p:txBody>
          <a:bodyPr>
            <a:normAutofit/>
          </a:bodyPr>
          <a:lstStyle/>
          <a:p>
            <a:pPr marL="0" indent="0">
              <a:buNone/>
            </a:pPr>
            <a:r>
              <a:rPr lang="en-US" sz="3400" b="1" dirty="0">
                <a:solidFill>
                  <a:srgbClr val="00C5DA"/>
                </a:solidFill>
              </a:rPr>
              <a:t>4) Treat the Risk: </a:t>
            </a:r>
            <a:r>
              <a:rPr lang="en-US" sz="3400" b="1" dirty="0"/>
              <a:t>Continued..</a:t>
            </a:r>
          </a:p>
          <a:p>
            <a:pPr>
              <a:buFont typeface="Wingdings" panose="05000000000000000000" pitchFamily="2" charset="2"/>
              <a:buChar char="Ø"/>
            </a:pPr>
            <a:r>
              <a:rPr lang="en-US" dirty="0"/>
              <a:t>Negative risk or threat</a:t>
            </a:r>
          </a:p>
          <a:p>
            <a:pPr lvl="1"/>
            <a:r>
              <a:rPr lang="en-US" dirty="0"/>
              <a:t>Avoid</a:t>
            </a:r>
          </a:p>
          <a:p>
            <a:pPr lvl="1"/>
            <a:r>
              <a:rPr lang="en-US" dirty="0"/>
              <a:t>Transfer</a:t>
            </a:r>
          </a:p>
          <a:p>
            <a:pPr lvl="1"/>
            <a:r>
              <a:rPr lang="en-US" dirty="0"/>
              <a:t>Mitigate</a:t>
            </a:r>
          </a:p>
          <a:p>
            <a:pPr lvl="1"/>
            <a:r>
              <a:rPr lang="en-US" dirty="0"/>
              <a:t>Accept</a:t>
            </a:r>
          </a:p>
          <a:p>
            <a:pPr>
              <a:buFont typeface="Wingdings" panose="05000000000000000000" pitchFamily="2" charset="2"/>
              <a:buChar char="Ø"/>
            </a:pPr>
            <a:r>
              <a:rPr lang="en-US" dirty="0"/>
              <a:t>Positive risk or opportunity</a:t>
            </a:r>
          </a:p>
          <a:p>
            <a:pPr lvl="1"/>
            <a:r>
              <a:rPr lang="en-US" dirty="0"/>
              <a:t>Exploit</a:t>
            </a:r>
          </a:p>
          <a:p>
            <a:pPr lvl="1"/>
            <a:r>
              <a:rPr lang="en-US" dirty="0"/>
              <a:t>Share</a:t>
            </a:r>
          </a:p>
          <a:p>
            <a:pPr lvl="1"/>
            <a:r>
              <a:rPr lang="en-US" dirty="0"/>
              <a:t>Enhance</a:t>
            </a:r>
            <a:endParaRPr lang="en-US" b="1" dirty="0">
              <a:solidFill>
                <a:srgbClr val="0070C0"/>
              </a:solidFill>
            </a:endParaRPr>
          </a:p>
          <a:p>
            <a:pPr lvl="1">
              <a:buFont typeface="Wingdings" panose="05000000000000000000" pitchFamily="2" charset="2"/>
              <a:buChar char="Ø"/>
            </a:pPr>
            <a:endParaRPr lang="en-US" sz="2800" b="1" dirty="0">
              <a:solidFill>
                <a:srgbClr val="0070C0"/>
              </a:solidFill>
            </a:endParaRPr>
          </a:p>
        </p:txBody>
      </p:sp>
      <p:graphicFrame>
        <p:nvGraphicFramePr>
          <p:cNvPr id="5" name="Diagram 4"/>
          <p:cNvGraphicFramePr/>
          <p:nvPr>
            <p:extLst>
              <p:ext uri="{D42A27DB-BD31-4B8C-83A1-F6EECF244321}">
                <p14:modId xmlns:p14="http://schemas.microsoft.com/office/powerpoint/2010/main" val="190791013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57225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746760" y="1825625"/>
            <a:ext cx="8633604" cy="4351338"/>
          </a:xfrm>
        </p:spPr>
        <p:txBody>
          <a:bodyPr>
            <a:normAutofit/>
          </a:bodyPr>
          <a:lstStyle/>
          <a:p>
            <a:pPr marL="0" indent="0">
              <a:buNone/>
            </a:pPr>
            <a:r>
              <a:rPr lang="en-US" b="1" dirty="0">
                <a:solidFill>
                  <a:srgbClr val="0070C0"/>
                </a:solidFill>
              </a:rPr>
              <a:t>5) Monitor and Review the Risk:</a:t>
            </a:r>
          </a:p>
          <a:p>
            <a:pPr>
              <a:buFont typeface="Wingdings" panose="05000000000000000000" pitchFamily="2" charset="2"/>
              <a:buChar char="Ø"/>
            </a:pPr>
            <a:r>
              <a:rPr lang="en-US" dirty="0">
                <a:solidFill>
                  <a:srgbClr val="C00000"/>
                </a:solidFill>
              </a:rPr>
              <a:t>Risk Reassessment: </a:t>
            </a:r>
            <a:r>
              <a:rPr lang="en-US" dirty="0"/>
              <a:t>Scheduled regularly to identify new risk</a:t>
            </a:r>
          </a:p>
          <a:p>
            <a:pPr>
              <a:buFont typeface="Wingdings" panose="05000000000000000000" pitchFamily="2" charset="2"/>
              <a:buChar char="Ø"/>
            </a:pPr>
            <a:r>
              <a:rPr lang="en-US" dirty="0">
                <a:solidFill>
                  <a:srgbClr val="C00000"/>
                </a:solidFill>
              </a:rPr>
              <a:t>Risk Audit: </a:t>
            </a:r>
            <a:r>
              <a:rPr lang="en-US" dirty="0"/>
              <a:t>Examine the effectiveness of planned risk response</a:t>
            </a:r>
          </a:p>
          <a:p>
            <a:pPr>
              <a:buFont typeface="Wingdings" panose="05000000000000000000" pitchFamily="2" charset="2"/>
              <a:buChar char="Ø"/>
            </a:pPr>
            <a:r>
              <a:rPr lang="en-US" dirty="0">
                <a:solidFill>
                  <a:srgbClr val="C00000"/>
                </a:solidFill>
              </a:rPr>
              <a:t>Trend Analysis: </a:t>
            </a:r>
            <a:r>
              <a:rPr lang="en-US" dirty="0"/>
              <a:t>Monitor overall project performance</a:t>
            </a:r>
          </a:p>
          <a:p>
            <a:pPr lvl="1">
              <a:buFont typeface="Wingdings" panose="05000000000000000000" pitchFamily="2" charset="2"/>
              <a:buChar char="Ø"/>
            </a:pPr>
            <a:endParaRPr lang="en-US" dirty="0"/>
          </a:p>
        </p:txBody>
      </p:sp>
      <p:graphicFrame>
        <p:nvGraphicFramePr>
          <p:cNvPr id="5" name="Diagram 4"/>
          <p:cNvGraphicFramePr/>
          <p:nvPr>
            <p:extLst>
              <p:ext uri="{D42A27DB-BD31-4B8C-83A1-F6EECF244321}">
                <p14:modId xmlns:p14="http://schemas.microsoft.com/office/powerpoint/2010/main" val="2163828074"/>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17144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Plan</a:t>
            </a:r>
            <a:endParaRPr lang="en-US" dirty="0"/>
          </a:p>
        </p:txBody>
      </p:sp>
      <p:sp>
        <p:nvSpPr>
          <p:cNvPr id="3" name="Content Placeholder 2"/>
          <p:cNvSpPr>
            <a:spLocks noGrp="1"/>
          </p:cNvSpPr>
          <p:nvPr>
            <p:ph idx="1"/>
          </p:nvPr>
        </p:nvSpPr>
        <p:spPr>
          <a:xfrm>
            <a:off x="838200" y="1825625"/>
            <a:ext cx="7842161" cy="4351338"/>
          </a:xfrm>
        </p:spPr>
        <p:txBody>
          <a:bodyPr>
            <a:normAutofit/>
          </a:bodyPr>
          <a:lstStyle/>
          <a:p>
            <a:pPr>
              <a:buFont typeface="Wingdings" panose="05000000000000000000" pitchFamily="2" charset="2"/>
              <a:buChar char="ü"/>
            </a:pPr>
            <a:r>
              <a:rPr lang="en-US" dirty="0"/>
              <a:t>Schedule Risk</a:t>
            </a:r>
          </a:p>
          <a:p>
            <a:pPr>
              <a:buFont typeface="Wingdings" panose="05000000000000000000" pitchFamily="2" charset="2"/>
              <a:buChar char="ü"/>
            </a:pPr>
            <a:r>
              <a:rPr lang="en-US" dirty="0"/>
              <a:t>Cost Risk</a:t>
            </a:r>
          </a:p>
          <a:p>
            <a:pPr>
              <a:buFont typeface="Wingdings" panose="05000000000000000000" pitchFamily="2" charset="2"/>
              <a:buChar char="ü"/>
            </a:pPr>
            <a:r>
              <a:rPr lang="en-US" dirty="0"/>
              <a:t>Quality Risk</a:t>
            </a:r>
          </a:p>
          <a:p>
            <a:pPr>
              <a:buFont typeface="Wingdings" panose="05000000000000000000" pitchFamily="2" charset="2"/>
              <a:buChar char="ü"/>
            </a:pPr>
            <a:r>
              <a:rPr lang="en-US" dirty="0"/>
              <a:t>Scope Risk</a:t>
            </a:r>
          </a:p>
          <a:p>
            <a:pPr>
              <a:buFont typeface="Wingdings" panose="05000000000000000000" pitchFamily="2" charset="2"/>
              <a:buChar char="ü"/>
            </a:pPr>
            <a:r>
              <a:rPr lang="en-US" dirty="0"/>
              <a:t>Resource Risk</a:t>
            </a:r>
          </a:p>
          <a:p>
            <a:pPr>
              <a:buFont typeface="Wingdings" panose="05000000000000000000" pitchFamily="2" charset="2"/>
              <a:buChar char="ü"/>
            </a:pPr>
            <a:r>
              <a:rPr lang="en-US" dirty="0"/>
              <a:t>Customer Satisfaction Risk</a:t>
            </a:r>
          </a:p>
        </p:txBody>
      </p:sp>
    </p:spTree>
    <p:extLst>
      <p:ext uri="{BB962C8B-B14F-4D97-AF65-F5344CB8AC3E}">
        <p14:creationId xmlns:p14="http://schemas.microsoft.com/office/powerpoint/2010/main" val="36684355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Benefits of Risk Management</a:t>
            </a:r>
            <a:endParaRPr lang="en-US" dirty="0"/>
          </a:p>
        </p:txBody>
      </p:sp>
      <p:sp>
        <p:nvSpPr>
          <p:cNvPr id="3" name="Content Placeholder 2"/>
          <p:cNvSpPr>
            <a:spLocks noGrp="1"/>
          </p:cNvSpPr>
          <p:nvPr>
            <p:ph idx="1"/>
          </p:nvPr>
        </p:nvSpPr>
        <p:spPr>
          <a:xfrm>
            <a:off x="838200" y="1825625"/>
            <a:ext cx="8537620" cy="4351338"/>
          </a:xfrm>
        </p:spPr>
        <p:txBody>
          <a:bodyPr>
            <a:normAutofit fontScale="92500" lnSpcReduction="20000"/>
          </a:bodyPr>
          <a:lstStyle/>
          <a:p>
            <a:pPr>
              <a:buFont typeface="Wingdings" panose="05000000000000000000" pitchFamily="2" charset="2"/>
              <a:buChar char="Ø"/>
            </a:pPr>
            <a:r>
              <a:rPr lang="en-US" dirty="0"/>
              <a:t>Effective use of resources</a:t>
            </a:r>
          </a:p>
          <a:p>
            <a:pPr>
              <a:buFont typeface="Wingdings" panose="05000000000000000000" pitchFamily="2" charset="2"/>
              <a:buChar char="Ø"/>
            </a:pPr>
            <a:r>
              <a:rPr lang="en-US" dirty="0"/>
              <a:t>Promoting continuous improvement</a:t>
            </a:r>
          </a:p>
          <a:p>
            <a:pPr>
              <a:buFont typeface="Wingdings" panose="05000000000000000000" pitchFamily="2" charset="2"/>
              <a:buChar char="Ø"/>
            </a:pPr>
            <a:r>
              <a:rPr lang="en-US" dirty="0"/>
              <a:t>Fewer shocks and failures</a:t>
            </a:r>
          </a:p>
          <a:p>
            <a:pPr>
              <a:buFont typeface="Wingdings" panose="05000000000000000000" pitchFamily="2" charset="2"/>
              <a:buChar char="Ø"/>
            </a:pPr>
            <a:r>
              <a:rPr lang="en-US" dirty="0"/>
              <a:t>Strategic business planning</a:t>
            </a:r>
          </a:p>
          <a:p>
            <a:pPr>
              <a:buFont typeface="Wingdings" panose="05000000000000000000" pitchFamily="2" charset="2"/>
              <a:buChar char="Ø"/>
            </a:pPr>
            <a:r>
              <a:rPr lang="en-US" dirty="0"/>
              <a:t>Raised awareness of significant risks.</a:t>
            </a:r>
          </a:p>
          <a:p>
            <a:pPr>
              <a:buFont typeface="Wingdings" panose="05000000000000000000" pitchFamily="2" charset="2"/>
              <a:buChar char="Ø"/>
            </a:pPr>
            <a:r>
              <a:rPr lang="en-US" dirty="0"/>
              <a:t>Quick grasp of new opportunities</a:t>
            </a:r>
          </a:p>
          <a:p>
            <a:pPr>
              <a:buFont typeface="Wingdings" panose="05000000000000000000" pitchFamily="2" charset="2"/>
              <a:buChar char="Ø"/>
            </a:pPr>
            <a:r>
              <a:rPr lang="en-US" dirty="0"/>
              <a:t>Enhancing communication</a:t>
            </a:r>
          </a:p>
          <a:p>
            <a:pPr>
              <a:buFont typeface="Wingdings" panose="05000000000000000000" pitchFamily="2" charset="2"/>
              <a:buChar char="Ø"/>
            </a:pPr>
            <a:r>
              <a:rPr lang="en-US" dirty="0"/>
              <a:t>Reassuring stakeholders</a:t>
            </a:r>
          </a:p>
          <a:p>
            <a:pPr>
              <a:buFont typeface="Wingdings" panose="05000000000000000000" pitchFamily="2" charset="2"/>
              <a:buChar char="Ø"/>
            </a:pPr>
            <a:r>
              <a:rPr lang="fr-FR" dirty="0"/>
              <a:t>Focus on </a:t>
            </a:r>
            <a:r>
              <a:rPr lang="fr-FR" dirty="0" err="1"/>
              <a:t>internal</a:t>
            </a:r>
            <a:r>
              <a:rPr lang="fr-FR" dirty="0"/>
              <a:t> audit programme</a:t>
            </a:r>
          </a:p>
          <a:p>
            <a:pPr>
              <a:buFont typeface="Wingdings" panose="05000000000000000000" pitchFamily="2" charset="2"/>
              <a:buChar char="Ø"/>
            </a:pPr>
            <a:r>
              <a:rPr lang="en-US" dirty="0"/>
              <a:t>Recognition of responsibility and accountability.</a:t>
            </a:r>
          </a:p>
        </p:txBody>
      </p:sp>
    </p:spTree>
    <p:extLst>
      <p:ext uri="{BB962C8B-B14F-4D97-AF65-F5344CB8AC3E}">
        <p14:creationId xmlns:p14="http://schemas.microsoft.com/office/powerpoint/2010/main" val="5933251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1454</TotalTime>
  <Words>1214</Words>
  <Application>Microsoft Office PowerPoint</Application>
  <PresentationFormat>Widescreen</PresentationFormat>
  <Paragraphs>327</Paragraphs>
  <Slides>27</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Wingdings</vt:lpstr>
      <vt:lpstr>Office Theme</vt:lpstr>
      <vt:lpstr>Professional Practices</vt:lpstr>
      <vt:lpstr>Week 13 Topic: Risk Management</vt:lpstr>
      <vt:lpstr>Introduction</vt:lpstr>
      <vt:lpstr>Introduction </vt:lpstr>
      <vt:lpstr>Introduction</vt:lpstr>
      <vt:lpstr>Introduction</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Plan</vt:lpstr>
      <vt:lpstr>Benefits of Risk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Abdul Jamil</dc:creator>
  <cp:lastModifiedBy>Admin</cp:lastModifiedBy>
  <cp:revision>427</cp:revision>
  <dcterms:created xsi:type="dcterms:W3CDTF">2020-11-20T07:57:39Z</dcterms:created>
  <dcterms:modified xsi:type="dcterms:W3CDTF">2022-12-26T05:40:00Z</dcterms:modified>
</cp:coreProperties>
</file>