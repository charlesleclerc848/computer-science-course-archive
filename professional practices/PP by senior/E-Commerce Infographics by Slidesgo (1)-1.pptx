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71" r:id="rId15"/>
  </p:sldIdLst>
  <p:sldSz cx="9144000" cy="5143500" type="screen16x9"/>
  <p:notesSz cx="6858000" cy="9144000"/>
  <p:embeddedFontLst>
    <p:embeddedFont>
      <p:font typeface="Arial Narrow" panose="020B0606020202030204" pitchFamily="34" charset="0"/>
      <p:regular r:id="rId17"/>
      <p:bold r:id="rId18"/>
      <p:italic r:id="rId19"/>
      <p:boldItalic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Elephant" panose="02020904090505020303" pitchFamily="18" charset="0"/>
      <p:regular r:id="rId25"/>
      <p:italic r:id="rId26"/>
    </p:embeddedFont>
    <p:embeddedFont>
      <p:font typeface="Fira Sans Extra Condensed Light" panose="020B0604020202020204" charset="0"/>
      <p:regular r:id="rId27"/>
      <p:bold r:id="rId28"/>
      <p:italic r:id="rId29"/>
      <p:boldItalic r:id="rId30"/>
    </p:embeddedFont>
    <p:embeddedFont>
      <p:font typeface="Fira Sans Extra Condensed Medium" panose="020B0604020202020204" charset="0"/>
      <p:regular r:id="rId31"/>
      <p:bold r:id="rId32"/>
      <p:italic r:id="rId33"/>
      <p:boldItalic r:id="rId34"/>
    </p:embeddedFont>
    <p:embeddedFont>
      <p:font typeface="Gill Sans Ultra Bold Condensed" panose="020B0A06020104020203" pitchFamily="34" charset="0"/>
      <p:regular r:id="rId35"/>
    </p:embeddedFont>
    <p:embeddedFont>
      <p:font typeface="Palatino Linotype" panose="02040502050505030304" pitchFamily="18" charset="0"/>
      <p:regular r:id="rId36"/>
      <p:bold r:id="rId37"/>
      <p:italic r:id="rId38"/>
      <p:boldItalic r:id="rId39"/>
    </p:embeddedFont>
    <p:embeddedFont>
      <p:font typeface="Perpetua" panose="02020502060401020303" pitchFamily="18" charset="0"/>
      <p:regular r:id="rId40"/>
      <p:bold r:id="rId41"/>
      <p:italic r:id="rId42"/>
      <p:boldItalic r:id="rId43"/>
    </p:embeddedFont>
    <p:embeddedFont>
      <p:font typeface="PMingLiU-ExtB" panose="02020500000000000000" pitchFamily="18" charset="-120"/>
      <p:regular r:id="rId44"/>
    </p:embeddedFont>
    <p:embeddedFont>
      <p:font typeface="Poor Richard" panose="02080502050505020702" pitchFamily="18" charset="0"/>
      <p:regular r:id="rId45"/>
    </p:embeddedFont>
    <p:embeddedFont>
      <p:font typeface="Proxima Nova Semibold" panose="020B0604020202020204" charset="0"/>
      <p:regular r:id="rId46"/>
      <p:bold r:id="rId47"/>
      <p:boldItalic r:id="rId48"/>
    </p:embeddedFont>
    <p:embeddedFont>
      <p:font typeface="Roboto" panose="020B060402020202020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2" d="100"/>
          <a:sy n="62" d="100"/>
        </p:scale>
        <p:origin x="1400" y="3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font" Target="fonts/font23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font" Target="fonts/font26.fntdata"/><Relationship Id="rId47" Type="http://schemas.openxmlformats.org/officeDocument/2006/relationships/font" Target="fonts/font31.fntdata"/><Relationship Id="rId50" Type="http://schemas.openxmlformats.org/officeDocument/2006/relationships/font" Target="fonts/font34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font" Target="fonts/font13.fntdata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font" Target="fonts/font24.fntdata"/><Relationship Id="rId45" Type="http://schemas.openxmlformats.org/officeDocument/2006/relationships/font" Target="fonts/font29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4" Type="http://schemas.openxmlformats.org/officeDocument/2006/relationships/font" Target="fonts/font28.fntdata"/><Relationship Id="rId52" Type="http://schemas.openxmlformats.org/officeDocument/2006/relationships/font" Target="fonts/font3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43" Type="http://schemas.openxmlformats.org/officeDocument/2006/relationships/font" Target="fonts/font27.fntdata"/><Relationship Id="rId48" Type="http://schemas.openxmlformats.org/officeDocument/2006/relationships/font" Target="fonts/font32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3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Relationship Id="rId46" Type="http://schemas.openxmlformats.org/officeDocument/2006/relationships/font" Target="fonts/font30.fntdata"/><Relationship Id="rId20" Type="http://schemas.openxmlformats.org/officeDocument/2006/relationships/font" Target="fonts/font4.fntdata"/><Relationship Id="rId41" Type="http://schemas.openxmlformats.org/officeDocument/2006/relationships/font" Target="fonts/font25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49" Type="http://schemas.openxmlformats.org/officeDocument/2006/relationships/font" Target="fonts/font3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8641a476e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8641a476e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9765d7774d_3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9765d7774d_3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9661d16799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9661d16799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77ae687167_0_1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77ae687167_0_1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9661d16799_0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9661d16799_0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9661d16799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9661d16799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9661d16799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9661d16799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9661d16799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9661d16799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9661d16799_0_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9661d16799_0_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9765d7774d_3_16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9765d7774d_3_16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9765d7774d_3_25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9765d7774d_3_25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9765d7774d_3_6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9765d7774d_3_6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9765d7774d_3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9765d7774d_3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9765d7774d_3_20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9765d7774d_3_20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175" y="1584238"/>
            <a:ext cx="3461400" cy="15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7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175" y="3231075"/>
            <a:ext cx="3338400" cy="3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2514575" y="409575"/>
            <a:ext cx="4114800" cy="32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EA4335"/>
          </p15:clr>
        </p15:guide>
        <p15:guide id="2" orient="horz" pos="25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2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pos="4176">
          <p15:clr>
            <a:srgbClr val="EA4335"/>
          </p15:clr>
        </p15:guide>
        <p15:guide id="8" pos="1584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57175" y="1447578"/>
            <a:ext cx="3461400" cy="15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E-Commerce </a:t>
            </a:r>
            <a:r>
              <a:rPr lang="en" sz="1600" dirty="0"/>
              <a:t>and </a:t>
            </a:r>
            <a:r>
              <a:rPr lang="en" sz="2800" dirty="0"/>
              <a:t>professional practices</a:t>
            </a:r>
            <a:endParaRPr sz="2800" dirty="0"/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304933" y="3063058"/>
            <a:ext cx="2943300" cy="60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57" name="Google Shape;57;p15"/>
          <p:cNvSpPr/>
          <p:nvPr/>
        </p:nvSpPr>
        <p:spPr>
          <a:xfrm>
            <a:off x="5429232" y="2833908"/>
            <a:ext cx="2402283" cy="251053"/>
          </a:xfrm>
          <a:custGeom>
            <a:avLst/>
            <a:gdLst/>
            <a:ahLst/>
            <a:cxnLst/>
            <a:rect l="l" t="t" r="r" b="b"/>
            <a:pathLst>
              <a:path w="43098" h="4504" extrusionOk="0">
                <a:moveTo>
                  <a:pt x="21549" y="0"/>
                </a:moveTo>
                <a:cubicBezTo>
                  <a:pt x="9640" y="0"/>
                  <a:pt x="0" y="1001"/>
                  <a:pt x="0" y="2235"/>
                </a:cubicBezTo>
                <a:cubicBezTo>
                  <a:pt x="0" y="3470"/>
                  <a:pt x="9640" y="4504"/>
                  <a:pt x="21549" y="4504"/>
                </a:cubicBezTo>
                <a:cubicBezTo>
                  <a:pt x="33457" y="4504"/>
                  <a:pt x="43097" y="3470"/>
                  <a:pt x="43097" y="2235"/>
                </a:cubicBezTo>
                <a:cubicBezTo>
                  <a:pt x="43097" y="1001"/>
                  <a:pt x="33457" y="0"/>
                  <a:pt x="21549" y="0"/>
                </a:cubicBezTo>
                <a:close/>
              </a:path>
            </a:pathLst>
          </a:custGeom>
          <a:solidFill>
            <a:srgbClr val="1427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5"/>
          <p:cNvSpPr/>
          <p:nvPr/>
        </p:nvSpPr>
        <p:spPr>
          <a:xfrm rot="10800000" flipH="1">
            <a:off x="5990725" y="3577682"/>
            <a:ext cx="1277449" cy="667643"/>
          </a:xfrm>
          <a:custGeom>
            <a:avLst/>
            <a:gdLst/>
            <a:ahLst/>
            <a:cxnLst/>
            <a:rect l="l" t="t" r="r" b="b"/>
            <a:pathLst>
              <a:path w="22918" h="9574" extrusionOk="0">
                <a:moveTo>
                  <a:pt x="1" y="0"/>
                </a:moveTo>
                <a:lnTo>
                  <a:pt x="1" y="9574"/>
                </a:lnTo>
                <a:lnTo>
                  <a:pt x="22917" y="9574"/>
                </a:lnTo>
                <a:lnTo>
                  <a:pt x="22917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5499858" y="4111296"/>
            <a:ext cx="2251729" cy="148826"/>
          </a:xfrm>
          <a:custGeom>
            <a:avLst/>
            <a:gdLst/>
            <a:ahLst/>
            <a:cxnLst/>
            <a:rect l="l" t="t" r="r" b="b"/>
            <a:pathLst>
              <a:path w="40397" h="2670" extrusionOk="0">
                <a:moveTo>
                  <a:pt x="1" y="1"/>
                </a:moveTo>
                <a:lnTo>
                  <a:pt x="1" y="2669"/>
                </a:lnTo>
                <a:lnTo>
                  <a:pt x="40396" y="2669"/>
                </a:lnTo>
                <a:lnTo>
                  <a:pt x="40396" y="1"/>
                </a:lnTo>
                <a:close/>
              </a:path>
            </a:pathLst>
          </a:custGeom>
          <a:solidFill>
            <a:schemeClr val="lt2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4572025" y="883378"/>
            <a:ext cx="4114727" cy="2880142"/>
          </a:xfrm>
          <a:custGeom>
            <a:avLst/>
            <a:gdLst/>
            <a:ahLst/>
            <a:cxnLst/>
            <a:rect l="l" t="t" r="r" b="b"/>
            <a:pathLst>
              <a:path w="73820" h="51671" extrusionOk="0">
                <a:moveTo>
                  <a:pt x="7206" y="1"/>
                </a:moveTo>
                <a:cubicBezTo>
                  <a:pt x="3236" y="1"/>
                  <a:pt x="0" y="3203"/>
                  <a:pt x="0" y="7172"/>
                </a:cubicBezTo>
                <a:lnTo>
                  <a:pt x="0" y="44499"/>
                </a:lnTo>
                <a:cubicBezTo>
                  <a:pt x="0" y="48469"/>
                  <a:pt x="3236" y="51671"/>
                  <a:pt x="7206" y="51671"/>
                </a:cubicBezTo>
                <a:lnTo>
                  <a:pt x="66648" y="51671"/>
                </a:lnTo>
                <a:cubicBezTo>
                  <a:pt x="70617" y="51671"/>
                  <a:pt x="73820" y="48469"/>
                  <a:pt x="73820" y="44499"/>
                </a:cubicBezTo>
                <a:lnTo>
                  <a:pt x="73820" y="7172"/>
                </a:lnTo>
                <a:cubicBezTo>
                  <a:pt x="73820" y="3203"/>
                  <a:pt x="70617" y="1"/>
                  <a:pt x="6664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4572025" y="883378"/>
            <a:ext cx="4114727" cy="2480430"/>
          </a:xfrm>
          <a:custGeom>
            <a:avLst/>
            <a:gdLst/>
            <a:ahLst/>
            <a:cxnLst/>
            <a:rect l="l" t="t" r="r" b="b"/>
            <a:pathLst>
              <a:path w="73820" h="44500" extrusionOk="0">
                <a:moveTo>
                  <a:pt x="7206" y="1"/>
                </a:moveTo>
                <a:cubicBezTo>
                  <a:pt x="3236" y="1"/>
                  <a:pt x="0" y="3203"/>
                  <a:pt x="0" y="7172"/>
                </a:cubicBezTo>
                <a:lnTo>
                  <a:pt x="0" y="44499"/>
                </a:lnTo>
                <a:lnTo>
                  <a:pt x="73820" y="44499"/>
                </a:lnTo>
                <a:lnTo>
                  <a:pt x="73820" y="7172"/>
                </a:lnTo>
                <a:cubicBezTo>
                  <a:pt x="73820" y="3203"/>
                  <a:pt x="70617" y="1"/>
                  <a:pt x="6664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6552274" y="3430796"/>
            <a:ext cx="150665" cy="150609"/>
          </a:xfrm>
          <a:custGeom>
            <a:avLst/>
            <a:gdLst/>
            <a:ahLst/>
            <a:cxnLst/>
            <a:rect l="l" t="t" r="r" b="b"/>
            <a:pathLst>
              <a:path w="2703" h="2702" extrusionOk="0">
                <a:moveTo>
                  <a:pt x="1335" y="0"/>
                </a:moveTo>
                <a:cubicBezTo>
                  <a:pt x="601" y="0"/>
                  <a:pt x="1" y="634"/>
                  <a:pt x="1" y="1368"/>
                </a:cubicBezTo>
                <a:cubicBezTo>
                  <a:pt x="1" y="2102"/>
                  <a:pt x="601" y="2702"/>
                  <a:pt x="1335" y="2702"/>
                </a:cubicBezTo>
                <a:cubicBezTo>
                  <a:pt x="2069" y="2702"/>
                  <a:pt x="2703" y="2102"/>
                  <a:pt x="2703" y="1368"/>
                </a:cubicBezTo>
                <a:cubicBezTo>
                  <a:pt x="2703" y="634"/>
                  <a:pt x="2069" y="33"/>
                  <a:pt x="1335" y="0"/>
                </a:cubicBez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4572025" y="883378"/>
            <a:ext cx="4114727" cy="2480430"/>
          </a:xfrm>
          <a:custGeom>
            <a:avLst/>
            <a:gdLst/>
            <a:ahLst/>
            <a:cxnLst/>
            <a:rect l="l" t="t" r="r" b="b"/>
            <a:pathLst>
              <a:path w="73820" h="44500" extrusionOk="0">
                <a:moveTo>
                  <a:pt x="66648" y="2136"/>
                </a:moveTo>
                <a:cubicBezTo>
                  <a:pt x="69417" y="2136"/>
                  <a:pt x="71685" y="4404"/>
                  <a:pt x="71685" y="7172"/>
                </a:cubicBezTo>
                <a:lnTo>
                  <a:pt x="71685" y="42331"/>
                </a:lnTo>
                <a:lnTo>
                  <a:pt x="2169" y="42331"/>
                </a:lnTo>
                <a:lnTo>
                  <a:pt x="2169" y="7172"/>
                </a:lnTo>
                <a:cubicBezTo>
                  <a:pt x="2169" y="4404"/>
                  <a:pt x="4437" y="2136"/>
                  <a:pt x="7206" y="2136"/>
                </a:cubicBezTo>
                <a:close/>
                <a:moveTo>
                  <a:pt x="7206" y="1"/>
                </a:moveTo>
                <a:cubicBezTo>
                  <a:pt x="3236" y="1"/>
                  <a:pt x="0" y="3203"/>
                  <a:pt x="0" y="7172"/>
                </a:cubicBezTo>
                <a:lnTo>
                  <a:pt x="0" y="44499"/>
                </a:lnTo>
                <a:lnTo>
                  <a:pt x="73820" y="44499"/>
                </a:lnTo>
                <a:lnTo>
                  <a:pt x="73820" y="7172"/>
                </a:lnTo>
                <a:cubicBezTo>
                  <a:pt x="73820" y="3203"/>
                  <a:pt x="70617" y="1"/>
                  <a:pt x="66648" y="1"/>
                </a:cubicBezTo>
                <a:close/>
              </a:path>
            </a:pathLst>
          </a:custGeom>
          <a:solidFill>
            <a:schemeClr val="dk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5617028" y="1504402"/>
            <a:ext cx="2022972" cy="1340658"/>
          </a:xfrm>
          <a:custGeom>
            <a:avLst/>
            <a:gdLst/>
            <a:ahLst/>
            <a:cxnLst/>
            <a:rect l="l" t="t" r="r" b="b"/>
            <a:pathLst>
              <a:path w="36293" h="24052" extrusionOk="0">
                <a:moveTo>
                  <a:pt x="0" y="1"/>
                </a:moveTo>
                <a:lnTo>
                  <a:pt x="0" y="24052"/>
                </a:lnTo>
                <a:lnTo>
                  <a:pt x="36293" y="24052"/>
                </a:lnTo>
                <a:lnTo>
                  <a:pt x="3629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5782472" y="1881888"/>
            <a:ext cx="1054322" cy="814417"/>
          </a:xfrm>
          <a:custGeom>
            <a:avLst/>
            <a:gdLst/>
            <a:ahLst/>
            <a:cxnLst/>
            <a:rect l="l" t="t" r="r" b="b"/>
            <a:pathLst>
              <a:path w="18915" h="14611" extrusionOk="0">
                <a:moveTo>
                  <a:pt x="1" y="0"/>
                </a:moveTo>
                <a:lnTo>
                  <a:pt x="1" y="14611"/>
                </a:lnTo>
                <a:lnTo>
                  <a:pt x="18914" y="14611"/>
                </a:lnTo>
                <a:lnTo>
                  <a:pt x="1891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5828961" y="1928377"/>
            <a:ext cx="961348" cy="721443"/>
          </a:xfrm>
          <a:custGeom>
            <a:avLst/>
            <a:gdLst/>
            <a:ahLst/>
            <a:cxnLst/>
            <a:rect l="l" t="t" r="r" b="b"/>
            <a:pathLst>
              <a:path w="17247" h="12943" extrusionOk="0">
                <a:moveTo>
                  <a:pt x="1" y="0"/>
                </a:moveTo>
                <a:lnTo>
                  <a:pt x="1" y="12943"/>
                </a:lnTo>
                <a:lnTo>
                  <a:pt x="17246" y="12943"/>
                </a:lnTo>
                <a:lnTo>
                  <a:pt x="1724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5875450" y="1976705"/>
            <a:ext cx="868373" cy="626685"/>
          </a:xfrm>
          <a:custGeom>
            <a:avLst/>
            <a:gdLst/>
            <a:ahLst/>
            <a:cxnLst/>
            <a:rect l="l" t="t" r="r" b="b"/>
            <a:pathLst>
              <a:path w="15579" h="11243" extrusionOk="0">
                <a:moveTo>
                  <a:pt x="1" y="1"/>
                </a:moveTo>
                <a:lnTo>
                  <a:pt x="1" y="11242"/>
                </a:lnTo>
                <a:lnTo>
                  <a:pt x="15579" y="11242"/>
                </a:lnTo>
                <a:lnTo>
                  <a:pt x="1557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5847579" y="2289084"/>
            <a:ext cx="924113" cy="56"/>
          </a:xfrm>
          <a:custGeom>
            <a:avLst/>
            <a:gdLst/>
            <a:ahLst/>
            <a:cxnLst/>
            <a:rect l="l" t="t" r="r" b="b"/>
            <a:pathLst>
              <a:path w="16579" h="1" fill="none" extrusionOk="0">
                <a:moveTo>
                  <a:pt x="16579" y="1"/>
                </a:moveTo>
                <a:lnTo>
                  <a:pt x="0" y="1"/>
                </a:lnTo>
              </a:path>
            </a:pathLst>
          </a:custGeom>
          <a:noFill/>
          <a:ln w="10850" cap="flat" cmpd="sng">
            <a:solidFill>
              <a:srgbClr val="FFFFFF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6068820" y="1900506"/>
            <a:ext cx="56" cy="736325"/>
          </a:xfrm>
          <a:custGeom>
            <a:avLst/>
            <a:gdLst/>
            <a:ahLst/>
            <a:cxnLst/>
            <a:rect l="l" t="t" r="r" b="b"/>
            <a:pathLst>
              <a:path w="1" h="13210" fill="none" extrusionOk="0">
                <a:moveTo>
                  <a:pt x="1" y="13210"/>
                </a:moveTo>
                <a:lnTo>
                  <a:pt x="1" y="0"/>
                </a:lnTo>
              </a:path>
            </a:pathLst>
          </a:custGeom>
          <a:noFill/>
          <a:ln w="10850" cap="flat" cmpd="sng">
            <a:solidFill>
              <a:srgbClr val="FFFFFF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6550435" y="1900506"/>
            <a:ext cx="56" cy="736325"/>
          </a:xfrm>
          <a:custGeom>
            <a:avLst/>
            <a:gdLst/>
            <a:ahLst/>
            <a:cxnLst/>
            <a:rect l="l" t="t" r="r" b="b"/>
            <a:pathLst>
              <a:path w="1" h="13210" fill="none" extrusionOk="0">
                <a:moveTo>
                  <a:pt x="0" y="13210"/>
                </a:moveTo>
                <a:lnTo>
                  <a:pt x="0" y="0"/>
                </a:lnTo>
              </a:path>
            </a:pathLst>
          </a:custGeom>
          <a:noFill/>
          <a:ln w="10850" cap="flat" cmpd="sng">
            <a:solidFill>
              <a:srgbClr val="FFFFFF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6308680" y="1900506"/>
            <a:ext cx="56" cy="736325"/>
          </a:xfrm>
          <a:custGeom>
            <a:avLst/>
            <a:gdLst/>
            <a:ahLst/>
            <a:cxnLst/>
            <a:rect l="l" t="t" r="r" b="b"/>
            <a:pathLst>
              <a:path w="1" h="13210" fill="none" extrusionOk="0">
                <a:moveTo>
                  <a:pt x="1" y="13210"/>
                </a:moveTo>
                <a:lnTo>
                  <a:pt x="1" y="0"/>
                </a:lnTo>
              </a:path>
            </a:pathLst>
          </a:custGeom>
          <a:noFill/>
          <a:ln w="10850" cap="flat" cmpd="sng">
            <a:solidFill>
              <a:srgbClr val="FFFFFF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5617028" y="2649848"/>
            <a:ext cx="2022972" cy="195257"/>
          </a:xfrm>
          <a:custGeom>
            <a:avLst/>
            <a:gdLst/>
            <a:ahLst/>
            <a:cxnLst/>
            <a:rect l="l" t="t" r="r" b="b"/>
            <a:pathLst>
              <a:path w="36293" h="3503" extrusionOk="0">
                <a:moveTo>
                  <a:pt x="0" y="0"/>
                </a:moveTo>
                <a:lnTo>
                  <a:pt x="0" y="3503"/>
                </a:lnTo>
                <a:lnTo>
                  <a:pt x="36293" y="3503"/>
                </a:lnTo>
                <a:lnTo>
                  <a:pt x="36293" y="0"/>
                </a:ln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6899995" y="1788910"/>
            <a:ext cx="548537" cy="1056162"/>
          </a:xfrm>
          <a:custGeom>
            <a:avLst/>
            <a:gdLst/>
            <a:ahLst/>
            <a:cxnLst/>
            <a:rect l="l" t="t" r="r" b="b"/>
            <a:pathLst>
              <a:path w="9841" h="18948" extrusionOk="0">
                <a:moveTo>
                  <a:pt x="1" y="1"/>
                </a:moveTo>
                <a:lnTo>
                  <a:pt x="1" y="18948"/>
                </a:lnTo>
                <a:lnTo>
                  <a:pt x="9841" y="18948"/>
                </a:lnTo>
                <a:lnTo>
                  <a:pt x="984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6950219" y="1770348"/>
            <a:ext cx="448150" cy="1076562"/>
          </a:xfrm>
          <a:custGeom>
            <a:avLst/>
            <a:gdLst/>
            <a:ahLst/>
            <a:cxnLst/>
            <a:rect l="l" t="t" r="r" b="b"/>
            <a:pathLst>
              <a:path w="8040" h="19314" extrusionOk="0">
                <a:moveTo>
                  <a:pt x="0" y="0"/>
                </a:moveTo>
                <a:lnTo>
                  <a:pt x="0" y="19314"/>
                </a:lnTo>
                <a:lnTo>
                  <a:pt x="8039" y="19314"/>
                </a:lnTo>
                <a:lnTo>
                  <a:pt x="803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6996708" y="1816781"/>
            <a:ext cx="355175" cy="981804"/>
          </a:xfrm>
          <a:custGeom>
            <a:avLst/>
            <a:gdLst/>
            <a:ahLst/>
            <a:cxnLst/>
            <a:rect l="l" t="t" r="r" b="b"/>
            <a:pathLst>
              <a:path w="6372" h="17614" extrusionOk="0">
                <a:moveTo>
                  <a:pt x="0" y="1"/>
                </a:moveTo>
                <a:lnTo>
                  <a:pt x="0" y="17614"/>
                </a:lnTo>
                <a:lnTo>
                  <a:pt x="6371" y="17614"/>
                </a:lnTo>
                <a:lnTo>
                  <a:pt x="637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5617028" y="2103128"/>
            <a:ext cx="2026706" cy="148826"/>
          </a:xfrm>
          <a:custGeom>
            <a:avLst/>
            <a:gdLst/>
            <a:ahLst/>
            <a:cxnLst/>
            <a:rect l="l" t="t" r="r" b="b"/>
            <a:pathLst>
              <a:path w="36360" h="2670" extrusionOk="0">
                <a:moveTo>
                  <a:pt x="0" y="1"/>
                </a:moveTo>
                <a:lnTo>
                  <a:pt x="0" y="2303"/>
                </a:lnTo>
                <a:cubicBezTo>
                  <a:pt x="267" y="2536"/>
                  <a:pt x="567" y="2670"/>
                  <a:pt x="934" y="2670"/>
                </a:cubicBezTo>
                <a:cubicBezTo>
                  <a:pt x="1735" y="2670"/>
                  <a:pt x="2368" y="2036"/>
                  <a:pt x="2368" y="1235"/>
                </a:cubicBezTo>
                <a:cubicBezTo>
                  <a:pt x="2368" y="2036"/>
                  <a:pt x="3036" y="2670"/>
                  <a:pt x="3803" y="2670"/>
                </a:cubicBezTo>
                <a:cubicBezTo>
                  <a:pt x="4603" y="2670"/>
                  <a:pt x="5271" y="2036"/>
                  <a:pt x="5271" y="1235"/>
                </a:cubicBezTo>
                <a:cubicBezTo>
                  <a:pt x="5271" y="2036"/>
                  <a:pt x="5904" y="2670"/>
                  <a:pt x="6705" y="2670"/>
                </a:cubicBezTo>
                <a:cubicBezTo>
                  <a:pt x="7472" y="2670"/>
                  <a:pt x="8139" y="2036"/>
                  <a:pt x="8139" y="1235"/>
                </a:cubicBezTo>
                <a:cubicBezTo>
                  <a:pt x="8139" y="2036"/>
                  <a:pt x="8773" y="2670"/>
                  <a:pt x="9574" y="2670"/>
                </a:cubicBezTo>
                <a:cubicBezTo>
                  <a:pt x="10374" y="2670"/>
                  <a:pt x="11008" y="2036"/>
                  <a:pt x="11008" y="1235"/>
                </a:cubicBezTo>
                <a:cubicBezTo>
                  <a:pt x="11008" y="2036"/>
                  <a:pt x="11642" y="2670"/>
                  <a:pt x="12442" y="2670"/>
                </a:cubicBezTo>
                <a:cubicBezTo>
                  <a:pt x="13243" y="2670"/>
                  <a:pt x="13877" y="2036"/>
                  <a:pt x="13877" y="1235"/>
                </a:cubicBezTo>
                <a:cubicBezTo>
                  <a:pt x="13877" y="2036"/>
                  <a:pt x="14544" y="2670"/>
                  <a:pt x="15311" y="2670"/>
                </a:cubicBezTo>
                <a:cubicBezTo>
                  <a:pt x="16112" y="2670"/>
                  <a:pt x="16779" y="2036"/>
                  <a:pt x="16779" y="1235"/>
                </a:cubicBezTo>
                <a:cubicBezTo>
                  <a:pt x="16779" y="2036"/>
                  <a:pt x="17413" y="2670"/>
                  <a:pt x="18213" y="2670"/>
                </a:cubicBezTo>
                <a:cubicBezTo>
                  <a:pt x="18980" y="2670"/>
                  <a:pt x="19647" y="2036"/>
                  <a:pt x="19647" y="1235"/>
                </a:cubicBezTo>
                <a:cubicBezTo>
                  <a:pt x="19647" y="2036"/>
                  <a:pt x="20281" y="2670"/>
                  <a:pt x="21082" y="2670"/>
                </a:cubicBezTo>
                <a:cubicBezTo>
                  <a:pt x="21882" y="2670"/>
                  <a:pt x="22516" y="2036"/>
                  <a:pt x="22516" y="1235"/>
                </a:cubicBezTo>
                <a:cubicBezTo>
                  <a:pt x="22516" y="2036"/>
                  <a:pt x="23150" y="2670"/>
                  <a:pt x="23951" y="2670"/>
                </a:cubicBezTo>
                <a:cubicBezTo>
                  <a:pt x="24751" y="2670"/>
                  <a:pt x="25385" y="2036"/>
                  <a:pt x="25385" y="1235"/>
                </a:cubicBezTo>
                <a:cubicBezTo>
                  <a:pt x="25385" y="2036"/>
                  <a:pt x="26052" y="2670"/>
                  <a:pt x="26819" y="2670"/>
                </a:cubicBezTo>
                <a:cubicBezTo>
                  <a:pt x="27620" y="2670"/>
                  <a:pt x="28254" y="2036"/>
                  <a:pt x="28254" y="1235"/>
                </a:cubicBezTo>
                <a:cubicBezTo>
                  <a:pt x="28254" y="2036"/>
                  <a:pt x="28921" y="2670"/>
                  <a:pt x="29721" y="2670"/>
                </a:cubicBezTo>
                <a:cubicBezTo>
                  <a:pt x="30489" y="2670"/>
                  <a:pt x="31156" y="2036"/>
                  <a:pt x="31156" y="1235"/>
                </a:cubicBezTo>
                <a:cubicBezTo>
                  <a:pt x="31156" y="2036"/>
                  <a:pt x="31789" y="2670"/>
                  <a:pt x="32590" y="2670"/>
                </a:cubicBezTo>
                <a:cubicBezTo>
                  <a:pt x="33391" y="2670"/>
                  <a:pt x="34024" y="2036"/>
                  <a:pt x="34024" y="1235"/>
                </a:cubicBezTo>
                <a:cubicBezTo>
                  <a:pt x="34024" y="2036"/>
                  <a:pt x="34658" y="2670"/>
                  <a:pt x="35459" y="2670"/>
                </a:cubicBezTo>
                <a:cubicBezTo>
                  <a:pt x="35792" y="2670"/>
                  <a:pt x="36093" y="2536"/>
                  <a:pt x="36359" y="2369"/>
                </a:cubicBezTo>
                <a:lnTo>
                  <a:pt x="3635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6950219" y="2343043"/>
            <a:ext cx="448150" cy="92974"/>
          </a:xfrm>
          <a:custGeom>
            <a:avLst/>
            <a:gdLst/>
            <a:ahLst/>
            <a:cxnLst/>
            <a:rect l="l" t="t" r="r" b="b"/>
            <a:pathLst>
              <a:path w="8040" h="1668" extrusionOk="0">
                <a:moveTo>
                  <a:pt x="0" y="0"/>
                </a:moveTo>
                <a:lnTo>
                  <a:pt x="0" y="1668"/>
                </a:lnTo>
                <a:lnTo>
                  <a:pt x="8039" y="1668"/>
                </a:lnTo>
                <a:lnTo>
                  <a:pt x="803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6978090" y="2376488"/>
            <a:ext cx="115326" cy="20512"/>
          </a:xfrm>
          <a:custGeom>
            <a:avLst/>
            <a:gdLst/>
            <a:ahLst/>
            <a:cxnLst/>
            <a:rect l="l" t="t" r="r" b="b"/>
            <a:pathLst>
              <a:path w="2069" h="368" extrusionOk="0">
                <a:moveTo>
                  <a:pt x="201" y="0"/>
                </a:moveTo>
                <a:cubicBezTo>
                  <a:pt x="101" y="0"/>
                  <a:pt x="1" y="67"/>
                  <a:pt x="1" y="201"/>
                </a:cubicBezTo>
                <a:cubicBezTo>
                  <a:pt x="1" y="301"/>
                  <a:pt x="101" y="367"/>
                  <a:pt x="201" y="367"/>
                </a:cubicBezTo>
                <a:lnTo>
                  <a:pt x="1869" y="367"/>
                </a:lnTo>
                <a:cubicBezTo>
                  <a:pt x="1969" y="367"/>
                  <a:pt x="2069" y="301"/>
                  <a:pt x="2069" y="201"/>
                </a:cubicBezTo>
                <a:cubicBezTo>
                  <a:pt x="2069" y="67"/>
                  <a:pt x="1969" y="0"/>
                  <a:pt x="18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5617028" y="1575083"/>
            <a:ext cx="2022972" cy="167387"/>
          </a:xfrm>
          <a:custGeom>
            <a:avLst/>
            <a:gdLst/>
            <a:ahLst/>
            <a:cxnLst/>
            <a:rect l="l" t="t" r="r" b="b"/>
            <a:pathLst>
              <a:path w="36293" h="3003" extrusionOk="0">
                <a:moveTo>
                  <a:pt x="0" y="1"/>
                </a:moveTo>
                <a:lnTo>
                  <a:pt x="0" y="3003"/>
                </a:lnTo>
                <a:lnTo>
                  <a:pt x="36293" y="3003"/>
                </a:lnTo>
                <a:lnTo>
                  <a:pt x="3629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5561230" y="1504402"/>
            <a:ext cx="2134563" cy="197152"/>
          </a:xfrm>
          <a:custGeom>
            <a:avLst/>
            <a:gdLst/>
            <a:ahLst/>
            <a:cxnLst/>
            <a:rect l="l" t="t" r="r" b="b"/>
            <a:pathLst>
              <a:path w="38295" h="3537" extrusionOk="0">
                <a:moveTo>
                  <a:pt x="0" y="1"/>
                </a:moveTo>
                <a:lnTo>
                  <a:pt x="0" y="3537"/>
                </a:lnTo>
                <a:lnTo>
                  <a:pt x="38294" y="3537"/>
                </a:lnTo>
                <a:lnTo>
                  <a:pt x="382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6052098" y="1242246"/>
            <a:ext cx="1156549" cy="360749"/>
          </a:xfrm>
          <a:custGeom>
            <a:avLst/>
            <a:gdLst/>
            <a:ahLst/>
            <a:cxnLst/>
            <a:rect l="l" t="t" r="r" b="b"/>
            <a:pathLst>
              <a:path w="20749" h="6472" extrusionOk="0">
                <a:moveTo>
                  <a:pt x="1" y="1"/>
                </a:moveTo>
                <a:lnTo>
                  <a:pt x="1" y="6472"/>
                </a:lnTo>
                <a:lnTo>
                  <a:pt x="20749" y="6472"/>
                </a:lnTo>
                <a:lnTo>
                  <a:pt x="2074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6037221" y="1231098"/>
            <a:ext cx="1180685" cy="383101"/>
          </a:xfrm>
          <a:custGeom>
            <a:avLst/>
            <a:gdLst/>
            <a:ahLst/>
            <a:cxnLst/>
            <a:rect l="l" t="t" r="r" b="b"/>
            <a:pathLst>
              <a:path w="21182" h="6873" extrusionOk="0">
                <a:moveTo>
                  <a:pt x="20782" y="401"/>
                </a:moveTo>
                <a:lnTo>
                  <a:pt x="20782" y="6472"/>
                </a:lnTo>
                <a:lnTo>
                  <a:pt x="434" y="6472"/>
                </a:lnTo>
                <a:lnTo>
                  <a:pt x="434" y="401"/>
                </a:lnTo>
                <a:close/>
                <a:moveTo>
                  <a:pt x="0" y="0"/>
                </a:moveTo>
                <a:lnTo>
                  <a:pt x="0" y="6872"/>
                </a:lnTo>
                <a:lnTo>
                  <a:pt x="21182" y="6872"/>
                </a:lnTo>
                <a:lnTo>
                  <a:pt x="211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5429232" y="1770348"/>
            <a:ext cx="2398548" cy="260362"/>
          </a:xfrm>
          <a:custGeom>
            <a:avLst/>
            <a:gdLst/>
            <a:ahLst/>
            <a:cxnLst/>
            <a:rect l="l" t="t" r="r" b="b"/>
            <a:pathLst>
              <a:path w="43031" h="4671" extrusionOk="0">
                <a:moveTo>
                  <a:pt x="6104" y="0"/>
                </a:moveTo>
                <a:lnTo>
                  <a:pt x="0" y="4670"/>
                </a:lnTo>
                <a:lnTo>
                  <a:pt x="43031" y="4670"/>
                </a:lnTo>
                <a:lnTo>
                  <a:pt x="369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7372301" y="1770348"/>
            <a:ext cx="455563" cy="260362"/>
          </a:xfrm>
          <a:custGeom>
            <a:avLst/>
            <a:gdLst/>
            <a:ahLst/>
            <a:cxnLst/>
            <a:rect l="l" t="t" r="r" b="b"/>
            <a:pathLst>
              <a:path w="8173" h="4671" extrusionOk="0">
                <a:moveTo>
                  <a:pt x="0" y="0"/>
                </a:moveTo>
                <a:lnTo>
                  <a:pt x="5304" y="4670"/>
                </a:lnTo>
                <a:lnTo>
                  <a:pt x="8173" y="4670"/>
                </a:lnTo>
                <a:lnTo>
                  <a:pt x="206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7143590" y="1770348"/>
            <a:ext cx="364484" cy="260362"/>
          </a:xfrm>
          <a:custGeom>
            <a:avLst/>
            <a:gdLst/>
            <a:ahLst/>
            <a:cxnLst/>
            <a:rect l="l" t="t" r="r" b="b"/>
            <a:pathLst>
              <a:path w="6539" h="4671" extrusionOk="0">
                <a:moveTo>
                  <a:pt x="0" y="0"/>
                </a:moveTo>
                <a:lnTo>
                  <a:pt x="3670" y="4670"/>
                </a:lnTo>
                <a:lnTo>
                  <a:pt x="6538" y="4670"/>
                </a:lnTo>
                <a:lnTo>
                  <a:pt x="203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6914879" y="1770348"/>
            <a:ext cx="273349" cy="260362"/>
          </a:xfrm>
          <a:custGeom>
            <a:avLst/>
            <a:gdLst/>
            <a:ahLst/>
            <a:cxnLst/>
            <a:rect l="l" t="t" r="r" b="b"/>
            <a:pathLst>
              <a:path w="4904" h="4671" extrusionOk="0">
                <a:moveTo>
                  <a:pt x="0" y="0"/>
                </a:moveTo>
                <a:lnTo>
                  <a:pt x="2035" y="4670"/>
                </a:lnTo>
                <a:lnTo>
                  <a:pt x="4904" y="4670"/>
                </a:lnTo>
                <a:lnTo>
                  <a:pt x="203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6686168" y="1770348"/>
            <a:ext cx="182270" cy="260362"/>
          </a:xfrm>
          <a:custGeom>
            <a:avLst/>
            <a:gdLst/>
            <a:ahLst/>
            <a:cxnLst/>
            <a:rect l="l" t="t" r="r" b="b"/>
            <a:pathLst>
              <a:path w="3270" h="4671" extrusionOk="0">
                <a:moveTo>
                  <a:pt x="0" y="0"/>
                </a:moveTo>
                <a:lnTo>
                  <a:pt x="401" y="4670"/>
                </a:lnTo>
                <a:lnTo>
                  <a:pt x="3269" y="4670"/>
                </a:lnTo>
                <a:lnTo>
                  <a:pt x="203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6388670" y="1770348"/>
            <a:ext cx="182270" cy="260362"/>
          </a:xfrm>
          <a:custGeom>
            <a:avLst/>
            <a:gdLst/>
            <a:ahLst/>
            <a:cxnLst/>
            <a:rect l="l" t="t" r="r" b="b"/>
            <a:pathLst>
              <a:path w="3270" h="4671" extrusionOk="0">
                <a:moveTo>
                  <a:pt x="1235" y="0"/>
                </a:moveTo>
                <a:lnTo>
                  <a:pt x="0" y="4670"/>
                </a:lnTo>
                <a:lnTo>
                  <a:pt x="2869" y="4670"/>
                </a:lnTo>
                <a:lnTo>
                  <a:pt x="326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6068820" y="1770348"/>
            <a:ext cx="273405" cy="260362"/>
          </a:xfrm>
          <a:custGeom>
            <a:avLst/>
            <a:gdLst/>
            <a:ahLst/>
            <a:cxnLst/>
            <a:rect l="l" t="t" r="r" b="b"/>
            <a:pathLst>
              <a:path w="4905" h="4671" extrusionOk="0">
                <a:moveTo>
                  <a:pt x="2870" y="0"/>
                </a:moveTo>
                <a:lnTo>
                  <a:pt x="1" y="4670"/>
                </a:lnTo>
                <a:lnTo>
                  <a:pt x="2870" y="4670"/>
                </a:lnTo>
                <a:lnTo>
                  <a:pt x="490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5749026" y="1770348"/>
            <a:ext cx="364484" cy="260362"/>
          </a:xfrm>
          <a:custGeom>
            <a:avLst/>
            <a:gdLst/>
            <a:ahLst/>
            <a:cxnLst/>
            <a:rect l="l" t="t" r="r" b="b"/>
            <a:pathLst>
              <a:path w="6539" h="4671" extrusionOk="0">
                <a:moveTo>
                  <a:pt x="4470" y="0"/>
                </a:moveTo>
                <a:lnTo>
                  <a:pt x="0" y="4670"/>
                </a:lnTo>
                <a:lnTo>
                  <a:pt x="2869" y="4670"/>
                </a:lnTo>
                <a:lnTo>
                  <a:pt x="653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5429232" y="1770348"/>
            <a:ext cx="455563" cy="260362"/>
          </a:xfrm>
          <a:custGeom>
            <a:avLst/>
            <a:gdLst/>
            <a:ahLst/>
            <a:cxnLst/>
            <a:rect l="l" t="t" r="r" b="b"/>
            <a:pathLst>
              <a:path w="8173" h="4671" extrusionOk="0">
                <a:moveTo>
                  <a:pt x="6104" y="0"/>
                </a:moveTo>
                <a:lnTo>
                  <a:pt x="0" y="4670"/>
                </a:lnTo>
                <a:lnTo>
                  <a:pt x="2869" y="4670"/>
                </a:lnTo>
                <a:lnTo>
                  <a:pt x="81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5427337" y="2030664"/>
            <a:ext cx="161813" cy="146931"/>
          </a:xfrm>
          <a:custGeom>
            <a:avLst/>
            <a:gdLst/>
            <a:ahLst/>
            <a:cxnLst/>
            <a:rect l="l" t="t" r="r" b="b"/>
            <a:pathLst>
              <a:path w="2903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68" y="2635"/>
                  <a:pt x="1468" y="2635"/>
                </a:cubicBezTo>
                <a:cubicBezTo>
                  <a:pt x="2236" y="2635"/>
                  <a:pt x="2903" y="2001"/>
                  <a:pt x="2903" y="1201"/>
                </a:cubicBezTo>
                <a:lnTo>
                  <a:pt x="2903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5589101" y="2030664"/>
            <a:ext cx="159974" cy="146931"/>
          </a:xfrm>
          <a:custGeom>
            <a:avLst/>
            <a:gdLst/>
            <a:ahLst/>
            <a:cxnLst/>
            <a:rect l="l" t="t" r="r" b="b"/>
            <a:pathLst>
              <a:path w="2870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35" y="2635"/>
                  <a:pt x="1435" y="2635"/>
                </a:cubicBezTo>
                <a:cubicBezTo>
                  <a:pt x="2236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5749026" y="2030664"/>
            <a:ext cx="159974" cy="146931"/>
          </a:xfrm>
          <a:custGeom>
            <a:avLst/>
            <a:gdLst/>
            <a:ahLst/>
            <a:cxnLst/>
            <a:rect l="l" t="t" r="r" b="b"/>
            <a:pathLst>
              <a:path w="2870" h="2636" extrusionOk="0">
                <a:moveTo>
                  <a:pt x="0" y="0"/>
                </a:moveTo>
                <a:lnTo>
                  <a:pt x="0" y="1201"/>
                </a:lnTo>
                <a:cubicBezTo>
                  <a:pt x="0" y="2001"/>
                  <a:pt x="634" y="2635"/>
                  <a:pt x="1435" y="2635"/>
                </a:cubicBezTo>
                <a:cubicBezTo>
                  <a:pt x="2235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5908951" y="2030664"/>
            <a:ext cx="159918" cy="146931"/>
          </a:xfrm>
          <a:custGeom>
            <a:avLst/>
            <a:gdLst/>
            <a:ahLst/>
            <a:cxnLst/>
            <a:rect l="l" t="t" r="r" b="b"/>
            <a:pathLst>
              <a:path w="2869" h="2636" extrusionOk="0">
                <a:moveTo>
                  <a:pt x="0" y="0"/>
                </a:moveTo>
                <a:lnTo>
                  <a:pt x="0" y="1201"/>
                </a:lnTo>
                <a:cubicBezTo>
                  <a:pt x="0" y="2001"/>
                  <a:pt x="634" y="2635"/>
                  <a:pt x="1435" y="2635"/>
                </a:cubicBezTo>
                <a:cubicBezTo>
                  <a:pt x="2235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6068820" y="2030664"/>
            <a:ext cx="159974" cy="146931"/>
          </a:xfrm>
          <a:custGeom>
            <a:avLst/>
            <a:gdLst/>
            <a:ahLst/>
            <a:cxnLst/>
            <a:rect l="l" t="t" r="r" b="b"/>
            <a:pathLst>
              <a:path w="2870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68" y="2635"/>
                  <a:pt x="1435" y="2635"/>
                </a:cubicBezTo>
                <a:cubicBezTo>
                  <a:pt x="2236" y="2635"/>
                  <a:pt x="2870" y="2001"/>
                  <a:pt x="2870" y="1201"/>
                </a:cubicBezTo>
                <a:lnTo>
                  <a:pt x="2870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6228745" y="2030664"/>
            <a:ext cx="161813" cy="146931"/>
          </a:xfrm>
          <a:custGeom>
            <a:avLst/>
            <a:gdLst/>
            <a:ahLst/>
            <a:cxnLst/>
            <a:rect l="l" t="t" r="r" b="b"/>
            <a:pathLst>
              <a:path w="2903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68" y="2635"/>
                  <a:pt x="1435" y="2635"/>
                </a:cubicBezTo>
                <a:cubicBezTo>
                  <a:pt x="2236" y="2635"/>
                  <a:pt x="2903" y="2001"/>
                  <a:pt x="2903" y="1201"/>
                </a:cubicBezTo>
                <a:lnTo>
                  <a:pt x="2869" y="1201"/>
                </a:lnTo>
                <a:lnTo>
                  <a:pt x="28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6388670" y="2030664"/>
            <a:ext cx="161813" cy="146931"/>
          </a:xfrm>
          <a:custGeom>
            <a:avLst/>
            <a:gdLst/>
            <a:ahLst/>
            <a:cxnLst/>
            <a:rect l="l" t="t" r="r" b="b"/>
            <a:pathLst>
              <a:path w="2903" h="2636" extrusionOk="0">
                <a:moveTo>
                  <a:pt x="0" y="0"/>
                </a:moveTo>
                <a:lnTo>
                  <a:pt x="0" y="1201"/>
                </a:lnTo>
                <a:cubicBezTo>
                  <a:pt x="0" y="2001"/>
                  <a:pt x="667" y="2635"/>
                  <a:pt x="1468" y="2635"/>
                </a:cubicBezTo>
                <a:cubicBezTo>
                  <a:pt x="2235" y="2635"/>
                  <a:pt x="2902" y="2001"/>
                  <a:pt x="2902" y="1201"/>
                </a:cubicBezTo>
                <a:lnTo>
                  <a:pt x="2902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6550435" y="2030664"/>
            <a:ext cx="159974" cy="146931"/>
          </a:xfrm>
          <a:custGeom>
            <a:avLst/>
            <a:gdLst/>
            <a:ahLst/>
            <a:cxnLst/>
            <a:rect l="l" t="t" r="r" b="b"/>
            <a:pathLst>
              <a:path w="2870" h="2636" extrusionOk="0">
                <a:moveTo>
                  <a:pt x="0" y="0"/>
                </a:moveTo>
                <a:lnTo>
                  <a:pt x="0" y="1201"/>
                </a:lnTo>
                <a:cubicBezTo>
                  <a:pt x="0" y="2001"/>
                  <a:pt x="634" y="2635"/>
                  <a:pt x="1435" y="2635"/>
                </a:cubicBezTo>
                <a:cubicBezTo>
                  <a:pt x="2235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6710360" y="2030664"/>
            <a:ext cx="159918" cy="146931"/>
          </a:xfrm>
          <a:custGeom>
            <a:avLst/>
            <a:gdLst/>
            <a:ahLst/>
            <a:cxnLst/>
            <a:rect l="l" t="t" r="r" b="b"/>
            <a:pathLst>
              <a:path w="2869" h="2636" extrusionOk="0">
                <a:moveTo>
                  <a:pt x="0" y="0"/>
                </a:moveTo>
                <a:lnTo>
                  <a:pt x="0" y="1201"/>
                </a:lnTo>
                <a:cubicBezTo>
                  <a:pt x="0" y="2001"/>
                  <a:pt x="634" y="2635"/>
                  <a:pt x="1434" y="2635"/>
                </a:cubicBezTo>
                <a:cubicBezTo>
                  <a:pt x="2235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6870229" y="2030664"/>
            <a:ext cx="159974" cy="146931"/>
          </a:xfrm>
          <a:custGeom>
            <a:avLst/>
            <a:gdLst/>
            <a:ahLst/>
            <a:cxnLst/>
            <a:rect l="l" t="t" r="r" b="b"/>
            <a:pathLst>
              <a:path w="2870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35" y="2635"/>
                  <a:pt x="1435" y="2635"/>
                </a:cubicBezTo>
                <a:cubicBezTo>
                  <a:pt x="2236" y="2635"/>
                  <a:pt x="2870" y="2001"/>
                  <a:pt x="2870" y="1201"/>
                </a:cubicBezTo>
                <a:lnTo>
                  <a:pt x="287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7030154" y="2030664"/>
            <a:ext cx="159974" cy="146931"/>
          </a:xfrm>
          <a:custGeom>
            <a:avLst/>
            <a:gdLst/>
            <a:ahLst/>
            <a:cxnLst/>
            <a:rect l="l" t="t" r="r" b="b"/>
            <a:pathLst>
              <a:path w="2870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34" y="2635"/>
                  <a:pt x="1435" y="2635"/>
                </a:cubicBezTo>
                <a:cubicBezTo>
                  <a:pt x="2235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7190079" y="2030664"/>
            <a:ext cx="161813" cy="146931"/>
          </a:xfrm>
          <a:custGeom>
            <a:avLst/>
            <a:gdLst/>
            <a:ahLst/>
            <a:cxnLst/>
            <a:rect l="l" t="t" r="r" b="b"/>
            <a:pathLst>
              <a:path w="2903" h="2636" extrusionOk="0">
                <a:moveTo>
                  <a:pt x="0" y="0"/>
                </a:moveTo>
                <a:lnTo>
                  <a:pt x="0" y="1201"/>
                </a:lnTo>
                <a:cubicBezTo>
                  <a:pt x="0" y="2001"/>
                  <a:pt x="667" y="2635"/>
                  <a:pt x="1435" y="2635"/>
                </a:cubicBezTo>
                <a:cubicBezTo>
                  <a:pt x="2235" y="2635"/>
                  <a:pt x="2902" y="2001"/>
                  <a:pt x="2902" y="1201"/>
                </a:cubicBezTo>
                <a:lnTo>
                  <a:pt x="2869" y="1201"/>
                </a:lnTo>
                <a:lnTo>
                  <a:pt x="28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7349948" y="2030664"/>
            <a:ext cx="161869" cy="146931"/>
          </a:xfrm>
          <a:custGeom>
            <a:avLst/>
            <a:gdLst/>
            <a:ahLst/>
            <a:cxnLst/>
            <a:rect l="l" t="t" r="r" b="b"/>
            <a:pathLst>
              <a:path w="2904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68" y="2635"/>
                  <a:pt x="1469" y="2635"/>
                </a:cubicBezTo>
                <a:cubicBezTo>
                  <a:pt x="2236" y="2635"/>
                  <a:pt x="2903" y="2001"/>
                  <a:pt x="2903" y="1201"/>
                </a:cubicBezTo>
                <a:lnTo>
                  <a:pt x="2903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7511768" y="2030664"/>
            <a:ext cx="159918" cy="146931"/>
          </a:xfrm>
          <a:custGeom>
            <a:avLst/>
            <a:gdLst/>
            <a:ahLst/>
            <a:cxnLst/>
            <a:rect l="l" t="t" r="r" b="b"/>
            <a:pathLst>
              <a:path w="2869" h="2636" extrusionOk="0">
                <a:moveTo>
                  <a:pt x="0" y="0"/>
                </a:moveTo>
                <a:lnTo>
                  <a:pt x="0" y="1201"/>
                </a:lnTo>
                <a:cubicBezTo>
                  <a:pt x="0" y="2001"/>
                  <a:pt x="634" y="2635"/>
                  <a:pt x="1434" y="2635"/>
                </a:cubicBezTo>
                <a:cubicBezTo>
                  <a:pt x="2202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7671638" y="2030664"/>
            <a:ext cx="159974" cy="146931"/>
          </a:xfrm>
          <a:custGeom>
            <a:avLst/>
            <a:gdLst/>
            <a:ahLst/>
            <a:cxnLst/>
            <a:rect l="l" t="t" r="r" b="b"/>
            <a:pathLst>
              <a:path w="2870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35" y="2635"/>
                  <a:pt x="1435" y="2635"/>
                </a:cubicBezTo>
                <a:cubicBezTo>
                  <a:pt x="2236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7943103" y="2748344"/>
            <a:ext cx="245535" cy="245535"/>
          </a:xfrm>
          <a:custGeom>
            <a:avLst/>
            <a:gdLst/>
            <a:ahLst/>
            <a:cxnLst/>
            <a:rect l="l" t="t" r="r" b="b"/>
            <a:pathLst>
              <a:path w="4405" h="4405" extrusionOk="0">
                <a:moveTo>
                  <a:pt x="1" y="1"/>
                </a:moveTo>
                <a:lnTo>
                  <a:pt x="1902" y="4237"/>
                </a:lnTo>
                <a:lnTo>
                  <a:pt x="2770" y="3370"/>
                </a:lnTo>
                <a:lnTo>
                  <a:pt x="3770" y="4404"/>
                </a:lnTo>
                <a:lnTo>
                  <a:pt x="4404" y="3804"/>
                </a:lnTo>
                <a:lnTo>
                  <a:pt x="3370" y="2770"/>
                </a:lnTo>
                <a:lnTo>
                  <a:pt x="4237" y="1902"/>
                </a:lnTo>
                <a:lnTo>
                  <a:pt x="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ctrTitle"/>
          </p:nvPr>
        </p:nvSpPr>
        <p:spPr>
          <a:xfrm>
            <a:off x="6037164" y="1242309"/>
            <a:ext cx="1180800" cy="360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2"/>
                </a:solidFill>
              </a:rPr>
              <a:t>SHOP</a:t>
            </a:r>
            <a:endParaRPr sz="250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2"/>
          <p:cNvSpPr/>
          <p:nvPr/>
        </p:nvSpPr>
        <p:spPr>
          <a:xfrm>
            <a:off x="783145" y="1358325"/>
            <a:ext cx="1473349" cy="2946972"/>
          </a:xfrm>
          <a:custGeom>
            <a:avLst/>
            <a:gdLst/>
            <a:ahLst/>
            <a:cxnLst/>
            <a:rect l="l" t="t" r="r" b="b"/>
            <a:pathLst>
              <a:path w="19981" h="39963" extrusionOk="0">
                <a:moveTo>
                  <a:pt x="15911" y="1"/>
                </a:moveTo>
                <a:lnTo>
                  <a:pt x="4070" y="1"/>
                </a:lnTo>
                <a:cubicBezTo>
                  <a:pt x="1835" y="1"/>
                  <a:pt x="0" y="1835"/>
                  <a:pt x="0" y="4104"/>
                </a:cubicBezTo>
                <a:lnTo>
                  <a:pt x="0" y="35893"/>
                </a:lnTo>
                <a:cubicBezTo>
                  <a:pt x="0" y="38128"/>
                  <a:pt x="1835" y="39963"/>
                  <a:pt x="4070" y="39963"/>
                </a:cubicBezTo>
                <a:lnTo>
                  <a:pt x="15911" y="39963"/>
                </a:lnTo>
                <a:cubicBezTo>
                  <a:pt x="18146" y="39963"/>
                  <a:pt x="19981" y="38128"/>
                  <a:pt x="19981" y="35893"/>
                </a:cubicBezTo>
                <a:lnTo>
                  <a:pt x="19981" y="4104"/>
                </a:lnTo>
                <a:cubicBezTo>
                  <a:pt x="19981" y="1835"/>
                  <a:pt x="18146" y="1"/>
                  <a:pt x="15911" y="1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2"/>
          <p:cNvSpPr/>
          <p:nvPr/>
        </p:nvSpPr>
        <p:spPr>
          <a:xfrm>
            <a:off x="888275" y="1781949"/>
            <a:ext cx="1263055" cy="2108541"/>
          </a:xfrm>
          <a:custGeom>
            <a:avLst/>
            <a:gdLst/>
            <a:ahLst/>
            <a:cxnLst/>
            <a:rect l="l" t="t" r="r" b="b"/>
            <a:pathLst>
              <a:path w="17047" h="30256" extrusionOk="0">
                <a:moveTo>
                  <a:pt x="1" y="0"/>
                </a:moveTo>
                <a:lnTo>
                  <a:pt x="17046" y="0"/>
                </a:lnTo>
                <a:lnTo>
                  <a:pt x="17046" y="30255"/>
                </a:lnTo>
                <a:lnTo>
                  <a:pt x="1" y="3025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32"/>
          <p:cNvSpPr txBox="1"/>
          <p:nvPr/>
        </p:nvSpPr>
        <p:spPr>
          <a:xfrm>
            <a:off x="1038750" y="1600975"/>
            <a:ext cx="847800" cy="21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$</a:t>
            </a:r>
            <a:endParaRPr sz="14100">
              <a:solidFill>
                <a:schemeClr val="l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14" name="Google Shape;914;p32"/>
          <p:cNvSpPr/>
          <p:nvPr/>
        </p:nvSpPr>
        <p:spPr>
          <a:xfrm>
            <a:off x="1400462" y="3959952"/>
            <a:ext cx="238688" cy="238631"/>
          </a:xfrm>
          <a:custGeom>
            <a:avLst/>
            <a:gdLst/>
            <a:ahLst/>
            <a:cxnLst/>
            <a:rect l="l" t="t" r="r" b="b"/>
            <a:pathLst>
              <a:path w="3237" h="3236" extrusionOk="0">
                <a:moveTo>
                  <a:pt x="1602" y="0"/>
                </a:moveTo>
                <a:cubicBezTo>
                  <a:pt x="735" y="0"/>
                  <a:pt x="1" y="701"/>
                  <a:pt x="1" y="1601"/>
                </a:cubicBezTo>
                <a:cubicBezTo>
                  <a:pt x="1" y="2502"/>
                  <a:pt x="735" y="3236"/>
                  <a:pt x="1602" y="3236"/>
                </a:cubicBezTo>
                <a:cubicBezTo>
                  <a:pt x="2502" y="3236"/>
                  <a:pt x="3236" y="2502"/>
                  <a:pt x="3236" y="1601"/>
                </a:cubicBezTo>
                <a:cubicBezTo>
                  <a:pt x="3236" y="734"/>
                  <a:pt x="2502" y="0"/>
                  <a:pt x="1602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2"/>
          <p:cNvSpPr txBox="1">
            <a:spLocks noGrp="1"/>
          </p:cNvSpPr>
          <p:nvPr>
            <p:ph type="title"/>
          </p:nvPr>
        </p:nvSpPr>
        <p:spPr>
          <a:xfrm>
            <a:off x="2514575" y="409575"/>
            <a:ext cx="4114800" cy="32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Model </a:t>
            </a:r>
            <a:endParaRPr dirty="0"/>
          </a:p>
        </p:txBody>
      </p:sp>
      <p:cxnSp>
        <p:nvCxnSpPr>
          <p:cNvPr id="916" name="Google Shape;916;p32"/>
          <p:cNvCxnSpPr/>
          <p:nvPr/>
        </p:nvCxnSpPr>
        <p:spPr>
          <a:xfrm>
            <a:off x="1512875" y="1608850"/>
            <a:ext cx="47067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917" name="Google Shape;917;p32"/>
          <p:cNvCxnSpPr/>
          <p:nvPr/>
        </p:nvCxnSpPr>
        <p:spPr>
          <a:xfrm>
            <a:off x="1293800" y="2421650"/>
            <a:ext cx="49251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918" name="Google Shape;918;p32"/>
          <p:cNvCxnSpPr/>
          <p:nvPr/>
        </p:nvCxnSpPr>
        <p:spPr>
          <a:xfrm>
            <a:off x="1684325" y="3244050"/>
            <a:ext cx="45348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919" name="Google Shape;919;p32"/>
          <p:cNvCxnSpPr/>
          <p:nvPr/>
        </p:nvCxnSpPr>
        <p:spPr>
          <a:xfrm>
            <a:off x="2008175" y="4056825"/>
            <a:ext cx="42111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diamond" w="med" len="med"/>
            <a:tailEnd type="diamond" w="med" len="med"/>
          </a:ln>
        </p:spPr>
      </p:cxnSp>
      <p:sp>
        <p:nvSpPr>
          <p:cNvPr id="920" name="Google Shape;920;p32"/>
          <p:cNvSpPr/>
          <p:nvPr/>
        </p:nvSpPr>
        <p:spPr>
          <a:xfrm>
            <a:off x="4008433" y="1358318"/>
            <a:ext cx="1240500" cy="50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 dirty="0">
                <a:solidFill>
                  <a:schemeClr val="lt1"/>
                </a:solidFill>
                <a:latin typeface="Fira Sans Extra Condensed Medium"/>
                <a:sym typeface="Fira Sans Extra Condensed Medium"/>
              </a:rPr>
              <a:t>AMMARA</a:t>
            </a:r>
            <a:endParaRPr sz="2400" dirty="0">
              <a:solidFill>
                <a:schemeClr val="lt1"/>
              </a:solidFill>
            </a:endParaRPr>
          </a:p>
        </p:txBody>
      </p:sp>
      <p:sp>
        <p:nvSpPr>
          <p:cNvPr id="921" name="Google Shape;921;p32"/>
          <p:cNvSpPr/>
          <p:nvPr/>
        </p:nvSpPr>
        <p:spPr>
          <a:xfrm>
            <a:off x="4008464" y="2173550"/>
            <a:ext cx="1240500" cy="501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 dirty="0">
                <a:solidFill>
                  <a:schemeClr val="lt1"/>
                </a:solidFill>
                <a:latin typeface="Fira Sans Extra Condensed Medium"/>
                <a:sym typeface="Fira Sans Extra Condensed Medium"/>
              </a:rPr>
              <a:t>NAJAF</a:t>
            </a:r>
            <a:endParaRPr sz="2400" dirty="0">
              <a:solidFill>
                <a:schemeClr val="lt1"/>
              </a:solidFill>
            </a:endParaRPr>
          </a:p>
        </p:txBody>
      </p:sp>
      <p:sp>
        <p:nvSpPr>
          <p:cNvPr id="922" name="Google Shape;922;p32"/>
          <p:cNvSpPr/>
          <p:nvPr/>
        </p:nvSpPr>
        <p:spPr>
          <a:xfrm>
            <a:off x="4008508" y="3804013"/>
            <a:ext cx="1240500" cy="501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 dirty="0">
                <a:solidFill>
                  <a:schemeClr val="lt1"/>
                </a:solidFill>
                <a:latin typeface="Fira Sans Extra Condensed Medium"/>
                <a:sym typeface="Fira Sans Extra Condensed Medium"/>
              </a:rPr>
              <a:t>MAHEEN</a:t>
            </a:r>
            <a:endParaRPr sz="2400" dirty="0">
              <a:solidFill>
                <a:schemeClr val="lt1"/>
              </a:solidFill>
            </a:endParaRPr>
          </a:p>
        </p:txBody>
      </p:sp>
      <p:sp>
        <p:nvSpPr>
          <p:cNvPr id="923" name="Google Shape;923;p32"/>
          <p:cNvSpPr/>
          <p:nvPr/>
        </p:nvSpPr>
        <p:spPr>
          <a:xfrm>
            <a:off x="4008464" y="2988781"/>
            <a:ext cx="1240500" cy="50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 dirty="0">
                <a:solidFill>
                  <a:schemeClr val="lt1"/>
                </a:solidFill>
                <a:latin typeface="Fira Sans Extra Condensed Medium"/>
                <a:sym typeface="Fira Sans Extra Condensed Medium"/>
              </a:rPr>
              <a:t>MARYAM</a:t>
            </a:r>
            <a:endParaRPr sz="2400" dirty="0">
              <a:solidFill>
                <a:schemeClr val="lt1"/>
              </a:solidFill>
            </a:endParaRPr>
          </a:p>
        </p:txBody>
      </p:sp>
      <p:sp>
        <p:nvSpPr>
          <p:cNvPr id="924" name="Google Shape;924;p32"/>
          <p:cNvSpPr txBox="1"/>
          <p:nvPr/>
        </p:nvSpPr>
        <p:spPr>
          <a:xfrm>
            <a:off x="6171580" y="3863899"/>
            <a:ext cx="2458500" cy="5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Roboto"/>
                <a:ea typeface="Roboto"/>
                <a:cs typeface="Roboto"/>
                <a:sym typeface="Roboto"/>
              </a:rPr>
              <a:t>Conclusion  and Future trends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5" name="Google Shape;925;p32"/>
          <p:cNvSpPr txBox="1"/>
          <p:nvPr/>
        </p:nvSpPr>
        <p:spPr>
          <a:xfrm>
            <a:off x="6171580" y="3048666"/>
            <a:ext cx="2458500" cy="5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Best practices for e-commerce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6" name="Google Shape;926;p32"/>
          <p:cNvSpPr txBox="1"/>
          <p:nvPr/>
        </p:nvSpPr>
        <p:spPr>
          <a:xfrm>
            <a:off x="6171580" y="1418200"/>
            <a:ext cx="2458500" cy="5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en-US">
                <a:latin typeface="Roboto"/>
                <a:ea typeface="Roboto"/>
                <a:cs typeface="Roboto"/>
                <a:sym typeface="Roboto"/>
              </a:rPr>
              <a:t>Introduction and overview of e-commerce</a:t>
            </a:r>
            <a:endParaRPr lang="en-US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7" name="Google Shape;927;p32"/>
          <p:cNvSpPr txBox="1"/>
          <p:nvPr/>
        </p:nvSpPr>
        <p:spPr>
          <a:xfrm>
            <a:off x="6171580" y="2233433"/>
            <a:ext cx="2458500" cy="5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Roboto"/>
                <a:ea typeface="Roboto"/>
                <a:cs typeface="Roboto"/>
                <a:sym typeface="Roboto"/>
              </a:rPr>
              <a:t>Professional practices in e-commerce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2514575" y="409575"/>
            <a:ext cx="4114800" cy="32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 commerce</a:t>
            </a:r>
            <a:endParaRPr dirty="0"/>
          </a:p>
        </p:txBody>
      </p:sp>
      <p:sp>
        <p:nvSpPr>
          <p:cNvPr id="114" name="Google Shape;114;p16"/>
          <p:cNvSpPr txBox="1"/>
          <p:nvPr/>
        </p:nvSpPr>
        <p:spPr>
          <a:xfrm>
            <a:off x="6064820" y="862825"/>
            <a:ext cx="2361509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</a:t>
            </a:r>
            <a:r>
              <a:rPr lang="en" sz="22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ntroduction</a:t>
            </a:r>
            <a:endParaRPr sz="2200" dirty="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6168070" y="1217106"/>
            <a:ext cx="2855978" cy="1505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Perpetua" panose="02020502060401020303" pitchFamily="18" charset="0"/>
                <a:ea typeface="Roboto"/>
                <a:cs typeface="Roboto"/>
                <a:sym typeface="Roboto"/>
              </a:rPr>
              <a:t>I</a:t>
            </a:r>
            <a:r>
              <a:rPr lang="en" dirty="0">
                <a:latin typeface="Perpetua" panose="02020502060401020303" pitchFamily="18" charset="0"/>
                <a:ea typeface="Roboto"/>
                <a:cs typeface="Roboto"/>
                <a:sym typeface="Roboto"/>
              </a:rPr>
              <a:t>t refers to the strategic integration of electronic commerce into core activities of business organizations</a:t>
            </a: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6045550" y="3157712"/>
            <a:ext cx="2380780" cy="101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6064822" y="4089050"/>
            <a:ext cx="2361509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6045548" y="2789824"/>
            <a:ext cx="2709651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Definition</a:t>
            </a:r>
            <a:endParaRPr sz="2200" dirty="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5955669" y="3202212"/>
            <a:ext cx="2709651" cy="1167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latin typeface="Proxima Nova Semibold" panose="020B0604020202020204" charset="0"/>
                <a:ea typeface="Roboto"/>
                <a:cs typeface="Roboto"/>
                <a:sym typeface="Roboto"/>
              </a:rPr>
              <a:t>It is defined as the process of buying and selling goods and services over the internet facilitated through e devices such as computers and smartphones.</a:t>
            </a:r>
            <a:endParaRPr sz="1200" dirty="0">
              <a:latin typeface="Proxima Nova Semibold" panose="020B0604020202020204" charset="0"/>
              <a:ea typeface="Roboto"/>
              <a:cs typeface="Roboto"/>
              <a:sym typeface="Roboto"/>
            </a:endParaRPr>
          </a:p>
        </p:txBody>
      </p:sp>
      <p:grpSp>
        <p:nvGrpSpPr>
          <p:cNvPr id="120" name="Google Shape;120;p16"/>
          <p:cNvGrpSpPr/>
          <p:nvPr/>
        </p:nvGrpSpPr>
        <p:grpSpPr>
          <a:xfrm>
            <a:off x="3514681" y="1107568"/>
            <a:ext cx="2343219" cy="3282933"/>
            <a:chOff x="3514681" y="1107568"/>
            <a:chExt cx="2343219" cy="3282933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514681" y="1194845"/>
              <a:ext cx="1567540" cy="3104651"/>
              <a:chOff x="2678318" y="1487495"/>
              <a:chExt cx="1567540" cy="3104651"/>
            </a:xfrm>
          </p:grpSpPr>
          <p:sp>
            <p:nvSpPr>
              <p:cNvPr id="122" name="Google Shape;122;p16"/>
              <p:cNvSpPr/>
              <p:nvPr/>
            </p:nvSpPr>
            <p:spPr>
              <a:xfrm>
                <a:off x="2703018" y="1512454"/>
                <a:ext cx="1542840" cy="3054501"/>
              </a:xfrm>
              <a:custGeom>
                <a:avLst/>
                <a:gdLst/>
                <a:ahLst/>
                <a:cxnLst/>
                <a:rect l="l" t="t" r="r" b="b"/>
                <a:pathLst>
                  <a:path w="71403" h="141363" extrusionOk="0">
                    <a:moveTo>
                      <a:pt x="727" y="0"/>
                    </a:moveTo>
                    <a:cubicBezTo>
                      <a:pt x="322" y="0"/>
                      <a:pt x="1" y="322"/>
                      <a:pt x="1" y="714"/>
                    </a:cubicBezTo>
                    <a:cubicBezTo>
                      <a:pt x="1" y="1107"/>
                      <a:pt x="322" y="1429"/>
                      <a:pt x="727" y="1429"/>
                    </a:cubicBezTo>
                    <a:cubicBezTo>
                      <a:pt x="10074" y="1429"/>
                      <a:pt x="19134" y="3262"/>
                      <a:pt x="27683" y="6870"/>
                    </a:cubicBezTo>
                    <a:cubicBezTo>
                      <a:pt x="35922" y="10359"/>
                      <a:pt x="43328" y="15359"/>
                      <a:pt x="49686" y="21717"/>
                    </a:cubicBezTo>
                    <a:cubicBezTo>
                      <a:pt x="56044" y="28075"/>
                      <a:pt x="61044" y="35481"/>
                      <a:pt x="64533" y="43732"/>
                    </a:cubicBezTo>
                    <a:cubicBezTo>
                      <a:pt x="68140" y="52268"/>
                      <a:pt x="69974" y="61329"/>
                      <a:pt x="69974" y="70675"/>
                    </a:cubicBezTo>
                    <a:cubicBezTo>
                      <a:pt x="69974" y="80034"/>
                      <a:pt x="68140" y="89094"/>
                      <a:pt x="64533" y="97631"/>
                    </a:cubicBezTo>
                    <a:cubicBezTo>
                      <a:pt x="61044" y="105882"/>
                      <a:pt x="56044" y="113288"/>
                      <a:pt x="49686" y="119646"/>
                    </a:cubicBezTo>
                    <a:cubicBezTo>
                      <a:pt x="43328" y="126004"/>
                      <a:pt x="35922" y="131004"/>
                      <a:pt x="27683" y="134493"/>
                    </a:cubicBezTo>
                    <a:cubicBezTo>
                      <a:pt x="19134" y="138100"/>
                      <a:pt x="10074" y="139934"/>
                      <a:pt x="727" y="139934"/>
                    </a:cubicBezTo>
                    <a:cubicBezTo>
                      <a:pt x="322" y="139934"/>
                      <a:pt x="1" y="140255"/>
                      <a:pt x="1" y="140648"/>
                    </a:cubicBezTo>
                    <a:cubicBezTo>
                      <a:pt x="1" y="141041"/>
                      <a:pt x="322" y="141363"/>
                      <a:pt x="727" y="141363"/>
                    </a:cubicBezTo>
                    <a:cubicBezTo>
                      <a:pt x="10264" y="141363"/>
                      <a:pt x="19515" y="139493"/>
                      <a:pt x="28231" y="135802"/>
                    </a:cubicBezTo>
                    <a:cubicBezTo>
                      <a:pt x="36648" y="132243"/>
                      <a:pt x="44209" y="127147"/>
                      <a:pt x="50698" y="120658"/>
                    </a:cubicBezTo>
                    <a:cubicBezTo>
                      <a:pt x="57187" y="114169"/>
                      <a:pt x="62294" y="106608"/>
                      <a:pt x="65854" y="98191"/>
                    </a:cubicBezTo>
                    <a:cubicBezTo>
                      <a:pt x="69533" y="89475"/>
                      <a:pt x="71403" y="80224"/>
                      <a:pt x="71403" y="70675"/>
                    </a:cubicBezTo>
                    <a:cubicBezTo>
                      <a:pt x="71403" y="61139"/>
                      <a:pt x="69533" y="51887"/>
                      <a:pt x="65854" y="43172"/>
                    </a:cubicBezTo>
                    <a:cubicBezTo>
                      <a:pt x="62294" y="34754"/>
                      <a:pt x="57187" y="27194"/>
                      <a:pt x="50698" y="20705"/>
                    </a:cubicBezTo>
                    <a:cubicBezTo>
                      <a:pt x="44209" y="14216"/>
                      <a:pt x="36648" y="9120"/>
                      <a:pt x="28231" y="5560"/>
                    </a:cubicBezTo>
                    <a:cubicBezTo>
                      <a:pt x="19515" y="1869"/>
                      <a:pt x="10264" y="0"/>
                      <a:pt x="7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16"/>
              <p:cNvSpPr/>
              <p:nvPr/>
            </p:nvSpPr>
            <p:spPr>
              <a:xfrm>
                <a:off x="2678318" y="1487495"/>
                <a:ext cx="80553" cy="80790"/>
              </a:xfrm>
              <a:custGeom>
                <a:avLst/>
                <a:gdLst/>
                <a:ahLst/>
                <a:cxnLst/>
                <a:rect l="l" t="t" r="r" b="b"/>
                <a:pathLst>
                  <a:path w="3728" h="3739" extrusionOk="0">
                    <a:moveTo>
                      <a:pt x="1870" y="0"/>
                    </a:moveTo>
                    <a:cubicBezTo>
                      <a:pt x="834" y="0"/>
                      <a:pt x="1" y="834"/>
                      <a:pt x="1" y="1869"/>
                    </a:cubicBezTo>
                    <a:cubicBezTo>
                      <a:pt x="1" y="2905"/>
                      <a:pt x="834" y="3739"/>
                      <a:pt x="1870" y="3739"/>
                    </a:cubicBezTo>
                    <a:cubicBezTo>
                      <a:pt x="2894" y="3739"/>
                      <a:pt x="3727" y="2905"/>
                      <a:pt x="3727" y="1869"/>
                    </a:cubicBezTo>
                    <a:cubicBezTo>
                      <a:pt x="3727" y="834"/>
                      <a:pt x="2894" y="0"/>
                      <a:pt x="18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6"/>
              <p:cNvSpPr/>
              <p:nvPr/>
            </p:nvSpPr>
            <p:spPr>
              <a:xfrm>
                <a:off x="2678318" y="4511356"/>
                <a:ext cx="80553" cy="80790"/>
              </a:xfrm>
              <a:custGeom>
                <a:avLst/>
                <a:gdLst/>
                <a:ahLst/>
                <a:cxnLst/>
                <a:rect l="l" t="t" r="r" b="b"/>
                <a:pathLst>
                  <a:path w="3728" h="3739" extrusionOk="0">
                    <a:moveTo>
                      <a:pt x="1870" y="0"/>
                    </a:moveTo>
                    <a:cubicBezTo>
                      <a:pt x="834" y="0"/>
                      <a:pt x="1" y="833"/>
                      <a:pt x="1" y="1869"/>
                    </a:cubicBezTo>
                    <a:cubicBezTo>
                      <a:pt x="1" y="2905"/>
                      <a:pt x="834" y="3739"/>
                      <a:pt x="1870" y="3739"/>
                    </a:cubicBezTo>
                    <a:cubicBezTo>
                      <a:pt x="2894" y="3739"/>
                      <a:pt x="3727" y="2905"/>
                      <a:pt x="3727" y="1869"/>
                    </a:cubicBezTo>
                    <a:cubicBezTo>
                      <a:pt x="3727" y="833"/>
                      <a:pt x="2894" y="0"/>
                      <a:pt x="18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25" name="Google Shape;125;p16"/>
            <p:cNvCxnSpPr/>
            <p:nvPr/>
          </p:nvCxnSpPr>
          <p:spPr>
            <a:xfrm>
              <a:off x="4267875" y="1309250"/>
              <a:ext cx="1590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126" name="Google Shape;126;p16"/>
            <p:cNvSpPr/>
            <p:nvPr/>
          </p:nvSpPr>
          <p:spPr>
            <a:xfrm>
              <a:off x="3928713" y="1107568"/>
              <a:ext cx="403691" cy="403384"/>
            </a:xfrm>
            <a:custGeom>
              <a:avLst/>
              <a:gdLst/>
              <a:ahLst/>
              <a:cxnLst/>
              <a:rect l="l" t="t" r="r" b="b"/>
              <a:pathLst>
                <a:path w="14146" h="14134" extrusionOk="0">
                  <a:moveTo>
                    <a:pt x="7073" y="0"/>
                  </a:moveTo>
                  <a:cubicBezTo>
                    <a:pt x="3168" y="0"/>
                    <a:pt x="1" y="3167"/>
                    <a:pt x="1" y="7073"/>
                  </a:cubicBezTo>
                  <a:cubicBezTo>
                    <a:pt x="1" y="10978"/>
                    <a:pt x="3168" y="14133"/>
                    <a:pt x="7073" y="14133"/>
                  </a:cubicBezTo>
                  <a:cubicBezTo>
                    <a:pt x="10978" y="14133"/>
                    <a:pt x="14145" y="10978"/>
                    <a:pt x="14145" y="7073"/>
                  </a:cubicBezTo>
                  <a:cubicBezTo>
                    <a:pt x="14145" y="3167"/>
                    <a:pt x="10978" y="0"/>
                    <a:pt x="70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sz="1500">
                <a:solidFill>
                  <a:srgbClr val="FFFFFF"/>
                </a:solidFill>
              </a:endParaRPr>
            </a:p>
          </p:txBody>
        </p:sp>
        <p:cxnSp>
          <p:nvCxnSpPr>
            <p:cNvPr id="127" name="Google Shape;127;p16"/>
            <p:cNvCxnSpPr/>
            <p:nvPr/>
          </p:nvCxnSpPr>
          <p:spPr>
            <a:xfrm>
              <a:off x="4267875" y="4188625"/>
              <a:ext cx="1590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128" name="Google Shape;128;p16"/>
            <p:cNvSpPr/>
            <p:nvPr/>
          </p:nvSpPr>
          <p:spPr>
            <a:xfrm>
              <a:off x="3928708" y="3986762"/>
              <a:ext cx="403702" cy="403738"/>
            </a:xfrm>
            <a:custGeom>
              <a:avLst/>
              <a:gdLst/>
              <a:ahLst/>
              <a:cxnLst/>
              <a:rect l="l" t="t" r="r" b="b"/>
              <a:pathLst>
                <a:path w="14134" h="14134" extrusionOk="0">
                  <a:moveTo>
                    <a:pt x="7073" y="0"/>
                  </a:moveTo>
                  <a:cubicBezTo>
                    <a:pt x="3168" y="0"/>
                    <a:pt x="1" y="3168"/>
                    <a:pt x="1" y="7061"/>
                  </a:cubicBezTo>
                  <a:cubicBezTo>
                    <a:pt x="1" y="10966"/>
                    <a:pt x="3168" y="14133"/>
                    <a:pt x="7073" y="14133"/>
                  </a:cubicBezTo>
                  <a:cubicBezTo>
                    <a:pt x="10978" y="14133"/>
                    <a:pt x="14133" y="10966"/>
                    <a:pt x="14133" y="7061"/>
                  </a:cubicBezTo>
                  <a:cubicBezTo>
                    <a:pt x="14133" y="3168"/>
                    <a:pt x="10978" y="0"/>
                    <a:pt x="70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04</a:t>
              </a:r>
              <a:endParaRPr sz="1500">
                <a:solidFill>
                  <a:srgbClr val="FFFFFF"/>
                </a:solidFill>
              </a:endParaRPr>
            </a:p>
          </p:txBody>
        </p:sp>
        <p:cxnSp>
          <p:nvCxnSpPr>
            <p:cNvPr id="129" name="Google Shape;129;p16"/>
            <p:cNvCxnSpPr/>
            <p:nvPr/>
          </p:nvCxnSpPr>
          <p:spPr>
            <a:xfrm>
              <a:off x="4995700" y="3228850"/>
              <a:ext cx="8622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130" name="Google Shape;130;p16"/>
            <p:cNvSpPr/>
            <p:nvPr/>
          </p:nvSpPr>
          <p:spPr>
            <a:xfrm>
              <a:off x="4768391" y="3026968"/>
              <a:ext cx="403709" cy="403744"/>
            </a:xfrm>
            <a:custGeom>
              <a:avLst/>
              <a:gdLst/>
              <a:ahLst/>
              <a:cxnLst/>
              <a:rect l="l" t="t" r="r" b="b"/>
              <a:pathLst>
                <a:path w="14133" h="14133" extrusionOk="0">
                  <a:moveTo>
                    <a:pt x="7072" y="0"/>
                  </a:moveTo>
                  <a:cubicBezTo>
                    <a:pt x="3167" y="0"/>
                    <a:pt x="0" y="3167"/>
                    <a:pt x="0" y="7060"/>
                  </a:cubicBezTo>
                  <a:cubicBezTo>
                    <a:pt x="0" y="10966"/>
                    <a:pt x="3167" y="14133"/>
                    <a:pt x="7072" y="14133"/>
                  </a:cubicBezTo>
                  <a:cubicBezTo>
                    <a:pt x="10978" y="14133"/>
                    <a:pt x="14133" y="10966"/>
                    <a:pt x="14133" y="7060"/>
                  </a:cubicBezTo>
                  <a:cubicBezTo>
                    <a:pt x="14133" y="3167"/>
                    <a:pt x="10978" y="0"/>
                    <a:pt x="70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 sz="1500">
                <a:solidFill>
                  <a:srgbClr val="FFFFFF"/>
                </a:solidFill>
              </a:endParaRPr>
            </a:p>
          </p:txBody>
        </p:sp>
        <p:cxnSp>
          <p:nvCxnSpPr>
            <p:cNvPr id="131" name="Google Shape;131;p16"/>
            <p:cNvCxnSpPr/>
            <p:nvPr/>
          </p:nvCxnSpPr>
          <p:spPr>
            <a:xfrm>
              <a:off x="5010475" y="2269050"/>
              <a:ext cx="8472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132" name="Google Shape;132;p16"/>
            <p:cNvSpPr/>
            <p:nvPr/>
          </p:nvSpPr>
          <p:spPr>
            <a:xfrm>
              <a:off x="4768394" y="2067181"/>
              <a:ext cx="403702" cy="403738"/>
            </a:xfrm>
            <a:custGeom>
              <a:avLst/>
              <a:gdLst/>
              <a:ahLst/>
              <a:cxnLst/>
              <a:rect l="l" t="t" r="r" b="b"/>
              <a:pathLst>
                <a:path w="14134" h="14134" extrusionOk="0">
                  <a:moveTo>
                    <a:pt x="7073" y="1"/>
                  </a:moveTo>
                  <a:cubicBezTo>
                    <a:pt x="3168" y="1"/>
                    <a:pt x="1" y="3156"/>
                    <a:pt x="1" y="7061"/>
                  </a:cubicBezTo>
                  <a:cubicBezTo>
                    <a:pt x="1" y="10966"/>
                    <a:pt x="3168" y="14133"/>
                    <a:pt x="7073" y="14133"/>
                  </a:cubicBezTo>
                  <a:cubicBezTo>
                    <a:pt x="10966" y="14133"/>
                    <a:pt x="14133" y="10966"/>
                    <a:pt x="14133" y="7061"/>
                  </a:cubicBezTo>
                  <a:cubicBezTo>
                    <a:pt x="14133" y="3156"/>
                    <a:pt x="10966" y="1"/>
                    <a:pt x="70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 sz="1500">
                <a:solidFill>
                  <a:srgbClr val="FFFFFF"/>
                </a:solidFill>
              </a:endParaRPr>
            </a:p>
          </p:txBody>
        </p:sp>
      </p:grpSp>
      <p:sp>
        <p:nvSpPr>
          <p:cNvPr id="133" name="Google Shape;133;p16"/>
          <p:cNvSpPr txBox="1"/>
          <p:nvPr/>
        </p:nvSpPr>
        <p:spPr>
          <a:xfrm>
            <a:off x="6064820" y="1926104"/>
            <a:ext cx="2361509" cy="587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5970844" y="2146086"/>
            <a:ext cx="2361509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3458250" y="2514000"/>
            <a:ext cx="19200" cy="36700"/>
          </a:xfrm>
          <a:custGeom>
            <a:avLst/>
            <a:gdLst/>
            <a:ahLst/>
            <a:cxnLst/>
            <a:rect l="l" t="t" r="r" b="b"/>
            <a:pathLst>
              <a:path w="768" h="1468" fill="none" extrusionOk="0">
                <a:moveTo>
                  <a:pt x="768" y="1468"/>
                </a:moveTo>
                <a:cubicBezTo>
                  <a:pt x="534" y="968"/>
                  <a:pt x="267" y="467"/>
                  <a:pt x="0" y="0"/>
                </a:cubicBezTo>
              </a:path>
            </a:pathLst>
          </a:custGeom>
          <a:noFill/>
          <a:ln w="4170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458438" y="2381966"/>
            <a:ext cx="1831569" cy="2761480"/>
          </a:xfrm>
          <a:custGeom>
            <a:avLst/>
            <a:gdLst/>
            <a:ahLst/>
            <a:cxnLst/>
            <a:rect l="l" t="t" r="r" b="b"/>
            <a:pathLst>
              <a:path w="50304" h="75844" extrusionOk="0">
                <a:moveTo>
                  <a:pt x="10290" y="0"/>
                </a:moveTo>
                <a:cubicBezTo>
                  <a:pt x="9560" y="0"/>
                  <a:pt x="8996" y="196"/>
                  <a:pt x="8707" y="423"/>
                </a:cubicBezTo>
                <a:cubicBezTo>
                  <a:pt x="7473" y="1424"/>
                  <a:pt x="9307" y="13999"/>
                  <a:pt x="9374" y="17902"/>
                </a:cubicBezTo>
                <a:cubicBezTo>
                  <a:pt x="9541" y="27309"/>
                  <a:pt x="7539" y="33780"/>
                  <a:pt x="7139" y="36315"/>
                </a:cubicBezTo>
                <a:cubicBezTo>
                  <a:pt x="6572" y="40018"/>
                  <a:pt x="7206" y="46489"/>
                  <a:pt x="9307" y="53494"/>
                </a:cubicBezTo>
                <a:lnTo>
                  <a:pt x="1" y="75844"/>
                </a:lnTo>
                <a:lnTo>
                  <a:pt x="30289" y="75844"/>
                </a:lnTo>
                <a:lnTo>
                  <a:pt x="30856" y="60066"/>
                </a:lnTo>
                <a:cubicBezTo>
                  <a:pt x="32224" y="60032"/>
                  <a:pt x="33591" y="59832"/>
                  <a:pt x="34926" y="59499"/>
                </a:cubicBezTo>
                <a:cubicBezTo>
                  <a:pt x="47902" y="56129"/>
                  <a:pt x="50303" y="47723"/>
                  <a:pt x="50303" y="47723"/>
                </a:cubicBezTo>
                <a:cubicBezTo>
                  <a:pt x="50303" y="47723"/>
                  <a:pt x="22050" y="24840"/>
                  <a:pt x="19081" y="11965"/>
                </a:cubicBezTo>
                <a:cubicBezTo>
                  <a:pt x="16834" y="2084"/>
                  <a:pt x="12672" y="0"/>
                  <a:pt x="10290" y="0"/>
                </a:cubicBezTo>
                <a:close/>
              </a:path>
            </a:pathLst>
          </a:custGeom>
          <a:solidFill>
            <a:srgbClr val="E5B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2129694" y="2351891"/>
            <a:ext cx="521064" cy="555070"/>
          </a:xfrm>
          <a:custGeom>
            <a:avLst/>
            <a:gdLst/>
            <a:ahLst/>
            <a:cxnLst/>
            <a:rect l="l" t="t" r="r" b="b"/>
            <a:pathLst>
              <a:path w="14311" h="15245" extrusionOk="0">
                <a:moveTo>
                  <a:pt x="9564" y="0"/>
                </a:moveTo>
                <a:cubicBezTo>
                  <a:pt x="8587" y="0"/>
                  <a:pt x="7664" y="385"/>
                  <a:pt x="7038" y="1149"/>
                </a:cubicBezTo>
                <a:lnTo>
                  <a:pt x="1201" y="9188"/>
                </a:lnTo>
                <a:cubicBezTo>
                  <a:pt x="0" y="10656"/>
                  <a:pt x="400" y="12924"/>
                  <a:pt x="2102" y="14292"/>
                </a:cubicBezTo>
                <a:cubicBezTo>
                  <a:pt x="2896" y="14927"/>
                  <a:pt x="3834" y="15245"/>
                  <a:pt x="4728" y="15245"/>
                </a:cubicBezTo>
                <a:cubicBezTo>
                  <a:pt x="5712" y="15245"/>
                  <a:pt x="6643" y="14860"/>
                  <a:pt x="7272" y="14091"/>
                </a:cubicBezTo>
                <a:lnTo>
                  <a:pt x="13109" y="6052"/>
                </a:lnTo>
                <a:cubicBezTo>
                  <a:pt x="14310" y="4618"/>
                  <a:pt x="13877" y="2316"/>
                  <a:pt x="12209" y="982"/>
                </a:cubicBezTo>
                <a:cubicBezTo>
                  <a:pt x="11409" y="326"/>
                  <a:pt x="10464" y="0"/>
                  <a:pt x="956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963711" y="1702615"/>
            <a:ext cx="1473258" cy="2699947"/>
          </a:xfrm>
          <a:custGeom>
            <a:avLst/>
            <a:gdLst/>
            <a:ahLst/>
            <a:cxnLst/>
            <a:rect l="l" t="t" r="r" b="b"/>
            <a:pathLst>
              <a:path w="40463" h="74154" extrusionOk="0">
                <a:moveTo>
                  <a:pt x="3369" y="1"/>
                </a:moveTo>
                <a:cubicBezTo>
                  <a:pt x="1668" y="1"/>
                  <a:pt x="267" y="1368"/>
                  <a:pt x="267" y="3103"/>
                </a:cubicBezTo>
                <a:lnTo>
                  <a:pt x="34" y="70918"/>
                </a:lnTo>
                <a:cubicBezTo>
                  <a:pt x="0" y="72653"/>
                  <a:pt x="1401" y="74054"/>
                  <a:pt x="3136" y="74054"/>
                </a:cubicBezTo>
                <a:lnTo>
                  <a:pt x="37093" y="74154"/>
                </a:lnTo>
                <a:cubicBezTo>
                  <a:pt x="38795" y="74154"/>
                  <a:pt x="40196" y="72786"/>
                  <a:pt x="40229" y="71051"/>
                </a:cubicBezTo>
                <a:lnTo>
                  <a:pt x="40462" y="3236"/>
                </a:lnTo>
                <a:cubicBezTo>
                  <a:pt x="40462" y="1502"/>
                  <a:pt x="39061" y="101"/>
                  <a:pt x="37327" y="101"/>
                </a:cubicBezTo>
                <a:lnTo>
                  <a:pt x="336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964912" y="1926104"/>
            <a:ext cx="1470855" cy="2034372"/>
          </a:xfrm>
          <a:custGeom>
            <a:avLst/>
            <a:gdLst/>
            <a:ahLst/>
            <a:cxnLst/>
            <a:rect l="l" t="t" r="r" b="b"/>
            <a:pathLst>
              <a:path w="40397" h="55874" extrusionOk="0">
                <a:moveTo>
                  <a:pt x="201" y="0"/>
                </a:moveTo>
                <a:lnTo>
                  <a:pt x="1" y="55740"/>
                </a:lnTo>
                <a:lnTo>
                  <a:pt x="40196" y="55874"/>
                </a:lnTo>
                <a:lnTo>
                  <a:pt x="40396" y="134"/>
                </a:lnTo>
                <a:lnTo>
                  <a:pt x="20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100943" y="2076699"/>
            <a:ext cx="1065175" cy="765193"/>
          </a:xfrm>
          <a:custGeom>
            <a:avLst/>
            <a:gdLst/>
            <a:ahLst/>
            <a:cxnLst/>
            <a:rect l="l" t="t" r="r" b="b"/>
            <a:pathLst>
              <a:path w="29255" h="21016" extrusionOk="0">
                <a:moveTo>
                  <a:pt x="27387" y="7639"/>
                </a:moveTo>
                <a:lnTo>
                  <a:pt x="24385" y="19415"/>
                </a:lnTo>
                <a:lnTo>
                  <a:pt x="8173" y="19415"/>
                </a:lnTo>
                <a:lnTo>
                  <a:pt x="6505" y="7639"/>
                </a:lnTo>
                <a:close/>
                <a:moveTo>
                  <a:pt x="2903" y="1"/>
                </a:moveTo>
                <a:cubicBezTo>
                  <a:pt x="1302" y="1"/>
                  <a:pt x="1" y="1302"/>
                  <a:pt x="1" y="2869"/>
                </a:cubicBezTo>
                <a:lnTo>
                  <a:pt x="1" y="4737"/>
                </a:lnTo>
                <a:cubicBezTo>
                  <a:pt x="1" y="5171"/>
                  <a:pt x="368" y="5538"/>
                  <a:pt x="801" y="5538"/>
                </a:cubicBezTo>
                <a:cubicBezTo>
                  <a:pt x="1268" y="5538"/>
                  <a:pt x="1602" y="5171"/>
                  <a:pt x="1602" y="4737"/>
                </a:cubicBezTo>
                <a:lnTo>
                  <a:pt x="1602" y="2869"/>
                </a:lnTo>
                <a:cubicBezTo>
                  <a:pt x="1602" y="2169"/>
                  <a:pt x="2202" y="1602"/>
                  <a:pt x="2903" y="1602"/>
                </a:cubicBezTo>
                <a:cubicBezTo>
                  <a:pt x="3503" y="1602"/>
                  <a:pt x="4070" y="2069"/>
                  <a:pt x="4170" y="2703"/>
                </a:cubicBezTo>
                <a:lnTo>
                  <a:pt x="6672" y="20315"/>
                </a:lnTo>
                <a:cubicBezTo>
                  <a:pt x="6739" y="20715"/>
                  <a:pt x="7072" y="21016"/>
                  <a:pt x="7473" y="21016"/>
                </a:cubicBezTo>
                <a:lnTo>
                  <a:pt x="25018" y="21016"/>
                </a:lnTo>
                <a:cubicBezTo>
                  <a:pt x="25385" y="21016"/>
                  <a:pt x="25686" y="20749"/>
                  <a:pt x="25786" y="20382"/>
                </a:cubicBezTo>
                <a:lnTo>
                  <a:pt x="29188" y="7039"/>
                </a:lnTo>
                <a:cubicBezTo>
                  <a:pt x="29255" y="6805"/>
                  <a:pt x="29188" y="6539"/>
                  <a:pt x="29055" y="6338"/>
                </a:cubicBezTo>
                <a:cubicBezTo>
                  <a:pt x="28888" y="6138"/>
                  <a:pt x="28654" y="6038"/>
                  <a:pt x="28421" y="6038"/>
                </a:cubicBezTo>
                <a:lnTo>
                  <a:pt x="6272" y="6038"/>
                </a:lnTo>
                <a:lnTo>
                  <a:pt x="5738" y="2469"/>
                </a:lnTo>
                <a:cubicBezTo>
                  <a:pt x="5538" y="1068"/>
                  <a:pt x="4304" y="1"/>
                  <a:pt x="290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1517555" y="2302518"/>
            <a:ext cx="112980" cy="539378"/>
          </a:xfrm>
          <a:custGeom>
            <a:avLst/>
            <a:gdLst/>
            <a:ahLst/>
            <a:cxnLst/>
            <a:rect l="l" t="t" r="r" b="b"/>
            <a:pathLst>
              <a:path w="3103" h="14814" extrusionOk="0">
                <a:moveTo>
                  <a:pt x="798" y="1"/>
                </a:moveTo>
                <a:cubicBezTo>
                  <a:pt x="777" y="1"/>
                  <a:pt x="756" y="2"/>
                  <a:pt x="734" y="3"/>
                </a:cubicBezTo>
                <a:cubicBezTo>
                  <a:pt x="300" y="70"/>
                  <a:pt x="0" y="470"/>
                  <a:pt x="33" y="904"/>
                </a:cubicBezTo>
                <a:lnTo>
                  <a:pt x="1468" y="14080"/>
                </a:lnTo>
                <a:cubicBezTo>
                  <a:pt x="1501" y="14513"/>
                  <a:pt x="1868" y="14814"/>
                  <a:pt x="2268" y="14814"/>
                </a:cubicBezTo>
                <a:lnTo>
                  <a:pt x="2368" y="14814"/>
                </a:lnTo>
                <a:cubicBezTo>
                  <a:pt x="2802" y="14747"/>
                  <a:pt x="3102" y="14347"/>
                  <a:pt x="3069" y="13913"/>
                </a:cubicBezTo>
                <a:lnTo>
                  <a:pt x="1635" y="737"/>
                </a:lnTo>
                <a:cubicBezTo>
                  <a:pt x="1603" y="323"/>
                  <a:pt x="1237" y="1"/>
                  <a:pt x="79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1784738" y="2302518"/>
            <a:ext cx="106936" cy="539378"/>
          </a:xfrm>
          <a:custGeom>
            <a:avLst/>
            <a:gdLst/>
            <a:ahLst/>
            <a:cxnLst/>
            <a:rect l="l" t="t" r="r" b="b"/>
            <a:pathLst>
              <a:path w="2937" h="14814" extrusionOk="0">
                <a:moveTo>
                  <a:pt x="2109" y="1"/>
                </a:moveTo>
                <a:cubicBezTo>
                  <a:pt x="1699" y="1"/>
                  <a:pt x="1333" y="323"/>
                  <a:pt x="1302" y="737"/>
                </a:cubicBezTo>
                <a:lnTo>
                  <a:pt x="34" y="13913"/>
                </a:lnTo>
                <a:cubicBezTo>
                  <a:pt x="1" y="14380"/>
                  <a:pt x="334" y="14747"/>
                  <a:pt x="768" y="14814"/>
                </a:cubicBezTo>
                <a:lnTo>
                  <a:pt x="835" y="14814"/>
                </a:lnTo>
                <a:cubicBezTo>
                  <a:pt x="1235" y="14814"/>
                  <a:pt x="1602" y="14480"/>
                  <a:pt x="1635" y="14080"/>
                </a:cubicBezTo>
                <a:lnTo>
                  <a:pt x="2903" y="904"/>
                </a:lnTo>
                <a:cubicBezTo>
                  <a:pt x="2936" y="437"/>
                  <a:pt x="2603" y="70"/>
                  <a:pt x="2169" y="3"/>
                </a:cubicBezTo>
                <a:cubicBezTo>
                  <a:pt x="2149" y="2"/>
                  <a:pt x="2129" y="1"/>
                  <a:pt x="210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1325634" y="2459302"/>
            <a:ext cx="772475" cy="58329"/>
          </a:xfrm>
          <a:custGeom>
            <a:avLst/>
            <a:gdLst/>
            <a:ahLst/>
            <a:cxnLst/>
            <a:rect l="l" t="t" r="r" b="b"/>
            <a:pathLst>
              <a:path w="21216" h="1602" extrusionOk="0">
                <a:moveTo>
                  <a:pt x="801" y="0"/>
                </a:moveTo>
                <a:cubicBezTo>
                  <a:pt x="334" y="0"/>
                  <a:pt x="1" y="367"/>
                  <a:pt x="1" y="801"/>
                </a:cubicBezTo>
                <a:cubicBezTo>
                  <a:pt x="1" y="1268"/>
                  <a:pt x="334" y="1601"/>
                  <a:pt x="801" y="1601"/>
                </a:cubicBezTo>
                <a:lnTo>
                  <a:pt x="20415" y="1601"/>
                </a:lnTo>
                <a:cubicBezTo>
                  <a:pt x="20849" y="1601"/>
                  <a:pt x="21216" y="1268"/>
                  <a:pt x="21216" y="801"/>
                </a:cubicBezTo>
                <a:cubicBezTo>
                  <a:pt x="21216" y="367"/>
                  <a:pt x="20849" y="0"/>
                  <a:pt x="2041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1345077" y="2617179"/>
            <a:ext cx="733625" cy="58329"/>
          </a:xfrm>
          <a:custGeom>
            <a:avLst/>
            <a:gdLst/>
            <a:ahLst/>
            <a:cxnLst/>
            <a:rect l="l" t="t" r="r" b="b"/>
            <a:pathLst>
              <a:path w="20149" h="1602" extrusionOk="0">
                <a:moveTo>
                  <a:pt x="801" y="1"/>
                </a:moveTo>
                <a:cubicBezTo>
                  <a:pt x="367" y="1"/>
                  <a:pt x="0" y="334"/>
                  <a:pt x="0" y="801"/>
                </a:cubicBezTo>
                <a:cubicBezTo>
                  <a:pt x="0" y="1235"/>
                  <a:pt x="367" y="1602"/>
                  <a:pt x="801" y="1602"/>
                </a:cubicBezTo>
                <a:lnTo>
                  <a:pt x="19348" y="1602"/>
                </a:lnTo>
                <a:cubicBezTo>
                  <a:pt x="19781" y="1602"/>
                  <a:pt x="20148" y="1235"/>
                  <a:pt x="20148" y="801"/>
                </a:cubicBezTo>
                <a:cubicBezTo>
                  <a:pt x="20148" y="334"/>
                  <a:pt x="19781" y="1"/>
                  <a:pt x="1934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1453181" y="2871035"/>
            <a:ext cx="166430" cy="166430"/>
          </a:xfrm>
          <a:custGeom>
            <a:avLst/>
            <a:gdLst/>
            <a:ahLst/>
            <a:cxnLst/>
            <a:rect l="l" t="t" r="r" b="b"/>
            <a:pathLst>
              <a:path w="4571" h="4571" extrusionOk="0">
                <a:moveTo>
                  <a:pt x="2302" y="1601"/>
                </a:moveTo>
                <a:cubicBezTo>
                  <a:pt x="2669" y="1601"/>
                  <a:pt x="2969" y="1902"/>
                  <a:pt x="2969" y="2269"/>
                </a:cubicBezTo>
                <a:cubicBezTo>
                  <a:pt x="2969" y="2635"/>
                  <a:pt x="2669" y="2936"/>
                  <a:pt x="2302" y="2936"/>
                </a:cubicBezTo>
                <a:cubicBezTo>
                  <a:pt x="1935" y="2936"/>
                  <a:pt x="1635" y="2635"/>
                  <a:pt x="1635" y="2269"/>
                </a:cubicBezTo>
                <a:cubicBezTo>
                  <a:pt x="1635" y="1902"/>
                  <a:pt x="1935" y="1601"/>
                  <a:pt x="2302" y="1601"/>
                </a:cubicBezTo>
                <a:close/>
                <a:moveTo>
                  <a:pt x="2302" y="0"/>
                </a:moveTo>
                <a:cubicBezTo>
                  <a:pt x="1034" y="0"/>
                  <a:pt x="0" y="1034"/>
                  <a:pt x="0" y="2269"/>
                </a:cubicBezTo>
                <a:cubicBezTo>
                  <a:pt x="0" y="3536"/>
                  <a:pt x="1034" y="4570"/>
                  <a:pt x="2302" y="4570"/>
                </a:cubicBezTo>
                <a:cubicBezTo>
                  <a:pt x="3536" y="4570"/>
                  <a:pt x="4570" y="3536"/>
                  <a:pt x="4570" y="2269"/>
                </a:cubicBezTo>
                <a:cubicBezTo>
                  <a:pt x="4570" y="1034"/>
                  <a:pt x="3536" y="0"/>
                  <a:pt x="230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1790818" y="2871035"/>
            <a:ext cx="166430" cy="166430"/>
          </a:xfrm>
          <a:custGeom>
            <a:avLst/>
            <a:gdLst/>
            <a:ahLst/>
            <a:cxnLst/>
            <a:rect l="l" t="t" r="r" b="b"/>
            <a:pathLst>
              <a:path w="4571" h="4571" extrusionOk="0">
                <a:moveTo>
                  <a:pt x="2269" y="1601"/>
                </a:moveTo>
                <a:cubicBezTo>
                  <a:pt x="2636" y="1601"/>
                  <a:pt x="2936" y="1902"/>
                  <a:pt x="2936" y="2269"/>
                </a:cubicBezTo>
                <a:cubicBezTo>
                  <a:pt x="2936" y="2635"/>
                  <a:pt x="2636" y="2936"/>
                  <a:pt x="2269" y="2936"/>
                </a:cubicBezTo>
                <a:cubicBezTo>
                  <a:pt x="1902" y="2936"/>
                  <a:pt x="1602" y="2635"/>
                  <a:pt x="1602" y="2269"/>
                </a:cubicBezTo>
                <a:cubicBezTo>
                  <a:pt x="1602" y="1902"/>
                  <a:pt x="1902" y="1601"/>
                  <a:pt x="2269" y="1601"/>
                </a:cubicBezTo>
                <a:close/>
                <a:moveTo>
                  <a:pt x="2269" y="0"/>
                </a:moveTo>
                <a:cubicBezTo>
                  <a:pt x="1035" y="0"/>
                  <a:pt x="0" y="1034"/>
                  <a:pt x="0" y="2269"/>
                </a:cubicBezTo>
                <a:cubicBezTo>
                  <a:pt x="0" y="3536"/>
                  <a:pt x="1035" y="4570"/>
                  <a:pt x="2269" y="4570"/>
                </a:cubicBezTo>
                <a:cubicBezTo>
                  <a:pt x="3536" y="4570"/>
                  <a:pt x="4570" y="3536"/>
                  <a:pt x="4537" y="2269"/>
                </a:cubicBezTo>
                <a:cubicBezTo>
                  <a:pt x="4537" y="1034"/>
                  <a:pt x="3536" y="0"/>
                  <a:pt x="226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1100943" y="3333779"/>
            <a:ext cx="1200001" cy="414200"/>
          </a:xfrm>
          <a:custGeom>
            <a:avLst/>
            <a:gdLst/>
            <a:ahLst/>
            <a:cxnLst/>
            <a:rect l="l" t="t" r="r" b="b"/>
            <a:pathLst>
              <a:path w="32958" h="11376" extrusionOk="0">
                <a:moveTo>
                  <a:pt x="2035" y="0"/>
                </a:moveTo>
                <a:cubicBezTo>
                  <a:pt x="901" y="0"/>
                  <a:pt x="1" y="901"/>
                  <a:pt x="1" y="2035"/>
                </a:cubicBezTo>
                <a:lnTo>
                  <a:pt x="1" y="9340"/>
                </a:lnTo>
                <a:cubicBezTo>
                  <a:pt x="1" y="10474"/>
                  <a:pt x="901" y="11375"/>
                  <a:pt x="2035" y="11375"/>
                </a:cubicBezTo>
                <a:lnTo>
                  <a:pt x="30923" y="11375"/>
                </a:lnTo>
                <a:cubicBezTo>
                  <a:pt x="32023" y="11375"/>
                  <a:pt x="32957" y="10474"/>
                  <a:pt x="32957" y="9340"/>
                </a:cubicBezTo>
                <a:lnTo>
                  <a:pt x="32957" y="2035"/>
                </a:lnTo>
                <a:cubicBezTo>
                  <a:pt x="32957" y="901"/>
                  <a:pt x="32023" y="0"/>
                  <a:pt x="3092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1510237" y="1796154"/>
            <a:ext cx="400838" cy="32805"/>
          </a:xfrm>
          <a:custGeom>
            <a:avLst/>
            <a:gdLst/>
            <a:ahLst/>
            <a:cxnLst/>
            <a:rect l="l" t="t" r="r" b="b"/>
            <a:pathLst>
              <a:path w="11009" h="901" extrusionOk="0">
                <a:moveTo>
                  <a:pt x="401" y="0"/>
                </a:moveTo>
                <a:cubicBezTo>
                  <a:pt x="168" y="0"/>
                  <a:pt x="1" y="200"/>
                  <a:pt x="1" y="434"/>
                </a:cubicBezTo>
                <a:cubicBezTo>
                  <a:pt x="1" y="667"/>
                  <a:pt x="168" y="867"/>
                  <a:pt x="401" y="867"/>
                </a:cubicBezTo>
                <a:lnTo>
                  <a:pt x="10575" y="901"/>
                </a:lnTo>
                <a:cubicBezTo>
                  <a:pt x="10809" y="901"/>
                  <a:pt x="11009" y="701"/>
                  <a:pt x="11009" y="467"/>
                </a:cubicBezTo>
                <a:cubicBezTo>
                  <a:pt x="11009" y="234"/>
                  <a:pt x="10809" y="67"/>
                  <a:pt x="10575" y="33"/>
                </a:cubicBezTo>
                <a:lnTo>
                  <a:pt x="4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1550325" y="4034539"/>
            <a:ext cx="291535" cy="290370"/>
          </a:xfrm>
          <a:custGeom>
            <a:avLst/>
            <a:gdLst/>
            <a:ahLst/>
            <a:cxnLst/>
            <a:rect l="l" t="t" r="r" b="b"/>
            <a:pathLst>
              <a:path w="8007" h="7975" extrusionOk="0">
                <a:moveTo>
                  <a:pt x="3977" y="1"/>
                </a:moveTo>
                <a:cubicBezTo>
                  <a:pt x="1803" y="1"/>
                  <a:pt x="34" y="1789"/>
                  <a:pt x="1" y="3971"/>
                </a:cubicBezTo>
                <a:cubicBezTo>
                  <a:pt x="1" y="6173"/>
                  <a:pt x="1802" y="7974"/>
                  <a:pt x="4004" y="7974"/>
                </a:cubicBezTo>
                <a:cubicBezTo>
                  <a:pt x="4024" y="7974"/>
                  <a:pt x="4044" y="7974"/>
                  <a:pt x="4064" y="7974"/>
                </a:cubicBezTo>
                <a:cubicBezTo>
                  <a:pt x="6238" y="7974"/>
                  <a:pt x="8006" y="6186"/>
                  <a:pt x="8006" y="4004"/>
                </a:cubicBezTo>
                <a:cubicBezTo>
                  <a:pt x="8006" y="1803"/>
                  <a:pt x="6239" y="1"/>
                  <a:pt x="4037" y="1"/>
                </a:cubicBezTo>
                <a:cubicBezTo>
                  <a:pt x="4017" y="1"/>
                  <a:pt x="3997" y="1"/>
                  <a:pt x="3977" y="1"/>
                </a:cubicBezTo>
                <a:close/>
              </a:path>
            </a:pathLst>
          </a:custGeom>
          <a:solidFill>
            <a:srgbClr val="C9D6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1550325" y="4034539"/>
            <a:ext cx="291535" cy="290370"/>
          </a:xfrm>
          <a:custGeom>
            <a:avLst/>
            <a:gdLst/>
            <a:ahLst/>
            <a:cxnLst/>
            <a:rect l="l" t="t" r="r" b="b"/>
            <a:pathLst>
              <a:path w="8007" h="7975" extrusionOk="0">
                <a:moveTo>
                  <a:pt x="3977" y="1"/>
                </a:moveTo>
                <a:cubicBezTo>
                  <a:pt x="1803" y="1"/>
                  <a:pt x="34" y="1789"/>
                  <a:pt x="1" y="3971"/>
                </a:cubicBezTo>
                <a:cubicBezTo>
                  <a:pt x="1" y="6173"/>
                  <a:pt x="1802" y="7974"/>
                  <a:pt x="4004" y="7974"/>
                </a:cubicBezTo>
                <a:cubicBezTo>
                  <a:pt x="4024" y="7974"/>
                  <a:pt x="4044" y="7974"/>
                  <a:pt x="4064" y="7974"/>
                </a:cubicBezTo>
                <a:cubicBezTo>
                  <a:pt x="6238" y="7974"/>
                  <a:pt x="8006" y="6186"/>
                  <a:pt x="8006" y="4004"/>
                </a:cubicBezTo>
                <a:cubicBezTo>
                  <a:pt x="8006" y="1803"/>
                  <a:pt x="6239" y="1"/>
                  <a:pt x="4037" y="1"/>
                </a:cubicBezTo>
                <a:cubicBezTo>
                  <a:pt x="4017" y="1"/>
                  <a:pt x="3997" y="1"/>
                  <a:pt x="39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1586772" y="4069785"/>
            <a:ext cx="219880" cy="218678"/>
          </a:xfrm>
          <a:custGeom>
            <a:avLst/>
            <a:gdLst/>
            <a:ahLst/>
            <a:cxnLst/>
            <a:rect l="l" t="t" r="r" b="b"/>
            <a:pathLst>
              <a:path w="6039" h="6006" extrusionOk="0">
                <a:moveTo>
                  <a:pt x="3036" y="1"/>
                </a:moveTo>
                <a:cubicBezTo>
                  <a:pt x="1368" y="1"/>
                  <a:pt x="0" y="1335"/>
                  <a:pt x="0" y="3003"/>
                </a:cubicBezTo>
                <a:cubicBezTo>
                  <a:pt x="0" y="4671"/>
                  <a:pt x="1335" y="6005"/>
                  <a:pt x="3003" y="6005"/>
                </a:cubicBezTo>
                <a:cubicBezTo>
                  <a:pt x="3023" y="6006"/>
                  <a:pt x="3043" y="6006"/>
                  <a:pt x="3064" y="6006"/>
                </a:cubicBezTo>
                <a:cubicBezTo>
                  <a:pt x="4703" y="6006"/>
                  <a:pt x="6005" y="4684"/>
                  <a:pt x="6005" y="3036"/>
                </a:cubicBezTo>
                <a:cubicBezTo>
                  <a:pt x="6038" y="1368"/>
                  <a:pt x="4670" y="34"/>
                  <a:pt x="303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2155181" y="2727358"/>
            <a:ext cx="598799" cy="500201"/>
          </a:xfrm>
          <a:custGeom>
            <a:avLst/>
            <a:gdLst/>
            <a:ahLst/>
            <a:cxnLst/>
            <a:rect l="l" t="t" r="r" b="b"/>
            <a:pathLst>
              <a:path w="16446" h="13738" extrusionOk="0">
                <a:moveTo>
                  <a:pt x="11947" y="1"/>
                </a:moveTo>
                <a:cubicBezTo>
                  <a:pt x="11284" y="1"/>
                  <a:pt x="10643" y="197"/>
                  <a:pt x="10108" y="611"/>
                </a:cubicBezTo>
                <a:lnTo>
                  <a:pt x="1668" y="6882"/>
                </a:lnTo>
                <a:cubicBezTo>
                  <a:pt x="167" y="8016"/>
                  <a:pt x="1" y="10317"/>
                  <a:pt x="1302" y="12052"/>
                </a:cubicBezTo>
                <a:cubicBezTo>
                  <a:pt x="2123" y="13148"/>
                  <a:pt x="3331" y="13738"/>
                  <a:pt x="4488" y="13738"/>
                </a:cubicBezTo>
                <a:cubicBezTo>
                  <a:pt x="5162" y="13738"/>
                  <a:pt x="5819" y="13537"/>
                  <a:pt x="6372" y="13119"/>
                </a:cubicBezTo>
                <a:lnTo>
                  <a:pt x="14778" y="6848"/>
                </a:lnTo>
                <a:cubicBezTo>
                  <a:pt x="16279" y="5714"/>
                  <a:pt x="16446" y="3413"/>
                  <a:pt x="15145" y="1678"/>
                </a:cubicBezTo>
                <a:cubicBezTo>
                  <a:pt x="14318" y="597"/>
                  <a:pt x="13101" y="1"/>
                  <a:pt x="11947" y="1"/>
                </a:cubicBezTo>
                <a:close/>
              </a:path>
            </a:pathLst>
          </a:custGeom>
          <a:solidFill>
            <a:srgbClr val="E5B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2201350" y="3027382"/>
            <a:ext cx="597561" cy="500164"/>
          </a:xfrm>
          <a:custGeom>
            <a:avLst/>
            <a:gdLst/>
            <a:ahLst/>
            <a:cxnLst/>
            <a:rect l="l" t="t" r="r" b="b"/>
            <a:pathLst>
              <a:path w="16412" h="13737" extrusionOk="0">
                <a:moveTo>
                  <a:pt x="11936" y="0"/>
                </a:moveTo>
                <a:cubicBezTo>
                  <a:pt x="11271" y="0"/>
                  <a:pt x="10621" y="196"/>
                  <a:pt x="10074" y="610"/>
                </a:cubicBezTo>
                <a:lnTo>
                  <a:pt x="1635" y="6881"/>
                </a:lnTo>
                <a:cubicBezTo>
                  <a:pt x="134" y="8015"/>
                  <a:pt x="0" y="10317"/>
                  <a:pt x="1301" y="12051"/>
                </a:cubicBezTo>
                <a:cubicBezTo>
                  <a:pt x="2102" y="13147"/>
                  <a:pt x="3302" y="13737"/>
                  <a:pt x="4456" y="13737"/>
                </a:cubicBezTo>
                <a:cubicBezTo>
                  <a:pt x="5128" y="13737"/>
                  <a:pt x="5785" y="13536"/>
                  <a:pt x="6338" y="13119"/>
                </a:cubicBezTo>
                <a:lnTo>
                  <a:pt x="14777" y="6848"/>
                </a:lnTo>
                <a:cubicBezTo>
                  <a:pt x="16278" y="5713"/>
                  <a:pt x="16412" y="3412"/>
                  <a:pt x="15111" y="1677"/>
                </a:cubicBezTo>
                <a:cubicBezTo>
                  <a:pt x="14306" y="596"/>
                  <a:pt x="13096" y="0"/>
                  <a:pt x="11936" y="0"/>
                </a:cubicBezTo>
                <a:close/>
              </a:path>
            </a:pathLst>
          </a:custGeom>
          <a:solidFill>
            <a:srgbClr val="E5B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2253563" y="3390507"/>
            <a:ext cx="518660" cy="445185"/>
          </a:xfrm>
          <a:custGeom>
            <a:avLst/>
            <a:gdLst/>
            <a:ahLst/>
            <a:cxnLst/>
            <a:rect l="l" t="t" r="r" b="b"/>
            <a:pathLst>
              <a:path w="14245" h="12227" extrusionOk="0">
                <a:moveTo>
                  <a:pt x="9736" y="1"/>
                </a:moveTo>
                <a:cubicBezTo>
                  <a:pt x="9069" y="1"/>
                  <a:pt x="8420" y="197"/>
                  <a:pt x="7873" y="611"/>
                </a:cubicBezTo>
                <a:lnTo>
                  <a:pt x="1668" y="5381"/>
                </a:lnTo>
                <a:cubicBezTo>
                  <a:pt x="167" y="6515"/>
                  <a:pt x="1" y="8816"/>
                  <a:pt x="1301" y="10518"/>
                </a:cubicBezTo>
                <a:cubicBezTo>
                  <a:pt x="2130" y="11622"/>
                  <a:pt x="3351" y="12227"/>
                  <a:pt x="4516" y="12227"/>
                </a:cubicBezTo>
                <a:cubicBezTo>
                  <a:pt x="5181" y="12227"/>
                  <a:pt x="5827" y="12030"/>
                  <a:pt x="6372" y="11618"/>
                </a:cubicBezTo>
                <a:lnTo>
                  <a:pt x="12576" y="6848"/>
                </a:lnTo>
                <a:cubicBezTo>
                  <a:pt x="14077" y="5714"/>
                  <a:pt x="14244" y="3413"/>
                  <a:pt x="12943" y="1678"/>
                </a:cubicBezTo>
                <a:cubicBezTo>
                  <a:pt x="12116" y="597"/>
                  <a:pt x="10899" y="1"/>
                  <a:pt x="9736" y="1"/>
                </a:cubicBezTo>
                <a:close/>
              </a:path>
            </a:pathLst>
          </a:custGeom>
          <a:solidFill>
            <a:srgbClr val="E5B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2157621" y="2346575"/>
            <a:ext cx="489496" cy="420353"/>
          </a:xfrm>
          <a:custGeom>
            <a:avLst/>
            <a:gdLst/>
            <a:ahLst/>
            <a:cxnLst/>
            <a:rect l="l" t="t" r="r" b="b"/>
            <a:pathLst>
              <a:path w="13444" h="11545" extrusionOk="0">
                <a:moveTo>
                  <a:pt x="8940" y="1"/>
                </a:moveTo>
                <a:cubicBezTo>
                  <a:pt x="8279" y="1"/>
                  <a:pt x="7639" y="194"/>
                  <a:pt x="7105" y="594"/>
                </a:cubicBezTo>
                <a:lnTo>
                  <a:pt x="1635" y="4697"/>
                </a:lnTo>
                <a:cubicBezTo>
                  <a:pt x="167" y="5831"/>
                  <a:pt x="0" y="8133"/>
                  <a:pt x="1301" y="9868"/>
                </a:cubicBezTo>
                <a:cubicBezTo>
                  <a:pt x="2128" y="10949"/>
                  <a:pt x="3332" y="11545"/>
                  <a:pt x="4485" y="11545"/>
                </a:cubicBezTo>
                <a:cubicBezTo>
                  <a:pt x="5146" y="11545"/>
                  <a:pt x="5791" y="11349"/>
                  <a:pt x="6338" y="10935"/>
                </a:cubicBezTo>
                <a:lnTo>
                  <a:pt x="11775" y="6832"/>
                </a:lnTo>
                <a:cubicBezTo>
                  <a:pt x="13276" y="5698"/>
                  <a:pt x="13443" y="3396"/>
                  <a:pt x="12142" y="1695"/>
                </a:cubicBezTo>
                <a:cubicBezTo>
                  <a:pt x="11315" y="591"/>
                  <a:pt x="10095" y="1"/>
                  <a:pt x="8940" y="1"/>
                </a:cubicBezTo>
                <a:close/>
              </a:path>
            </a:pathLst>
          </a:custGeom>
          <a:solidFill>
            <a:srgbClr val="E5B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919981" y="2424057"/>
            <a:ext cx="174914" cy="642527"/>
          </a:xfrm>
          <a:custGeom>
            <a:avLst/>
            <a:gdLst/>
            <a:ahLst/>
            <a:cxnLst/>
            <a:rect l="l" t="t" r="r" b="b"/>
            <a:pathLst>
              <a:path w="4804" h="17647" extrusionOk="0">
                <a:moveTo>
                  <a:pt x="801" y="1"/>
                </a:moveTo>
                <a:lnTo>
                  <a:pt x="0" y="7073"/>
                </a:lnTo>
                <a:lnTo>
                  <a:pt x="1335" y="17647"/>
                </a:lnTo>
                <a:cubicBezTo>
                  <a:pt x="1335" y="17647"/>
                  <a:pt x="4804" y="11042"/>
                  <a:pt x="4303" y="6772"/>
                </a:cubicBezTo>
                <a:cubicBezTo>
                  <a:pt x="3836" y="2503"/>
                  <a:pt x="801" y="1"/>
                  <a:pt x="801" y="1"/>
                </a:cubicBezTo>
                <a:close/>
              </a:path>
            </a:pathLst>
          </a:custGeom>
          <a:solidFill>
            <a:srgbClr val="E5B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1524843" y="1504504"/>
            <a:ext cx="342509" cy="124049"/>
          </a:xfrm>
          <a:custGeom>
            <a:avLst/>
            <a:gdLst/>
            <a:ahLst/>
            <a:cxnLst/>
            <a:rect l="l" t="t" r="r" b="b"/>
            <a:pathLst>
              <a:path w="9407" h="3407" extrusionOk="0">
                <a:moveTo>
                  <a:pt x="4707" y="0"/>
                </a:moveTo>
                <a:cubicBezTo>
                  <a:pt x="3130" y="0"/>
                  <a:pt x="1555" y="601"/>
                  <a:pt x="367" y="1806"/>
                </a:cubicBezTo>
                <a:cubicBezTo>
                  <a:pt x="0" y="2173"/>
                  <a:pt x="0" y="2773"/>
                  <a:pt x="367" y="3140"/>
                </a:cubicBezTo>
                <a:cubicBezTo>
                  <a:pt x="567" y="3307"/>
                  <a:pt x="801" y="3407"/>
                  <a:pt x="1034" y="3407"/>
                </a:cubicBezTo>
                <a:cubicBezTo>
                  <a:pt x="1268" y="3407"/>
                  <a:pt x="1535" y="3307"/>
                  <a:pt x="1701" y="3140"/>
                </a:cubicBezTo>
                <a:cubicBezTo>
                  <a:pt x="2523" y="2302"/>
                  <a:pt x="3614" y="1885"/>
                  <a:pt x="4707" y="1885"/>
                </a:cubicBezTo>
                <a:cubicBezTo>
                  <a:pt x="5790" y="1885"/>
                  <a:pt x="6876" y="2293"/>
                  <a:pt x="7706" y="3107"/>
                </a:cubicBezTo>
                <a:cubicBezTo>
                  <a:pt x="7889" y="3290"/>
                  <a:pt x="8131" y="3382"/>
                  <a:pt x="8373" y="3382"/>
                </a:cubicBezTo>
                <a:cubicBezTo>
                  <a:pt x="8615" y="3382"/>
                  <a:pt x="8856" y="3290"/>
                  <a:pt x="9040" y="3107"/>
                </a:cubicBezTo>
                <a:cubicBezTo>
                  <a:pt x="9407" y="2740"/>
                  <a:pt x="9407" y="2139"/>
                  <a:pt x="9040" y="1772"/>
                </a:cubicBezTo>
                <a:cubicBezTo>
                  <a:pt x="7843" y="592"/>
                  <a:pt x="6274" y="0"/>
                  <a:pt x="470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1162901" y="1106280"/>
            <a:ext cx="1066376" cy="275733"/>
          </a:xfrm>
          <a:custGeom>
            <a:avLst/>
            <a:gdLst/>
            <a:ahLst/>
            <a:cxnLst/>
            <a:rect l="l" t="t" r="r" b="b"/>
            <a:pathLst>
              <a:path w="29288" h="7573" extrusionOk="0">
                <a:moveTo>
                  <a:pt x="14644" y="0"/>
                </a:moveTo>
                <a:cubicBezTo>
                  <a:pt x="9240" y="0"/>
                  <a:pt x="4170" y="2135"/>
                  <a:pt x="367" y="5938"/>
                </a:cubicBezTo>
                <a:cubicBezTo>
                  <a:pt x="0" y="6305"/>
                  <a:pt x="0" y="6905"/>
                  <a:pt x="367" y="7305"/>
                </a:cubicBezTo>
                <a:cubicBezTo>
                  <a:pt x="567" y="7472"/>
                  <a:pt x="801" y="7572"/>
                  <a:pt x="1034" y="7572"/>
                </a:cubicBezTo>
                <a:cubicBezTo>
                  <a:pt x="1268" y="7572"/>
                  <a:pt x="1535" y="7472"/>
                  <a:pt x="1702" y="7272"/>
                </a:cubicBezTo>
                <a:cubicBezTo>
                  <a:pt x="5137" y="3803"/>
                  <a:pt x="9741" y="1902"/>
                  <a:pt x="14644" y="1902"/>
                </a:cubicBezTo>
                <a:lnTo>
                  <a:pt x="14677" y="1902"/>
                </a:lnTo>
                <a:cubicBezTo>
                  <a:pt x="19548" y="1902"/>
                  <a:pt x="24151" y="3770"/>
                  <a:pt x="27587" y="7205"/>
                </a:cubicBezTo>
                <a:cubicBezTo>
                  <a:pt x="27770" y="7389"/>
                  <a:pt x="28012" y="7481"/>
                  <a:pt x="28254" y="7481"/>
                </a:cubicBezTo>
                <a:cubicBezTo>
                  <a:pt x="28496" y="7481"/>
                  <a:pt x="28738" y="7389"/>
                  <a:pt x="28921" y="7205"/>
                </a:cubicBezTo>
                <a:cubicBezTo>
                  <a:pt x="29288" y="6838"/>
                  <a:pt x="29288" y="6238"/>
                  <a:pt x="28921" y="5871"/>
                </a:cubicBezTo>
                <a:cubicBezTo>
                  <a:pt x="25118" y="2068"/>
                  <a:pt x="20048" y="0"/>
                  <a:pt x="146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1346903" y="1305447"/>
            <a:ext cx="698380" cy="198034"/>
          </a:xfrm>
          <a:custGeom>
            <a:avLst/>
            <a:gdLst/>
            <a:ahLst/>
            <a:cxnLst/>
            <a:rect l="l" t="t" r="r" b="b"/>
            <a:pathLst>
              <a:path w="19181" h="5439" extrusionOk="0">
                <a:moveTo>
                  <a:pt x="9611" y="1"/>
                </a:moveTo>
                <a:cubicBezTo>
                  <a:pt x="6260" y="1"/>
                  <a:pt x="2911" y="1277"/>
                  <a:pt x="368" y="3837"/>
                </a:cubicBezTo>
                <a:cubicBezTo>
                  <a:pt x="1" y="4204"/>
                  <a:pt x="1" y="4804"/>
                  <a:pt x="368" y="5171"/>
                </a:cubicBezTo>
                <a:cubicBezTo>
                  <a:pt x="568" y="5371"/>
                  <a:pt x="801" y="5438"/>
                  <a:pt x="1035" y="5438"/>
                </a:cubicBezTo>
                <a:cubicBezTo>
                  <a:pt x="1302" y="5438"/>
                  <a:pt x="1535" y="5371"/>
                  <a:pt x="1735" y="5171"/>
                </a:cubicBezTo>
                <a:cubicBezTo>
                  <a:pt x="3895" y="2995"/>
                  <a:pt x="6752" y="1902"/>
                  <a:pt x="9611" y="1902"/>
                </a:cubicBezTo>
                <a:cubicBezTo>
                  <a:pt x="12448" y="1902"/>
                  <a:pt x="15287" y="2978"/>
                  <a:pt x="17446" y="5138"/>
                </a:cubicBezTo>
                <a:cubicBezTo>
                  <a:pt x="17647" y="5321"/>
                  <a:pt x="17897" y="5413"/>
                  <a:pt x="18143" y="5413"/>
                </a:cubicBezTo>
                <a:cubicBezTo>
                  <a:pt x="18389" y="5413"/>
                  <a:pt x="18631" y="5321"/>
                  <a:pt x="18814" y="5138"/>
                </a:cubicBezTo>
                <a:cubicBezTo>
                  <a:pt x="19181" y="4771"/>
                  <a:pt x="19181" y="4170"/>
                  <a:pt x="18814" y="3770"/>
                </a:cubicBezTo>
                <a:cubicBezTo>
                  <a:pt x="16271" y="1260"/>
                  <a:pt x="12940" y="1"/>
                  <a:pt x="961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1823625" y="3607551"/>
            <a:ext cx="1900784" cy="1535919"/>
          </a:xfrm>
          <a:custGeom>
            <a:avLst/>
            <a:gdLst/>
            <a:ahLst/>
            <a:cxnLst/>
            <a:rect l="l" t="t" r="r" b="b"/>
            <a:pathLst>
              <a:path w="52205" h="42184" extrusionOk="0">
                <a:moveTo>
                  <a:pt x="7606" y="0"/>
                </a:moveTo>
                <a:cubicBezTo>
                  <a:pt x="7207" y="0"/>
                  <a:pt x="6801" y="71"/>
                  <a:pt x="6405" y="220"/>
                </a:cubicBezTo>
                <a:cubicBezTo>
                  <a:pt x="4637" y="887"/>
                  <a:pt x="3736" y="2855"/>
                  <a:pt x="4403" y="4623"/>
                </a:cubicBezTo>
                <a:lnTo>
                  <a:pt x="12609" y="33044"/>
                </a:lnTo>
                <a:cubicBezTo>
                  <a:pt x="11241" y="31009"/>
                  <a:pt x="9740" y="28974"/>
                  <a:pt x="8473" y="27707"/>
                </a:cubicBezTo>
                <a:cubicBezTo>
                  <a:pt x="6686" y="25979"/>
                  <a:pt x="4314" y="25555"/>
                  <a:pt x="2473" y="25555"/>
                </a:cubicBezTo>
                <a:cubicBezTo>
                  <a:pt x="2252" y="25555"/>
                  <a:pt x="2039" y="25561"/>
                  <a:pt x="1835" y="25572"/>
                </a:cubicBezTo>
                <a:cubicBezTo>
                  <a:pt x="734" y="25605"/>
                  <a:pt x="0" y="26773"/>
                  <a:pt x="500" y="27807"/>
                </a:cubicBezTo>
                <a:cubicBezTo>
                  <a:pt x="1901" y="30742"/>
                  <a:pt x="4670" y="36546"/>
                  <a:pt x="7305" y="42184"/>
                </a:cubicBezTo>
                <a:lnTo>
                  <a:pt x="52204" y="42184"/>
                </a:lnTo>
                <a:cubicBezTo>
                  <a:pt x="51870" y="40149"/>
                  <a:pt x="51403" y="38347"/>
                  <a:pt x="50870" y="37113"/>
                </a:cubicBezTo>
                <a:cubicBezTo>
                  <a:pt x="48601" y="31876"/>
                  <a:pt x="46867" y="24004"/>
                  <a:pt x="44065" y="22936"/>
                </a:cubicBezTo>
                <a:cubicBezTo>
                  <a:pt x="43690" y="22795"/>
                  <a:pt x="43329" y="22734"/>
                  <a:pt x="42985" y="22734"/>
                </a:cubicBezTo>
                <a:cubicBezTo>
                  <a:pt x="40727" y="22734"/>
                  <a:pt x="39195" y="25372"/>
                  <a:pt x="39195" y="25372"/>
                </a:cubicBezTo>
                <a:cubicBezTo>
                  <a:pt x="39195" y="25372"/>
                  <a:pt x="37711" y="20209"/>
                  <a:pt x="33681" y="20209"/>
                </a:cubicBezTo>
                <a:cubicBezTo>
                  <a:pt x="33438" y="20209"/>
                  <a:pt x="33186" y="20228"/>
                  <a:pt x="32924" y="20268"/>
                </a:cubicBezTo>
                <a:cubicBezTo>
                  <a:pt x="29888" y="20768"/>
                  <a:pt x="28854" y="26172"/>
                  <a:pt x="28854" y="26172"/>
                </a:cubicBezTo>
                <a:cubicBezTo>
                  <a:pt x="28854" y="26172"/>
                  <a:pt x="26647" y="18891"/>
                  <a:pt x="22870" y="18891"/>
                </a:cubicBezTo>
                <a:cubicBezTo>
                  <a:pt x="22573" y="18891"/>
                  <a:pt x="22266" y="18936"/>
                  <a:pt x="21949" y="19034"/>
                </a:cubicBezTo>
                <a:cubicBezTo>
                  <a:pt x="20248" y="19567"/>
                  <a:pt x="19281" y="21402"/>
                  <a:pt x="18713" y="23470"/>
                </a:cubicBezTo>
                <a:lnTo>
                  <a:pt x="10808" y="2222"/>
                </a:lnTo>
                <a:cubicBezTo>
                  <a:pt x="10290" y="850"/>
                  <a:pt x="8989" y="0"/>
                  <a:pt x="7606" y="0"/>
                </a:cubicBezTo>
                <a:close/>
              </a:path>
            </a:pathLst>
          </a:custGeom>
          <a:solidFill>
            <a:srgbClr val="E5B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960672" y="862825"/>
            <a:ext cx="1470843" cy="380316"/>
          </a:xfrm>
          <a:custGeom>
            <a:avLst/>
            <a:gdLst/>
            <a:ahLst/>
            <a:cxnLst/>
            <a:rect l="l" t="t" r="r" b="b"/>
            <a:pathLst>
              <a:path w="29288" h="7573" extrusionOk="0">
                <a:moveTo>
                  <a:pt x="14644" y="0"/>
                </a:moveTo>
                <a:cubicBezTo>
                  <a:pt x="9240" y="0"/>
                  <a:pt x="4170" y="2135"/>
                  <a:pt x="367" y="5938"/>
                </a:cubicBezTo>
                <a:cubicBezTo>
                  <a:pt x="0" y="6305"/>
                  <a:pt x="0" y="6905"/>
                  <a:pt x="367" y="7305"/>
                </a:cubicBezTo>
                <a:cubicBezTo>
                  <a:pt x="567" y="7472"/>
                  <a:pt x="801" y="7572"/>
                  <a:pt x="1034" y="7572"/>
                </a:cubicBezTo>
                <a:cubicBezTo>
                  <a:pt x="1268" y="7572"/>
                  <a:pt x="1535" y="7472"/>
                  <a:pt x="1702" y="7272"/>
                </a:cubicBezTo>
                <a:cubicBezTo>
                  <a:pt x="5137" y="3803"/>
                  <a:pt x="9741" y="1902"/>
                  <a:pt x="14644" y="1902"/>
                </a:cubicBezTo>
                <a:lnTo>
                  <a:pt x="14677" y="1902"/>
                </a:lnTo>
                <a:cubicBezTo>
                  <a:pt x="19548" y="1902"/>
                  <a:pt x="24151" y="3770"/>
                  <a:pt x="27587" y="7205"/>
                </a:cubicBezTo>
                <a:cubicBezTo>
                  <a:pt x="27770" y="7389"/>
                  <a:pt x="28012" y="7481"/>
                  <a:pt x="28254" y="7481"/>
                </a:cubicBezTo>
                <a:cubicBezTo>
                  <a:pt x="28496" y="7481"/>
                  <a:pt x="28738" y="7389"/>
                  <a:pt x="28921" y="7205"/>
                </a:cubicBezTo>
                <a:cubicBezTo>
                  <a:pt x="29288" y="6838"/>
                  <a:pt x="29288" y="6238"/>
                  <a:pt x="28921" y="5871"/>
                </a:cubicBezTo>
                <a:cubicBezTo>
                  <a:pt x="25118" y="2068"/>
                  <a:pt x="20048" y="0"/>
                  <a:pt x="146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ctrTitle" idx="4294967295"/>
          </p:nvPr>
        </p:nvSpPr>
        <p:spPr>
          <a:xfrm>
            <a:off x="1105677" y="3355722"/>
            <a:ext cx="1180800" cy="360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PAY</a:t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>
            <a:spLocks noGrp="1"/>
          </p:cNvSpPr>
          <p:nvPr>
            <p:ph type="title"/>
          </p:nvPr>
        </p:nvSpPr>
        <p:spPr>
          <a:xfrm>
            <a:off x="2514575" y="409575"/>
            <a:ext cx="4114800" cy="32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Importance of E commerce</a:t>
            </a:r>
            <a:endParaRPr dirty="0"/>
          </a:p>
        </p:txBody>
      </p:sp>
      <p:sp>
        <p:nvSpPr>
          <p:cNvPr id="168" name="Google Shape;168;p17"/>
          <p:cNvSpPr/>
          <p:nvPr/>
        </p:nvSpPr>
        <p:spPr>
          <a:xfrm>
            <a:off x="1144110" y="1698167"/>
            <a:ext cx="1661241" cy="9623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368932" y="1994011"/>
            <a:ext cx="1211596" cy="370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Sell anywhere </a:t>
            </a:r>
            <a:endParaRPr sz="2000" dirty="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1144110" y="2733542"/>
            <a:ext cx="1661241" cy="962316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7"/>
          <p:cNvSpPr/>
          <p:nvPr/>
        </p:nvSpPr>
        <p:spPr>
          <a:xfrm rot="10800000" flipH="1">
            <a:off x="1144110" y="3768833"/>
            <a:ext cx="1661100" cy="96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144110" y="2942843"/>
            <a:ext cx="1661241" cy="54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Sell your things online anywhere in the world.</a:t>
            </a:r>
            <a:endParaRPr sz="12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2875595" y="1698167"/>
            <a:ext cx="1661241" cy="9623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3100417" y="1994011"/>
            <a:ext cx="1211596" cy="370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</a:t>
            </a:r>
            <a:r>
              <a:rPr lang="en-US" sz="2000" dirty="0" err="1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ave</a:t>
            </a:r>
            <a:r>
              <a:rPr lang="en-US" sz="200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money </a:t>
            </a:r>
            <a:endParaRPr sz="2000" dirty="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2875595" y="2733542"/>
            <a:ext cx="1661241" cy="962316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7"/>
          <p:cNvSpPr/>
          <p:nvPr/>
        </p:nvSpPr>
        <p:spPr>
          <a:xfrm rot="10800000" flipH="1">
            <a:off x="2875595" y="3768833"/>
            <a:ext cx="1661100" cy="96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2805188" y="3046832"/>
            <a:ext cx="1660927" cy="54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Can save money on things like rent and staffing.</a:t>
            </a:r>
            <a:endParaRPr sz="12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4607243" y="1698167"/>
            <a:ext cx="1661241" cy="9623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9" name="Google Shape;179;p17"/>
          <p:cNvSpPr txBox="1"/>
          <p:nvPr/>
        </p:nvSpPr>
        <p:spPr>
          <a:xfrm>
            <a:off x="4832065" y="1994011"/>
            <a:ext cx="1211596" cy="370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Buy anytime </a:t>
            </a:r>
            <a:endParaRPr sz="2000" dirty="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4607243" y="2733542"/>
            <a:ext cx="1661241" cy="962316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7"/>
          <p:cNvSpPr/>
          <p:nvPr/>
        </p:nvSpPr>
        <p:spPr>
          <a:xfrm rot="10800000" flipH="1">
            <a:off x="4607243" y="3768833"/>
            <a:ext cx="1661100" cy="962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7"/>
          <p:cNvSpPr txBox="1"/>
          <p:nvPr/>
        </p:nvSpPr>
        <p:spPr>
          <a:xfrm flipH="1">
            <a:off x="4607243" y="2942843"/>
            <a:ext cx="1661241" cy="54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Customers can shop 24/7 from their devices. </a:t>
            </a:r>
            <a:endParaRPr sz="12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6338649" y="1698167"/>
            <a:ext cx="1661241" cy="9623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563362" y="2024130"/>
            <a:ext cx="1211596" cy="370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Shopping easier </a:t>
            </a:r>
            <a:endParaRPr sz="2000" dirty="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6338649" y="2733542"/>
            <a:ext cx="1661241" cy="962316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7"/>
          <p:cNvSpPr/>
          <p:nvPr/>
        </p:nvSpPr>
        <p:spPr>
          <a:xfrm rot="10800000" flipH="1">
            <a:off x="6338649" y="3768833"/>
            <a:ext cx="1661100" cy="96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7"/>
          <p:cNvSpPr txBox="1"/>
          <p:nvPr/>
        </p:nvSpPr>
        <p:spPr>
          <a:xfrm flipH="1">
            <a:off x="6338806" y="2942843"/>
            <a:ext cx="1660927" cy="54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Convenient beca</a:t>
            </a:r>
            <a:r>
              <a:rPr lang="en-US" sz="12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</a:t>
            </a:r>
            <a:r>
              <a:rPr lang="en" sz="12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 you can shop online. </a:t>
            </a:r>
            <a:endParaRPr sz="12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1368931" y="1228725"/>
            <a:ext cx="12117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$0</a:t>
            </a:r>
            <a:endParaRPr sz="2500" dirty="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3100408" y="1228725"/>
            <a:ext cx="12117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$10</a:t>
            </a:r>
            <a:endParaRPr sz="2500" dirty="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4831885" y="1228725"/>
            <a:ext cx="12117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$20</a:t>
            </a:r>
            <a:endParaRPr sz="25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6563362" y="1228725"/>
            <a:ext cx="12117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$30</a:t>
            </a:r>
            <a:endParaRPr sz="2500" dirty="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92" name="Google Shape;192;p17"/>
          <p:cNvGrpSpPr/>
          <p:nvPr/>
        </p:nvGrpSpPr>
        <p:grpSpPr>
          <a:xfrm>
            <a:off x="1720165" y="3997009"/>
            <a:ext cx="509131" cy="506047"/>
            <a:chOff x="-4932650" y="2046625"/>
            <a:chExt cx="293025" cy="291250"/>
          </a:xfrm>
        </p:grpSpPr>
        <p:sp>
          <p:nvSpPr>
            <p:cNvPr id="193" name="Google Shape;193;p17"/>
            <p:cNvSpPr/>
            <p:nvPr/>
          </p:nvSpPr>
          <p:spPr>
            <a:xfrm>
              <a:off x="-4932650" y="2046625"/>
              <a:ext cx="293025" cy="291250"/>
            </a:xfrm>
            <a:custGeom>
              <a:avLst/>
              <a:gdLst/>
              <a:ahLst/>
              <a:cxnLst/>
              <a:rect l="l" t="t" r="r" b="b"/>
              <a:pathLst>
                <a:path w="11721" h="11650" extrusionOk="0">
                  <a:moveTo>
                    <a:pt x="7625" y="694"/>
                  </a:moveTo>
                  <a:cubicBezTo>
                    <a:pt x="9515" y="694"/>
                    <a:pt x="11059" y="2206"/>
                    <a:pt x="11059" y="4096"/>
                  </a:cubicBezTo>
                  <a:cubicBezTo>
                    <a:pt x="11059" y="5987"/>
                    <a:pt x="9515" y="7530"/>
                    <a:pt x="7625" y="7530"/>
                  </a:cubicBezTo>
                  <a:cubicBezTo>
                    <a:pt x="5735" y="7530"/>
                    <a:pt x="4223" y="5987"/>
                    <a:pt x="4223" y="4096"/>
                  </a:cubicBezTo>
                  <a:cubicBezTo>
                    <a:pt x="4223" y="2206"/>
                    <a:pt x="5735" y="694"/>
                    <a:pt x="7625" y="694"/>
                  </a:cubicBezTo>
                  <a:close/>
                  <a:moveTo>
                    <a:pt x="3344" y="8066"/>
                  </a:moveTo>
                  <a:cubicBezTo>
                    <a:pt x="3435" y="8066"/>
                    <a:pt x="3529" y="8098"/>
                    <a:pt x="3593" y="8161"/>
                  </a:cubicBezTo>
                  <a:cubicBezTo>
                    <a:pt x="3719" y="8287"/>
                    <a:pt x="3719" y="8507"/>
                    <a:pt x="3593" y="8633"/>
                  </a:cubicBezTo>
                  <a:lnTo>
                    <a:pt x="1324" y="10870"/>
                  </a:lnTo>
                  <a:cubicBezTo>
                    <a:pt x="1277" y="10933"/>
                    <a:pt x="1190" y="10964"/>
                    <a:pt x="1100" y="10964"/>
                  </a:cubicBezTo>
                  <a:cubicBezTo>
                    <a:pt x="1009" y="10964"/>
                    <a:pt x="915" y="10933"/>
                    <a:pt x="852" y="10870"/>
                  </a:cubicBezTo>
                  <a:cubicBezTo>
                    <a:pt x="757" y="10744"/>
                    <a:pt x="757" y="10523"/>
                    <a:pt x="852" y="10397"/>
                  </a:cubicBezTo>
                  <a:lnTo>
                    <a:pt x="3120" y="8161"/>
                  </a:lnTo>
                  <a:cubicBezTo>
                    <a:pt x="3167" y="8098"/>
                    <a:pt x="3254" y="8066"/>
                    <a:pt x="3344" y="8066"/>
                  </a:cubicBezTo>
                  <a:close/>
                  <a:moveTo>
                    <a:pt x="7625" y="1"/>
                  </a:moveTo>
                  <a:cubicBezTo>
                    <a:pt x="5357" y="1"/>
                    <a:pt x="3529" y="1860"/>
                    <a:pt x="3529" y="4096"/>
                  </a:cubicBezTo>
                  <a:cubicBezTo>
                    <a:pt x="3529" y="5136"/>
                    <a:pt x="3908" y="6050"/>
                    <a:pt x="4538" y="6743"/>
                  </a:cubicBezTo>
                  <a:lnTo>
                    <a:pt x="3813" y="7467"/>
                  </a:lnTo>
                  <a:cubicBezTo>
                    <a:pt x="3673" y="7386"/>
                    <a:pt x="3520" y="7347"/>
                    <a:pt x="3367" y="7347"/>
                  </a:cubicBezTo>
                  <a:cubicBezTo>
                    <a:pt x="3106" y="7347"/>
                    <a:pt x="2846" y="7458"/>
                    <a:pt x="2647" y="7656"/>
                  </a:cubicBezTo>
                  <a:lnTo>
                    <a:pt x="379" y="9893"/>
                  </a:lnTo>
                  <a:cubicBezTo>
                    <a:pt x="1" y="10271"/>
                    <a:pt x="1" y="10964"/>
                    <a:pt x="379" y="11343"/>
                  </a:cubicBezTo>
                  <a:cubicBezTo>
                    <a:pt x="584" y="11547"/>
                    <a:pt x="852" y="11650"/>
                    <a:pt x="1119" y="11650"/>
                  </a:cubicBezTo>
                  <a:cubicBezTo>
                    <a:pt x="1387" y="11650"/>
                    <a:pt x="1655" y="11547"/>
                    <a:pt x="1860" y="11343"/>
                  </a:cubicBezTo>
                  <a:lnTo>
                    <a:pt x="4097" y="9106"/>
                  </a:lnTo>
                  <a:cubicBezTo>
                    <a:pt x="4412" y="8791"/>
                    <a:pt x="4506" y="8318"/>
                    <a:pt x="4286" y="7909"/>
                  </a:cubicBezTo>
                  <a:lnTo>
                    <a:pt x="5010" y="7215"/>
                  </a:lnTo>
                  <a:cubicBezTo>
                    <a:pt x="5703" y="7814"/>
                    <a:pt x="6648" y="8192"/>
                    <a:pt x="7625" y="8192"/>
                  </a:cubicBezTo>
                  <a:cubicBezTo>
                    <a:pt x="9925" y="8192"/>
                    <a:pt x="11721" y="6333"/>
                    <a:pt x="11721" y="4096"/>
                  </a:cubicBezTo>
                  <a:cubicBezTo>
                    <a:pt x="11721" y="1828"/>
                    <a:pt x="9893" y="1"/>
                    <a:pt x="76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-4802675" y="2115050"/>
              <a:ext cx="122100" cy="86075"/>
            </a:xfrm>
            <a:custGeom>
              <a:avLst/>
              <a:gdLst/>
              <a:ahLst/>
              <a:cxnLst/>
              <a:rect l="l" t="t" r="r" b="b"/>
              <a:pathLst>
                <a:path w="4884" h="3443" extrusionOk="0">
                  <a:moveTo>
                    <a:pt x="2428" y="1"/>
                  </a:moveTo>
                  <a:cubicBezTo>
                    <a:pt x="2301" y="1"/>
                    <a:pt x="2172" y="72"/>
                    <a:pt x="2111" y="225"/>
                  </a:cubicBezTo>
                  <a:lnTo>
                    <a:pt x="1418" y="2116"/>
                  </a:lnTo>
                  <a:lnTo>
                    <a:pt x="693" y="225"/>
                  </a:lnTo>
                  <a:cubicBezTo>
                    <a:pt x="645" y="105"/>
                    <a:pt x="524" y="4"/>
                    <a:pt x="400" y="4"/>
                  </a:cubicBezTo>
                  <a:cubicBezTo>
                    <a:pt x="361" y="4"/>
                    <a:pt x="321" y="14"/>
                    <a:pt x="284" y="36"/>
                  </a:cubicBezTo>
                  <a:cubicBezTo>
                    <a:pt x="126" y="99"/>
                    <a:pt x="0" y="288"/>
                    <a:pt x="63" y="446"/>
                  </a:cubicBezTo>
                  <a:lnTo>
                    <a:pt x="1103" y="3218"/>
                  </a:lnTo>
                  <a:cubicBezTo>
                    <a:pt x="1168" y="3364"/>
                    <a:pt x="1299" y="3443"/>
                    <a:pt x="1428" y="3443"/>
                  </a:cubicBezTo>
                  <a:cubicBezTo>
                    <a:pt x="1551" y="3443"/>
                    <a:pt x="1672" y="3372"/>
                    <a:pt x="1733" y="3218"/>
                  </a:cubicBezTo>
                  <a:lnTo>
                    <a:pt x="2426" y="1328"/>
                  </a:lnTo>
                  <a:lnTo>
                    <a:pt x="3151" y="3218"/>
                  </a:lnTo>
                  <a:cubicBezTo>
                    <a:pt x="3215" y="3364"/>
                    <a:pt x="3346" y="3443"/>
                    <a:pt x="3476" y="3443"/>
                  </a:cubicBezTo>
                  <a:cubicBezTo>
                    <a:pt x="3598" y="3443"/>
                    <a:pt x="3719" y="3372"/>
                    <a:pt x="3781" y="3218"/>
                  </a:cubicBezTo>
                  <a:lnTo>
                    <a:pt x="4789" y="446"/>
                  </a:lnTo>
                  <a:cubicBezTo>
                    <a:pt x="4884" y="257"/>
                    <a:pt x="4789" y="68"/>
                    <a:pt x="4600" y="36"/>
                  </a:cubicBezTo>
                  <a:cubicBezTo>
                    <a:pt x="4562" y="14"/>
                    <a:pt x="4521" y="4"/>
                    <a:pt x="4479" y="4"/>
                  </a:cubicBezTo>
                  <a:cubicBezTo>
                    <a:pt x="4346" y="4"/>
                    <a:pt x="4207" y="105"/>
                    <a:pt x="4159" y="225"/>
                  </a:cubicBezTo>
                  <a:lnTo>
                    <a:pt x="3466" y="2116"/>
                  </a:lnTo>
                  <a:lnTo>
                    <a:pt x="2741" y="225"/>
                  </a:lnTo>
                  <a:cubicBezTo>
                    <a:pt x="2693" y="80"/>
                    <a:pt x="256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" name="Google Shape;195;p17"/>
          <p:cNvGrpSpPr/>
          <p:nvPr/>
        </p:nvGrpSpPr>
        <p:grpSpPr>
          <a:xfrm>
            <a:off x="6915399" y="3997530"/>
            <a:ext cx="507741" cy="505004"/>
            <a:chOff x="-2571737" y="2764550"/>
            <a:chExt cx="292225" cy="290650"/>
          </a:xfrm>
        </p:grpSpPr>
        <p:sp>
          <p:nvSpPr>
            <p:cNvPr id="196" name="Google Shape;196;p17"/>
            <p:cNvSpPr/>
            <p:nvPr/>
          </p:nvSpPr>
          <p:spPr>
            <a:xfrm>
              <a:off x="-2496085" y="30091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27" y="1"/>
                    <a:pt x="0" y="158"/>
                    <a:pt x="0" y="347"/>
                  </a:cubicBezTo>
                  <a:cubicBezTo>
                    <a:pt x="0" y="536"/>
                    <a:pt x="127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62" y="158"/>
                    <a:pt x="505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-2398548" y="2800375"/>
              <a:ext cx="52000" cy="120525"/>
            </a:xfrm>
            <a:custGeom>
              <a:avLst/>
              <a:gdLst/>
              <a:ahLst/>
              <a:cxnLst/>
              <a:rect l="l" t="t" r="r" b="b"/>
              <a:pathLst>
                <a:path w="2080" h="4821" extrusionOk="0">
                  <a:moveTo>
                    <a:pt x="1008" y="0"/>
                  </a:moveTo>
                  <a:cubicBezTo>
                    <a:pt x="819" y="0"/>
                    <a:pt x="662" y="158"/>
                    <a:pt x="662" y="378"/>
                  </a:cubicBezTo>
                  <a:lnTo>
                    <a:pt x="662" y="757"/>
                  </a:lnTo>
                  <a:cubicBezTo>
                    <a:pt x="252" y="914"/>
                    <a:pt x="0" y="1261"/>
                    <a:pt x="0" y="1733"/>
                  </a:cubicBezTo>
                  <a:cubicBezTo>
                    <a:pt x="0" y="2300"/>
                    <a:pt x="473" y="2773"/>
                    <a:pt x="1008" y="2773"/>
                  </a:cubicBezTo>
                  <a:cubicBezTo>
                    <a:pt x="1323" y="2773"/>
                    <a:pt x="1481" y="3119"/>
                    <a:pt x="1260" y="3371"/>
                  </a:cubicBezTo>
                  <a:cubicBezTo>
                    <a:pt x="1197" y="3419"/>
                    <a:pt x="1103" y="3442"/>
                    <a:pt x="1012" y="3442"/>
                  </a:cubicBezTo>
                  <a:cubicBezTo>
                    <a:pt x="922" y="3442"/>
                    <a:pt x="835" y="3419"/>
                    <a:pt x="788" y="3371"/>
                  </a:cubicBezTo>
                  <a:cubicBezTo>
                    <a:pt x="725" y="3308"/>
                    <a:pt x="630" y="3277"/>
                    <a:pt x="540" y="3277"/>
                  </a:cubicBezTo>
                  <a:cubicBezTo>
                    <a:pt x="449" y="3277"/>
                    <a:pt x="362" y="3308"/>
                    <a:pt x="315" y="3371"/>
                  </a:cubicBezTo>
                  <a:cubicBezTo>
                    <a:pt x="189" y="3466"/>
                    <a:pt x="189" y="3718"/>
                    <a:pt x="315" y="3844"/>
                  </a:cubicBezTo>
                  <a:cubicBezTo>
                    <a:pt x="410" y="3939"/>
                    <a:pt x="536" y="4033"/>
                    <a:pt x="693" y="4065"/>
                  </a:cubicBezTo>
                  <a:lnTo>
                    <a:pt x="693" y="4474"/>
                  </a:lnTo>
                  <a:cubicBezTo>
                    <a:pt x="693" y="4663"/>
                    <a:pt x="851" y="4821"/>
                    <a:pt x="1040" y="4821"/>
                  </a:cubicBezTo>
                  <a:cubicBezTo>
                    <a:pt x="1260" y="4821"/>
                    <a:pt x="1418" y="4663"/>
                    <a:pt x="1418" y="4474"/>
                  </a:cubicBezTo>
                  <a:lnTo>
                    <a:pt x="1418" y="4065"/>
                  </a:lnTo>
                  <a:cubicBezTo>
                    <a:pt x="1796" y="3907"/>
                    <a:pt x="2079" y="3560"/>
                    <a:pt x="2079" y="3088"/>
                  </a:cubicBezTo>
                  <a:cubicBezTo>
                    <a:pt x="2079" y="2521"/>
                    <a:pt x="1607" y="2048"/>
                    <a:pt x="1040" y="2048"/>
                  </a:cubicBezTo>
                  <a:cubicBezTo>
                    <a:pt x="851" y="2048"/>
                    <a:pt x="693" y="1891"/>
                    <a:pt x="693" y="1702"/>
                  </a:cubicBezTo>
                  <a:cubicBezTo>
                    <a:pt x="693" y="1495"/>
                    <a:pt x="842" y="1356"/>
                    <a:pt x="1016" y="1356"/>
                  </a:cubicBezTo>
                  <a:cubicBezTo>
                    <a:pt x="1107" y="1356"/>
                    <a:pt x="1205" y="1394"/>
                    <a:pt x="1292" y="1481"/>
                  </a:cubicBezTo>
                  <a:cubicBezTo>
                    <a:pt x="1355" y="1528"/>
                    <a:pt x="1441" y="1552"/>
                    <a:pt x="1528" y="1552"/>
                  </a:cubicBezTo>
                  <a:cubicBezTo>
                    <a:pt x="1615" y="1552"/>
                    <a:pt x="1701" y="1528"/>
                    <a:pt x="1764" y="1481"/>
                  </a:cubicBezTo>
                  <a:cubicBezTo>
                    <a:pt x="1859" y="1355"/>
                    <a:pt x="1859" y="1103"/>
                    <a:pt x="1764" y="1009"/>
                  </a:cubicBezTo>
                  <a:cubicBezTo>
                    <a:pt x="1638" y="883"/>
                    <a:pt x="1512" y="788"/>
                    <a:pt x="1355" y="757"/>
                  </a:cubicBezTo>
                  <a:lnTo>
                    <a:pt x="1355" y="378"/>
                  </a:lnTo>
                  <a:cubicBezTo>
                    <a:pt x="1355" y="158"/>
                    <a:pt x="1197" y="0"/>
                    <a:pt x="10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-2571737" y="2764550"/>
              <a:ext cx="292225" cy="290650"/>
            </a:xfrm>
            <a:custGeom>
              <a:avLst/>
              <a:gdLst/>
              <a:ahLst/>
              <a:cxnLst/>
              <a:rect l="l" t="t" r="r" b="b"/>
              <a:pathLst>
                <a:path w="11689" h="11626" extrusionOk="0">
                  <a:moveTo>
                    <a:pt x="5009" y="1355"/>
                  </a:moveTo>
                  <a:cubicBezTo>
                    <a:pt x="4789" y="1576"/>
                    <a:pt x="4694" y="1796"/>
                    <a:pt x="4537" y="2049"/>
                  </a:cubicBezTo>
                  <a:lnTo>
                    <a:pt x="662" y="2049"/>
                  </a:lnTo>
                  <a:lnTo>
                    <a:pt x="662" y="1670"/>
                  </a:lnTo>
                  <a:cubicBezTo>
                    <a:pt x="662" y="1513"/>
                    <a:pt x="819" y="1355"/>
                    <a:pt x="1008" y="1355"/>
                  </a:cubicBezTo>
                  <a:close/>
                  <a:moveTo>
                    <a:pt x="7908" y="694"/>
                  </a:moveTo>
                  <a:cubicBezTo>
                    <a:pt x="9609" y="694"/>
                    <a:pt x="10995" y="2080"/>
                    <a:pt x="10995" y="3781"/>
                  </a:cubicBezTo>
                  <a:cubicBezTo>
                    <a:pt x="10995" y="5451"/>
                    <a:pt x="9609" y="6837"/>
                    <a:pt x="7908" y="6837"/>
                  </a:cubicBezTo>
                  <a:cubicBezTo>
                    <a:pt x="7309" y="6837"/>
                    <a:pt x="6679" y="6680"/>
                    <a:pt x="6206" y="6365"/>
                  </a:cubicBezTo>
                  <a:cubicBezTo>
                    <a:pt x="6162" y="6342"/>
                    <a:pt x="6086" y="6320"/>
                    <a:pt x="6023" y="6320"/>
                  </a:cubicBezTo>
                  <a:cubicBezTo>
                    <a:pt x="5997" y="6320"/>
                    <a:pt x="5973" y="6324"/>
                    <a:pt x="5954" y="6333"/>
                  </a:cubicBezTo>
                  <a:cubicBezTo>
                    <a:pt x="5671" y="6396"/>
                    <a:pt x="5324" y="6522"/>
                    <a:pt x="5009" y="6648"/>
                  </a:cubicBezTo>
                  <a:lnTo>
                    <a:pt x="5324" y="5703"/>
                  </a:lnTo>
                  <a:cubicBezTo>
                    <a:pt x="5356" y="5609"/>
                    <a:pt x="5324" y="5514"/>
                    <a:pt x="5261" y="5420"/>
                  </a:cubicBezTo>
                  <a:cubicBezTo>
                    <a:pt x="4946" y="4947"/>
                    <a:pt x="4789" y="4348"/>
                    <a:pt x="4789" y="3781"/>
                  </a:cubicBezTo>
                  <a:cubicBezTo>
                    <a:pt x="4789" y="2080"/>
                    <a:pt x="6238" y="694"/>
                    <a:pt x="7908" y="694"/>
                  </a:cubicBezTo>
                  <a:close/>
                  <a:moveTo>
                    <a:pt x="4253" y="2710"/>
                  </a:moveTo>
                  <a:cubicBezTo>
                    <a:pt x="4190" y="3025"/>
                    <a:pt x="4096" y="3372"/>
                    <a:pt x="4096" y="3718"/>
                  </a:cubicBezTo>
                  <a:cubicBezTo>
                    <a:pt x="4096" y="4411"/>
                    <a:pt x="4253" y="5041"/>
                    <a:pt x="4600" y="5609"/>
                  </a:cubicBezTo>
                  <a:lnTo>
                    <a:pt x="4127" y="7089"/>
                  </a:lnTo>
                  <a:cubicBezTo>
                    <a:pt x="4096" y="7184"/>
                    <a:pt x="4127" y="7341"/>
                    <a:pt x="4222" y="7436"/>
                  </a:cubicBezTo>
                  <a:cubicBezTo>
                    <a:pt x="4266" y="7480"/>
                    <a:pt x="4358" y="7525"/>
                    <a:pt x="4453" y="7525"/>
                  </a:cubicBezTo>
                  <a:cubicBezTo>
                    <a:pt x="4492" y="7525"/>
                    <a:pt x="4531" y="7517"/>
                    <a:pt x="4568" y="7499"/>
                  </a:cubicBezTo>
                  <a:cubicBezTo>
                    <a:pt x="4568" y="7499"/>
                    <a:pt x="5387" y="7247"/>
                    <a:pt x="6017" y="7026"/>
                  </a:cubicBezTo>
                  <a:cubicBezTo>
                    <a:pt x="6080" y="7089"/>
                    <a:pt x="6143" y="7089"/>
                    <a:pt x="6175" y="7121"/>
                  </a:cubicBezTo>
                  <a:lnTo>
                    <a:pt x="6175" y="8223"/>
                  </a:lnTo>
                  <a:lnTo>
                    <a:pt x="662" y="8223"/>
                  </a:lnTo>
                  <a:lnTo>
                    <a:pt x="662" y="2710"/>
                  </a:lnTo>
                  <a:close/>
                  <a:moveTo>
                    <a:pt x="6112" y="8885"/>
                  </a:moveTo>
                  <a:lnTo>
                    <a:pt x="6112" y="10618"/>
                  </a:lnTo>
                  <a:cubicBezTo>
                    <a:pt x="6143" y="10807"/>
                    <a:pt x="5986" y="10964"/>
                    <a:pt x="5797" y="10964"/>
                  </a:cubicBezTo>
                  <a:lnTo>
                    <a:pt x="977" y="10964"/>
                  </a:lnTo>
                  <a:cubicBezTo>
                    <a:pt x="788" y="10964"/>
                    <a:pt x="630" y="10807"/>
                    <a:pt x="630" y="10618"/>
                  </a:cubicBezTo>
                  <a:lnTo>
                    <a:pt x="630" y="8885"/>
                  </a:lnTo>
                  <a:close/>
                  <a:moveTo>
                    <a:pt x="7908" y="1"/>
                  </a:moveTo>
                  <a:cubicBezTo>
                    <a:pt x="7120" y="1"/>
                    <a:pt x="6364" y="221"/>
                    <a:pt x="5734" y="662"/>
                  </a:cubicBezTo>
                  <a:lnTo>
                    <a:pt x="1008" y="662"/>
                  </a:lnTo>
                  <a:cubicBezTo>
                    <a:pt x="473" y="662"/>
                    <a:pt x="0" y="1135"/>
                    <a:pt x="0" y="1670"/>
                  </a:cubicBezTo>
                  <a:lnTo>
                    <a:pt x="0" y="10618"/>
                  </a:lnTo>
                  <a:cubicBezTo>
                    <a:pt x="0" y="11153"/>
                    <a:pt x="473" y="11626"/>
                    <a:pt x="1008" y="11626"/>
                  </a:cubicBezTo>
                  <a:lnTo>
                    <a:pt x="5828" y="11626"/>
                  </a:lnTo>
                  <a:cubicBezTo>
                    <a:pt x="6364" y="11626"/>
                    <a:pt x="6837" y="11153"/>
                    <a:pt x="6837" y="10618"/>
                  </a:cubicBezTo>
                  <a:lnTo>
                    <a:pt x="6837" y="7341"/>
                  </a:lnTo>
                  <a:cubicBezTo>
                    <a:pt x="7215" y="7436"/>
                    <a:pt x="7561" y="7499"/>
                    <a:pt x="7908" y="7499"/>
                  </a:cubicBezTo>
                  <a:cubicBezTo>
                    <a:pt x="9987" y="7499"/>
                    <a:pt x="11688" y="5798"/>
                    <a:pt x="11688" y="3718"/>
                  </a:cubicBezTo>
                  <a:cubicBezTo>
                    <a:pt x="11657" y="1670"/>
                    <a:pt x="9956" y="1"/>
                    <a:pt x="79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" name="Google Shape;199;p17"/>
          <p:cNvGrpSpPr/>
          <p:nvPr/>
        </p:nvGrpSpPr>
        <p:grpSpPr>
          <a:xfrm>
            <a:off x="3453018" y="3996162"/>
            <a:ext cx="506394" cy="507741"/>
            <a:chOff x="-1333200" y="2770450"/>
            <a:chExt cx="291450" cy="292225"/>
          </a:xfrm>
        </p:grpSpPr>
        <p:sp>
          <p:nvSpPr>
            <p:cNvPr id="200" name="Google Shape;200;p17"/>
            <p:cNvSpPr/>
            <p:nvPr/>
          </p:nvSpPr>
          <p:spPr>
            <a:xfrm>
              <a:off x="-1299325" y="2808250"/>
              <a:ext cx="222925" cy="134725"/>
            </a:xfrm>
            <a:custGeom>
              <a:avLst/>
              <a:gdLst/>
              <a:ahLst/>
              <a:cxnLst/>
              <a:rect l="l" t="t" r="r" b="b"/>
              <a:pathLst>
                <a:path w="8917" h="5389" extrusionOk="0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-1333200" y="2770450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" name="Google Shape;202;p17"/>
          <p:cNvGrpSpPr/>
          <p:nvPr/>
        </p:nvGrpSpPr>
        <p:grpSpPr>
          <a:xfrm>
            <a:off x="5181930" y="3994794"/>
            <a:ext cx="511867" cy="510478"/>
            <a:chOff x="-3854375" y="2405000"/>
            <a:chExt cx="294600" cy="293800"/>
          </a:xfrm>
        </p:grpSpPr>
        <p:sp>
          <p:nvSpPr>
            <p:cNvPr id="203" name="Google Shape;203;p17"/>
            <p:cNvSpPr/>
            <p:nvPr/>
          </p:nvSpPr>
          <p:spPr>
            <a:xfrm>
              <a:off x="-3854375" y="2405000"/>
              <a:ext cx="294600" cy="293800"/>
            </a:xfrm>
            <a:custGeom>
              <a:avLst/>
              <a:gdLst/>
              <a:ahLst/>
              <a:cxnLst/>
              <a:rect l="l" t="t" r="r" b="b"/>
              <a:pathLst>
                <a:path w="11784" h="11752" extrusionOk="0">
                  <a:moveTo>
                    <a:pt x="6994" y="694"/>
                  </a:moveTo>
                  <a:lnTo>
                    <a:pt x="6994" y="1103"/>
                  </a:lnTo>
                  <a:cubicBezTo>
                    <a:pt x="6994" y="1261"/>
                    <a:pt x="7120" y="1387"/>
                    <a:pt x="7278" y="1418"/>
                  </a:cubicBezTo>
                  <a:cubicBezTo>
                    <a:pt x="7467" y="1481"/>
                    <a:pt x="7719" y="1576"/>
                    <a:pt x="7908" y="1702"/>
                  </a:cubicBezTo>
                  <a:cubicBezTo>
                    <a:pt x="7954" y="1736"/>
                    <a:pt x="8009" y="1750"/>
                    <a:pt x="8066" y="1750"/>
                  </a:cubicBezTo>
                  <a:cubicBezTo>
                    <a:pt x="8164" y="1750"/>
                    <a:pt x="8269" y="1710"/>
                    <a:pt x="8349" y="1670"/>
                  </a:cubicBezTo>
                  <a:lnTo>
                    <a:pt x="8664" y="1355"/>
                  </a:lnTo>
                  <a:lnTo>
                    <a:pt x="9137" y="1828"/>
                  </a:lnTo>
                  <a:lnTo>
                    <a:pt x="8822" y="2143"/>
                  </a:lnTo>
                  <a:cubicBezTo>
                    <a:pt x="8696" y="2269"/>
                    <a:pt x="8696" y="2426"/>
                    <a:pt x="8759" y="2584"/>
                  </a:cubicBezTo>
                  <a:cubicBezTo>
                    <a:pt x="8885" y="2773"/>
                    <a:pt x="8979" y="2962"/>
                    <a:pt x="9042" y="3214"/>
                  </a:cubicBezTo>
                  <a:cubicBezTo>
                    <a:pt x="9074" y="3372"/>
                    <a:pt x="9200" y="3466"/>
                    <a:pt x="9357" y="3466"/>
                  </a:cubicBezTo>
                  <a:lnTo>
                    <a:pt x="9798" y="3466"/>
                  </a:lnTo>
                  <a:lnTo>
                    <a:pt x="9798" y="4159"/>
                  </a:lnTo>
                  <a:lnTo>
                    <a:pt x="9357" y="4159"/>
                  </a:lnTo>
                  <a:cubicBezTo>
                    <a:pt x="9200" y="4159"/>
                    <a:pt x="9074" y="4222"/>
                    <a:pt x="9042" y="4380"/>
                  </a:cubicBezTo>
                  <a:cubicBezTo>
                    <a:pt x="9011" y="4569"/>
                    <a:pt x="8885" y="4821"/>
                    <a:pt x="8759" y="5010"/>
                  </a:cubicBezTo>
                  <a:cubicBezTo>
                    <a:pt x="8696" y="5136"/>
                    <a:pt x="8727" y="5325"/>
                    <a:pt x="8822" y="5451"/>
                  </a:cubicBezTo>
                  <a:lnTo>
                    <a:pt x="9137" y="5766"/>
                  </a:lnTo>
                  <a:lnTo>
                    <a:pt x="8664" y="6238"/>
                  </a:lnTo>
                  <a:lnTo>
                    <a:pt x="8349" y="5923"/>
                  </a:lnTo>
                  <a:cubicBezTo>
                    <a:pt x="8275" y="5850"/>
                    <a:pt x="8191" y="5819"/>
                    <a:pt x="8101" y="5819"/>
                  </a:cubicBezTo>
                  <a:cubicBezTo>
                    <a:pt x="8038" y="5819"/>
                    <a:pt x="7973" y="5834"/>
                    <a:pt x="7908" y="5860"/>
                  </a:cubicBezTo>
                  <a:cubicBezTo>
                    <a:pt x="7719" y="5986"/>
                    <a:pt x="7498" y="6081"/>
                    <a:pt x="7278" y="6144"/>
                  </a:cubicBezTo>
                  <a:cubicBezTo>
                    <a:pt x="7120" y="6175"/>
                    <a:pt x="6994" y="6301"/>
                    <a:pt x="6994" y="6459"/>
                  </a:cubicBezTo>
                  <a:lnTo>
                    <a:pt x="6994" y="6900"/>
                  </a:lnTo>
                  <a:lnTo>
                    <a:pt x="6333" y="6900"/>
                  </a:lnTo>
                  <a:lnTo>
                    <a:pt x="6333" y="6459"/>
                  </a:lnTo>
                  <a:cubicBezTo>
                    <a:pt x="6333" y="6301"/>
                    <a:pt x="6207" y="6207"/>
                    <a:pt x="6049" y="6144"/>
                  </a:cubicBezTo>
                  <a:cubicBezTo>
                    <a:pt x="5860" y="6112"/>
                    <a:pt x="5608" y="5986"/>
                    <a:pt x="5419" y="5860"/>
                  </a:cubicBezTo>
                  <a:cubicBezTo>
                    <a:pt x="5374" y="5838"/>
                    <a:pt x="5322" y="5828"/>
                    <a:pt x="5267" y="5828"/>
                  </a:cubicBezTo>
                  <a:cubicBezTo>
                    <a:pt x="5167" y="5828"/>
                    <a:pt x="5059" y="5862"/>
                    <a:pt x="4978" y="5923"/>
                  </a:cubicBezTo>
                  <a:lnTo>
                    <a:pt x="4663" y="6238"/>
                  </a:lnTo>
                  <a:lnTo>
                    <a:pt x="4190" y="5766"/>
                  </a:lnTo>
                  <a:lnTo>
                    <a:pt x="4505" y="5451"/>
                  </a:lnTo>
                  <a:cubicBezTo>
                    <a:pt x="4631" y="5325"/>
                    <a:pt x="4631" y="5167"/>
                    <a:pt x="4568" y="5010"/>
                  </a:cubicBezTo>
                  <a:cubicBezTo>
                    <a:pt x="4442" y="4821"/>
                    <a:pt x="4348" y="4632"/>
                    <a:pt x="4285" y="4380"/>
                  </a:cubicBezTo>
                  <a:cubicBezTo>
                    <a:pt x="4253" y="4254"/>
                    <a:pt x="4127" y="4159"/>
                    <a:pt x="4001" y="4159"/>
                  </a:cubicBezTo>
                  <a:lnTo>
                    <a:pt x="3529" y="4159"/>
                  </a:lnTo>
                  <a:lnTo>
                    <a:pt x="3529" y="3466"/>
                  </a:lnTo>
                  <a:lnTo>
                    <a:pt x="3970" y="3466"/>
                  </a:lnTo>
                  <a:cubicBezTo>
                    <a:pt x="4127" y="3466"/>
                    <a:pt x="4253" y="3372"/>
                    <a:pt x="4285" y="3214"/>
                  </a:cubicBezTo>
                  <a:cubicBezTo>
                    <a:pt x="4316" y="2993"/>
                    <a:pt x="4442" y="2773"/>
                    <a:pt x="4568" y="2584"/>
                  </a:cubicBezTo>
                  <a:cubicBezTo>
                    <a:pt x="4631" y="2458"/>
                    <a:pt x="4600" y="2269"/>
                    <a:pt x="4505" y="2143"/>
                  </a:cubicBezTo>
                  <a:lnTo>
                    <a:pt x="4190" y="1828"/>
                  </a:lnTo>
                  <a:lnTo>
                    <a:pt x="4663" y="1355"/>
                  </a:lnTo>
                  <a:lnTo>
                    <a:pt x="4978" y="1670"/>
                  </a:lnTo>
                  <a:cubicBezTo>
                    <a:pt x="5046" y="1738"/>
                    <a:pt x="5122" y="1769"/>
                    <a:pt x="5203" y="1769"/>
                  </a:cubicBezTo>
                  <a:cubicBezTo>
                    <a:pt x="5273" y="1769"/>
                    <a:pt x="5346" y="1746"/>
                    <a:pt x="5419" y="1702"/>
                  </a:cubicBezTo>
                  <a:cubicBezTo>
                    <a:pt x="5608" y="1576"/>
                    <a:pt x="5829" y="1513"/>
                    <a:pt x="6049" y="1418"/>
                  </a:cubicBezTo>
                  <a:cubicBezTo>
                    <a:pt x="6207" y="1387"/>
                    <a:pt x="6333" y="1261"/>
                    <a:pt x="6333" y="1103"/>
                  </a:cubicBezTo>
                  <a:lnTo>
                    <a:pt x="6333" y="694"/>
                  </a:lnTo>
                  <a:close/>
                  <a:moveTo>
                    <a:pt x="10964" y="4821"/>
                  </a:moveTo>
                  <a:lnTo>
                    <a:pt x="9830" y="8255"/>
                  </a:lnTo>
                  <a:lnTo>
                    <a:pt x="2773" y="8255"/>
                  </a:lnTo>
                  <a:lnTo>
                    <a:pt x="2143" y="4821"/>
                  </a:lnTo>
                  <a:lnTo>
                    <a:pt x="3686" y="4821"/>
                  </a:lnTo>
                  <a:cubicBezTo>
                    <a:pt x="3718" y="4947"/>
                    <a:pt x="3781" y="5010"/>
                    <a:pt x="3812" y="5136"/>
                  </a:cubicBezTo>
                  <a:lnTo>
                    <a:pt x="3466" y="5482"/>
                  </a:lnTo>
                  <a:cubicBezTo>
                    <a:pt x="3340" y="5608"/>
                    <a:pt x="3340" y="5829"/>
                    <a:pt x="3466" y="5955"/>
                  </a:cubicBezTo>
                  <a:lnTo>
                    <a:pt x="4442" y="6932"/>
                  </a:lnTo>
                  <a:cubicBezTo>
                    <a:pt x="4505" y="6995"/>
                    <a:pt x="4592" y="7026"/>
                    <a:pt x="4679" y="7026"/>
                  </a:cubicBezTo>
                  <a:cubicBezTo>
                    <a:pt x="4765" y="7026"/>
                    <a:pt x="4852" y="6995"/>
                    <a:pt x="4915" y="6932"/>
                  </a:cubicBezTo>
                  <a:lnTo>
                    <a:pt x="5262" y="6585"/>
                  </a:lnTo>
                  <a:cubicBezTo>
                    <a:pt x="5356" y="6617"/>
                    <a:pt x="5451" y="6680"/>
                    <a:pt x="5577" y="6711"/>
                  </a:cubicBezTo>
                  <a:lnTo>
                    <a:pt x="5577" y="7215"/>
                  </a:lnTo>
                  <a:cubicBezTo>
                    <a:pt x="5577" y="7404"/>
                    <a:pt x="5734" y="7562"/>
                    <a:pt x="5923" y="7562"/>
                  </a:cubicBezTo>
                  <a:lnTo>
                    <a:pt x="7309" y="7562"/>
                  </a:lnTo>
                  <a:cubicBezTo>
                    <a:pt x="7498" y="7562"/>
                    <a:pt x="7656" y="7404"/>
                    <a:pt x="7656" y="7215"/>
                  </a:cubicBezTo>
                  <a:lnTo>
                    <a:pt x="7656" y="6711"/>
                  </a:lnTo>
                  <a:cubicBezTo>
                    <a:pt x="7782" y="6680"/>
                    <a:pt x="7876" y="6617"/>
                    <a:pt x="7971" y="6585"/>
                  </a:cubicBezTo>
                  <a:lnTo>
                    <a:pt x="8349" y="6932"/>
                  </a:lnTo>
                  <a:cubicBezTo>
                    <a:pt x="8396" y="6995"/>
                    <a:pt x="8483" y="7026"/>
                    <a:pt x="8574" y="7026"/>
                  </a:cubicBezTo>
                  <a:cubicBezTo>
                    <a:pt x="8664" y="7026"/>
                    <a:pt x="8759" y="6995"/>
                    <a:pt x="8822" y="6932"/>
                  </a:cubicBezTo>
                  <a:lnTo>
                    <a:pt x="9798" y="5955"/>
                  </a:lnTo>
                  <a:cubicBezTo>
                    <a:pt x="9924" y="5829"/>
                    <a:pt x="9924" y="5608"/>
                    <a:pt x="9798" y="5482"/>
                  </a:cubicBezTo>
                  <a:lnTo>
                    <a:pt x="9452" y="5136"/>
                  </a:lnTo>
                  <a:cubicBezTo>
                    <a:pt x="9483" y="5041"/>
                    <a:pt x="9515" y="4947"/>
                    <a:pt x="9546" y="4821"/>
                  </a:cubicBezTo>
                  <a:close/>
                  <a:moveTo>
                    <a:pt x="3907" y="10334"/>
                  </a:moveTo>
                  <a:cubicBezTo>
                    <a:pt x="4096" y="10366"/>
                    <a:pt x="4253" y="10523"/>
                    <a:pt x="4253" y="10681"/>
                  </a:cubicBezTo>
                  <a:cubicBezTo>
                    <a:pt x="4253" y="10870"/>
                    <a:pt x="4096" y="11027"/>
                    <a:pt x="3907" y="11027"/>
                  </a:cubicBezTo>
                  <a:cubicBezTo>
                    <a:pt x="3686" y="11027"/>
                    <a:pt x="3529" y="10870"/>
                    <a:pt x="3529" y="10681"/>
                  </a:cubicBezTo>
                  <a:cubicBezTo>
                    <a:pt x="3529" y="10492"/>
                    <a:pt x="3686" y="10334"/>
                    <a:pt x="3907" y="10334"/>
                  </a:cubicBezTo>
                  <a:close/>
                  <a:moveTo>
                    <a:pt x="8664" y="10334"/>
                  </a:moveTo>
                  <a:cubicBezTo>
                    <a:pt x="8853" y="10366"/>
                    <a:pt x="9011" y="10523"/>
                    <a:pt x="9011" y="10681"/>
                  </a:cubicBezTo>
                  <a:cubicBezTo>
                    <a:pt x="9011" y="10870"/>
                    <a:pt x="8853" y="11027"/>
                    <a:pt x="8664" y="11027"/>
                  </a:cubicBezTo>
                  <a:cubicBezTo>
                    <a:pt x="8444" y="11027"/>
                    <a:pt x="8286" y="10870"/>
                    <a:pt x="8286" y="10681"/>
                  </a:cubicBezTo>
                  <a:cubicBezTo>
                    <a:pt x="8286" y="10492"/>
                    <a:pt x="8444" y="10334"/>
                    <a:pt x="8664" y="10334"/>
                  </a:cubicBezTo>
                  <a:close/>
                  <a:moveTo>
                    <a:pt x="5892" y="0"/>
                  </a:moveTo>
                  <a:cubicBezTo>
                    <a:pt x="5703" y="0"/>
                    <a:pt x="5545" y="158"/>
                    <a:pt x="5545" y="379"/>
                  </a:cubicBezTo>
                  <a:lnTo>
                    <a:pt x="5545" y="883"/>
                  </a:lnTo>
                  <a:cubicBezTo>
                    <a:pt x="5419" y="914"/>
                    <a:pt x="5356" y="946"/>
                    <a:pt x="5230" y="1009"/>
                  </a:cubicBezTo>
                  <a:lnTo>
                    <a:pt x="4883" y="631"/>
                  </a:lnTo>
                  <a:cubicBezTo>
                    <a:pt x="4820" y="583"/>
                    <a:pt x="4734" y="560"/>
                    <a:pt x="4647" y="560"/>
                  </a:cubicBezTo>
                  <a:cubicBezTo>
                    <a:pt x="4561" y="560"/>
                    <a:pt x="4474" y="583"/>
                    <a:pt x="4411" y="631"/>
                  </a:cubicBezTo>
                  <a:lnTo>
                    <a:pt x="3434" y="1639"/>
                  </a:lnTo>
                  <a:cubicBezTo>
                    <a:pt x="3308" y="1733"/>
                    <a:pt x="3308" y="1985"/>
                    <a:pt x="3434" y="2111"/>
                  </a:cubicBezTo>
                  <a:lnTo>
                    <a:pt x="3781" y="2458"/>
                  </a:lnTo>
                  <a:cubicBezTo>
                    <a:pt x="3718" y="2521"/>
                    <a:pt x="3686" y="2647"/>
                    <a:pt x="3655" y="2773"/>
                  </a:cubicBezTo>
                  <a:lnTo>
                    <a:pt x="3151" y="2773"/>
                  </a:lnTo>
                  <a:cubicBezTo>
                    <a:pt x="2930" y="2773"/>
                    <a:pt x="2773" y="2930"/>
                    <a:pt x="2773" y="3119"/>
                  </a:cubicBezTo>
                  <a:lnTo>
                    <a:pt x="2773" y="4159"/>
                  </a:lnTo>
                  <a:lnTo>
                    <a:pt x="1985" y="4159"/>
                  </a:lnTo>
                  <a:lnTo>
                    <a:pt x="1765" y="2930"/>
                  </a:lnTo>
                  <a:cubicBezTo>
                    <a:pt x="1670" y="2458"/>
                    <a:pt x="1197" y="2111"/>
                    <a:pt x="693" y="2111"/>
                  </a:cubicBezTo>
                  <a:lnTo>
                    <a:pt x="347" y="2111"/>
                  </a:lnTo>
                  <a:cubicBezTo>
                    <a:pt x="158" y="2111"/>
                    <a:pt x="0" y="2269"/>
                    <a:pt x="0" y="2458"/>
                  </a:cubicBezTo>
                  <a:cubicBezTo>
                    <a:pt x="0" y="2647"/>
                    <a:pt x="158" y="2804"/>
                    <a:pt x="347" y="2804"/>
                  </a:cubicBezTo>
                  <a:lnTo>
                    <a:pt x="693" y="2804"/>
                  </a:lnTo>
                  <a:cubicBezTo>
                    <a:pt x="882" y="2804"/>
                    <a:pt x="1103" y="2930"/>
                    <a:pt x="1103" y="3088"/>
                  </a:cubicBezTo>
                  <a:lnTo>
                    <a:pt x="2080" y="8570"/>
                  </a:lnTo>
                  <a:cubicBezTo>
                    <a:pt x="1891" y="8759"/>
                    <a:pt x="1765" y="9042"/>
                    <a:pt x="1765" y="9357"/>
                  </a:cubicBezTo>
                  <a:cubicBezTo>
                    <a:pt x="1765" y="9861"/>
                    <a:pt x="2143" y="10366"/>
                    <a:pt x="2867" y="10366"/>
                  </a:cubicBezTo>
                  <a:cubicBezTo>
                    <a:pt x="2836" y="10492"/>
                    <a:pt x="2836" y="10618"/>
                    <a:pt x="2836" y="10712"/>
                  </a:cubicBezTo>
                  <a:cubicBezTo>
                    <a:pt x="2836" y="11279"/>
                    <a:pt x="3308" y="11752"/>
                    <a:pt x="3844" y="11752"/>
                  </a:cubicBezTo>
                  <a:cubicBezTo>
                    <a:pt x="4411" y="11752"/>
                    <a:pt x="4883" y="11279"/>
                    <a:pt x="4883" y="10712"/>
                  </a:cubicBezTo>
                  <a:cubicBezTo>
                    <a:pt x="4883" y="10618"/>
                    <a:pt x="4820" y="10492"/>
                    <a:pt x="4820" y="10366"/>
                  </a:cubicBezTo>
                  <a:lnTo>
                    <a:pt x="7719" y="10366"/>
                  </a:lnTo>
                  <a:cubicBezTo>
                    <a:pt x="7656" y="10492"/>
                    <a:pt x="7656" y="10618"/>
                    <a:pt x="7656" y="10712"/>
                  </a:cubicBezTo>
                  <a:cubicBezTo>
                    <a:pt x="7656" y="11279"/>
                    <a:pt x="8129" y="11752"/>
                    <a:pt x="8696" y="11752"/>
                  </a:cubicBezTo>
                  <a:cubicBezTo>
                    <a:pt x="9231" y="11752"/>
                    <a:pt x="9735" y="11279"/>
                    <a:pt x="9735" y="10712"/>
                  </a:cubicBezTo>
                  <a:cubicBezTo>
                    <a:pt x="9735" y="10618"/>
                    <a:pt x="9672" y="10492"/>
                    <a:pt x="9672" y="10366"/>
                  </a:cubicBezTo>
                  <a:lnTo>
                    <a:pt x="10082" y="10366"/>
                  </a:lnTo>
                  <a:cubicBezTo>
                    <a:pt x="10271" y="10366"/>
                    <a:pt x="10428" y="10208"/>
                    <a:pt x="10428" y="10019"/>
                  </a:cubicBezTo>
                  <a:cubicBezTo>
                    <a:pt x="10428" y="9830"/>
                    <a:pt x="10271" y="9672"/>
                    <a:pt x="10082" y="9672"/>
                  </a:cubicBezTo>
                  <a:lnTo>
                    <a:pt x="2867" y="9672"/>
                  </a:lnTo>
                  <a:cubicBezTo>
                    <a:pt x="2678" y="9672"/>
                    <a:pt x="2521" y="9515"/>
                    <a:pt x="2521" y="9294"/>
                  </a:cubicBezTo>
                  <a:cubicBezTo>
                    <a:pt x="2521" y="9137"/>
                    <a:pt x="2678" y="8948"/>
                    <a:pt x="2867" y="8948"/>
                  </a:cubicBezTo>
                  <a:lnTo>
                    <a:pt x="10082" y="8948"/>
                  </a:lnTo>
                  <a:cubicBezTo>
                    <a:pt x="10239" y="8948"/>
                    <a:pt x="10334" y="8885"/>
                    <a:pt x="10397" y="8727"/>
                  </a:cubicBezTo>
                  <a:lnTo>
                    <a:pt x="11720" y="4663"/>
                  </a:lnTo>
                  <a:cubicBezTo>
                    <a:pt x="11783" y="4537"/>
                    <a:pt x="11720" y="4411"/>
                    <a:pt x="11689" y="4348"/>
                  </a:cubicBezTo>
                  <a:cubicBezTo>
                    <a:pt x="11563" y="4191"/>
                    <a:pt x="11405" y="4191"/>
                    <a:pt x="11279" y="4191"/>
                  </a:cubicBezTo>
                  <a:lnTo>
                    <a:pt x="10397" y="4191"/>
                  </a:lnTo>
                  <a:lnTo>
                    <a:pt x="10397" y="3119"/>
                  </a:lnTo>
                  <a:cubicBezTo>
                    <a:pt x="10397" y="2930"/>
                    <a:pt x="10239" y="2773"/>
                    <a:pt x="10019" y="2773"/>
                  </a:cubicBezTo>
                  <a:lnTo>
                    <a:pt x="9515" y="2773"/>
                  </a:lnTo>
                  <a:cubicBezTo>
                    <a:pt x="9483" y="2647"/>
                    <a:pt x="9452" y="2584"/>
                    <a:pt x="9389" y="2458"/>
                  </a:cubicBezTo>
                  <a:lnTo>
                    <a:pt x="9767" y="2080"/>
                  </a:lnTo>
                  <a:cubicBezTo>
                    <a:pt x="9861" y="1985"/>
                    <a:pt x="9861" y="1733"/>
                    <a:pt x="9767" y="1607"/>
                  </a:cubicBezTo>
                  <a:lnTo>
                    <a:pt x="8759" y="631"/>
                  </a:lnTo>
                  <a:cubicBezTo>
                    <a:pt x="8711" y="568"/>
                    <a:pt x="8625" y="536"/>
                    <a:pt x="8534" y="536"/>
                  </a:cubicBezTo>
                  <a:cubicBezTo>
                    <a:pt x="8444" y="536"/>
                    <a:pt x="8349" y="568"/>
                    <a:pt x="8286" y="631"/>
                  </a:cubicBezTo>
                  <a:lnTo>
                    <a:pt x="7939" y="1009"/>
                  </a:lnTo>
                  <a:cubicBezTo>
                    <a:pt x="7876" y="946"/>
                    <a:pt x="7750" y="914"/>
                    <a:pt x="7624" y="883"/>
                  </a:cubicBezTo>
                  <a:lnTo>
                    <a:pt x="7624" y="379"/>
                  </a:lnTo>
                  <a:cubicBezTo>
                    <a:pt x="7624" y="158"/>
                    <a:pt x="7467" y="0"/>
                    <a:pt x="72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-3731500" y="2458550"/>
              <a:ext cx="84300" cy="84300"/>
            </a:xfrm>
            <a:custGeom>
              <a:avLst/>
              <a:gdLst/>
              <a:ahLst/>
              <a:cxnLst/>
              <a:rect l="l" t="t" r="r" b="b"/>
              <a:pathLst>
                <a:path w="3372" h="3372" extrusionOk="0">
                  <a:moveTo>
                    <a:pt x="1701" y="631"/>
                  </a:moveTo>
                  <a:cubicBezTo>
                    <a:pt x="2237" y="631"/>
                    <a:pt x="2709" y="1103"/>
                    <a:pt x="2709" y="1639"/>
                  </a:cubicBezTo>
                  <a:cubicBezTo>
                    <a:pt x="2709" y="2206"/>
                    <a:pt x="2237" y="2679"/>
                    <a:pt x="1701" y="2679"/>
                  </a:cubicBezTo>
                  <a:cubicBezTo>
                    <a:pt x="1134" y="2679"/>
                    <a:pt x="662" y="2206"/>
                    <a:pt x="662" y="1639"/>
                  </a:cubicBezTo>
                  <a:cubicBezTo>
                    <a:pt x="662" y="1103"/>
                    <a:pt x="1134" y="631"/>
                    <a:pt x="1701" y="631"/>
                  </a:cubicBezTo>
                  <a:close/>
                  <a:moveTo>
                    <a:pt x="1701" y="1"/>
                  </a:moveTo>
                  <a:cubicBezTo>
                    <a:pt x="756" y="1"/>
                    <a:pt x="0" y="725"/>
                    <a:pt x="0" y="1702"/>
                  </a:cubicBezTo>
                  <a:cubicBezTo>
                    <a:pt x="0" y="2647"/>
                    <a:pt x="756" y="3372"/>
                    <a:pt x="1701" y="3372"/>
                  </a:cubicBezTo>
                  <a:cubicBezTo>
                    <a:pt x="2646" y="3372"/>
                    <a:pt x="3371" y="2647"/>
                    <a:pt x="3371" y="1702"/>
                  </a:cubicBezTo>
                  <a:cubicBezTo>
                    <a:pt x="3371" y="725"/>
                    <a:pt x="2646" y="1"/>
                    <a:pt x="17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>
            <a:spLocks noGrp="1"/>
          </p:cNvSpPr>
          <p:nvPr>
            <p:ph type="title"/>
          </p:nvPr>
        </p:nvSpPr>
        <p:spPr>
          <a:xfrm>
            <a:off x="2514574" y="360790"/>
            <a:ext cx="4260625" cy="5562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 commerce in </a:t>
            </a:r>
            <a:br>
              <a:rPr lang="en-GB" dirty="0"/>
            </a:br>
            <a:r>
              <a:rPr lang="en-GB" dirty="0"/>
              <a:t>Professional Practices </a:t>
            </a:r>
            <a:endParaRPr dirty="0"/>
          </a:p>
        </p:txBody>
      </p:sp>
      <p:sp>
        <p:nvSpPr>
          <p:cNvPr id="210" name="Google Shape;210;p18"/>
          <p:cNvSpPr txBox="1"/>
          <p:nvPr/>
        </p:nvSpPr>
        <p:spPr>
          <a:xfrm>
            <a:off x="6325058" y="3389902"/>
            <a:ext cx="21813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Operational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efficiency </a:t>
            </a:r>
            <a:endParaRPr sz="2100" dirty="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6325058" y="3887302"/>
            <a:ext cx="2181193" cy="89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latin typeface="Roboto"/>
                <a:ea typeface="Roboto"/>
                <a:cs typeface="Roboto"/>
                <a:sym typeface="Roboto"/>
              </a:rPr>
              <a:t>Being pro means keeping the customers’ data safe and avoiding scams. It ensures protection of business. 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6325058" y="2214363"/>
            <a:ext cx="21813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Good reputation</a:t>
            </a:r>
            <a:endParaRPr sz="2100" dirty="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6325058" y="2615858"/>
            <a:ext cx="21813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Makes your brand good and attracts customers. Repeates your business, recurring customers.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6272814" y="1536225"/>
            <a:ext cx="2345586" cy="67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latin typeface="Roboto"/>
                <a:ea typeface="Roboto"/>
                <a:cs typeface="Roboto"/>
                <a:sym typeface="Roboto"/>
              </a:rPr>
              <a:t>Giving accurate info, safe payment options and helpful services.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6325058" y="1038825"/>
            <a:ext cx="2120542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Trust and credibility</a:t>
            </a:r>
            <a:endParaRPr sz="2100" dirty="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216" name="Google Shape;216;p18"/>
          <p:cNvGrpSpPr/>
          <p:nvPr/>
        </p:nvGrpSpPr>
        <p:grpSpPr>
          <a:xfrm>
            <a:off x="1491019" y="1334158"/>
            <a:ext cx="4767395" cy="497262"/>
            <a:chOff x="2378325" y="1594350"/>
            <a:chExt cx="4118700" cy="429600"/>
          </a:xfrm>
        </p:grpSpPr>
        <p:grpSp>
          <p:nvGrpSpPr>
            <p:cNvPr id="217" name="Google Shape;217;p18"/>
            <p:cNvGrpSpPr/>
            <p:nvPr/>
          </p:nvGrpSpPr>
          <p:grpSpPr>
            <a:xfrm>
              <a:off x="3954825" y="1649100"/>
              <a:ext cx="2542200" cy="320100"/>
              <a:chOff x="3300950" y="1649100"/>
              <a:chExt cx="2542200" cy="320100"/>
            </a:xfrm>
          </p:grpSpPr>
          <p:sp>
            <p:nvSpPr>
              <p:cNvPr id="218" name="Google Shape;218;p18"/>
              <p:cNvSpPr/>
              <p:nvPr/>
            </p:nvSpPr>
            <p:spPr>
              <a:xfrm>
                <a:off x="3300950" y="1649100"/>
                <a:ext cx="2542200" cy="3201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8"/>
              <p:cNvSpPr/>
              <p:nvPr/>
            </p:nvSpPr>
            <p:spPr>
              <a:xfrm>
                <a:off x="3300950" y="1649100"/>
                <a:ext cx="1310400" cy="3201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0" name="Google Shape;220;p18"/>
            <p:cNvSpPr txBox="1"/>
            <p:nvPr/>
          </p:nvSpPr>
          <p:spPr>
            <a:xfrm>
              <a:off x="3227925" y="1594350"/>
              <a:ext cx="726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50</a:t>
              </a:r>
              <a:r>
                <a:rPr lang="en" sz="1700" dirty="0">
                  <a:solidFill>
                    <a:schemeClr val="accent1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700" dirty="0">
                <a:solidFill>
                  <a:schemeClr val="accent1"/>
                </a:solidFill>
                <a:latin typeface="Fira Sans Extra Condensed Light"/>
                <a:ea typeface="Fira Sans Extra Condensed Light"/>
                <a:cs typeface="Fira Sans Extra Condensed Light"/>
                <a:sym typeface="Fira Sans Extra Condensed Light"/>
              </a:endParaRPr>
            </a:p>
          </p:txBody>
        </p:sp>
        <p:cxnSp>
          <p:nvCxnSpPr>
            <p:cNvPr id="221" name="Google Shape;221;p18"/>
            <p:cNvCxnSpPr>
              <a:cxnSpLocks/>
              <a:stCxn id="220" idx="1"/>
            </p:cNvCxnSpPr>
            <p:nvPr/>
          </p:nvCxnSpPr>
          <p:spPr>
            <a:xfrm rot="10800000">
              <a:off x="2378325" y="1809150"/>
              <a:ext cx="849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222" name="Google Shape;222;p18"/>
          <p:cNvGrpSpPr/>
          <p:nvPr/>
        </p:nvGrpSpPr>
        <p:grpSpPr>
          <a:xfrm>
            <a:off x="1491019" y="2509454"/>
            <a:ext cx="4767395" cy="497262"/>
            <a:chOff x="2378325" y="2609888"/>
            <a:chExt cx="4118700" cy="429600"/>
          </a:xfrm>
        </p:grpSpPr>
        <p:grpSp>
          <p:nvGrpSpPr>
            <p:cNvPr id="223" name="Google Shape;223;p18"/>
            <p:cNvGrpSpPr/>
            <p:nvPr/>
          </p:nvGrpSpPr>
          <p:grpSpPr>
            <a:xfrm>
              <a:off x="3954825" y="2664644"/>
              <a:ext cx="2542200" cy="320106"/>
              <a:chOff x="3300950" y="2664644"/>
              <a:chExt cx="2542200" cy="320106"/>
            </a:xfrm>
          </p:grpSpPr>
          <p:sp>
            <p:nvSpPr>
              <p:cNvPr id="224" name="Google Shape;224;p18"/>
              <p:cNvSpPr/>
              <p:nvPr/>
            </p:nvSpPr>
            <p:spPr>
              <a:xfrm>
                <a:off x="3300950" y="2664644"/>
                <a:ext cx="2542200" cy="3201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8"/>
              <p:cNvSpPr/>
              <p:nvPr/>
            </p:nvSpPr>
            <p:spPr>
              <a:xfrm>
                <a:off x="3300950" y="2664650"/>
                <a:ext cx="1778400" cy="3201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6" name="Google Shape;226;p18"/>
            <p:cNvSpPr txBox="1"/>
            <p:nvPr/>
          </p:nvSpPr>
          <p:spPr>
            <a:xfrm>
              <a:off x="3227925" y="2609888"/>
              <a:ext cx="726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60</a:t>
              </a:r>
              <a:r>
                <a:rPr lang="en" sz="1700">
                  <a:solidFill>
                    <a:schemeClr val="accent2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700">
                <a:solidFill>
                  <a:schemeClr val="accent2"/>
                </a:solidFill>
                <a:latin typeface="Fira Sans Extra Condensed Light"/>
                <a:ea typeface="Fira Sans Extra Condensed Light"/>
                <a:cs typeface="Fira Sans Extra Condensed Light"/>
                <a:sym typeface="Fira Sans Extra Condensed Light"/>
              </a:endParaRPr>
            </a:p>
          </p:txBody>
        </p:sp>
        <p:cxnSp>
          <p:nvCxnSpPr>
            <p:cNvPr id="227" name="Google Shape;227;p18"/>
            <p:cNvCxnSpPr/>
            <p:nvPr/>
          </p:nvCxnSpPr>
          <p:spPr>
            <a:xfrm rot="10800000">
              <a:off x="2378325" y="2824700"/>
              <a:ext cx="849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228" name="Google Shape;228;p18"/>
          <p:cNvGrpSpPr/>
          <p:nvPr/>
        </p:nvGrpSpPr>
        <p:grpSpPr>
          <a:xfrm>
            <a:off x="1491019" y="3684751"/>
            <a:ext cx="4767395" cy="497262"/>
            <a:chOff x="2378325" y="3625438"/>
            <a:chExt cx="4118700" cy="429600"/>
          </a:xfrm>
        </p:grpSpPr>
        <p:grpSp>
          <p:nvGrpSpPr>
            <p:cNvPr id="229" name="Google Shape;229;p18"/>
            <p:cNvGrpSpPr/>
            <p:nvPr/>
          </p:nvGrpSpPr>
          <p:grpSpPr>
            <a:xfrm>
              <a:off x="3954825" y="3680175"/>
              <a:ext cx="2542200" cy="320112"/>
              <a:chOff x="3300950" y="3680175"/>
              <a:chExt cx="2542200" cy="320112"/>
            </a:xfrm>
          </p:grpSpPr>
          <p:sp>
            <p:nvSpPr>
              <p:cNvPr id="230" name="Google Shape;230;p18"/>
              <p:cNvSpPr/>
              <p:nvPr/>
            </p:nvSpPr>
            <p:spPr>
              <a:xfrm>
                <a:off x="3300950" y="3680187"/>
                <a:ext cx="2542200" cy="3201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8"/>
              <p:cNvSpPr/>
              <p:nvPr/>
            </p:nvSpPr>
            <p:spPr>
              <a:xfrm>
                <a:off x="3300950" y="3680175"/>
                <a:ext cx="2236800" cy="3201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2" name="Google Shape;232;p18"/>
            <p:cNvSpPr txBox="1"/>
            <p:nvPr/>
          </p:nvSpPr>
          <p:spPr>
            <a:xfrm>
              <a:off x="3227925" y="3625438"/>
              <a:ext cx="726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80</a:t>
              </a:r>
              <a:r>
                <a:rPr lang="en" sz="1700" dirty="0">
                  <a:solidFill>
                    <a:schemeClr val="accent3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700" dirty="0">
                <a:solidFill>
                  <a:schemeClr val="accent3"/>
                </a:solidFill>
                <a:latin typeface="Fira Sans Extra Condensed Light"/>
                <a:ea typeface="Fira Sans Extra Condensed Light"/>
                <a:cs typeface="Fira Sans Extra Condensed Light"/>
                <a:sym typeface="Fira Sans Extra Condensed Light"/>
              </a:endParaRPr>
            </a:p>
          </p:txBody>
        </p:sp>
        <p:cxnSp>
          <p:nvCxnSpPr>
            <p:cNvPr id="233" name="Google Shape;233;p18"/>
            <p:cNvCxnSpPr/>
            <p:nvPr/>
          </p:nvCxnSpPr>
          <p:spPr>
            <a:xfrm rot="10800000">
              <a:off x="2378325" y="3840225"/>
              <a:ext cx="849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234" name="Google Shape;234;p18"/>
          <p:cNvGrpSpPr/>
          <p:nvPr/>
        </p:nvGrpSpPr>
        <p:grpSpPr>
          <a:xfrm>
            <a:off x="638522" y="1228404"/>
            <a:ext cx="709162" cy="709216"/>
            <a:chOff x="1683433" y="1604940"/>
            <a:chExt cx="465665" cy="466682"/>
          </a:xfrm>
        </p:grpSpPr>
        <p:sp>
          <p:nvSpPr>
            <p:cNvPr id="235" name="Google Shape;235;p18"/>
            <p:cNvSpPr/>
            <p:nvPr/>
          </p:nvSpPr>
          <p:spPr>
            <a:xfrm>
              <a:off x="1683433" y="1604940"/>
              <a:ext cx="465665" cy="466682"/>
            </a:xfrm>
            <a:custGeom>
              <a:avLst/>
              <a:gdLst/>
              <a:ahLst/>
              <a:cxnLst/>
              <a:rect l="l" t="t" r="r" b="b"/>
              <a:pathLst>
                <a:path w="15578" h="15612" extrusionOk="0">
                  <a:moveTo>
                    <a:pt x="7806" y="0"/>
                  </a:moveTo>
                  <a:cubicBezTo>
                    <a:pt x="3503" y="0"/>
                    <a:pt x="0" y="3503"/>
                    <a:pt x="0" y="7806"/>
                  </a:cubicBezTo>
                  <a:cubicBezTo>
                    <a:pt x="0" y="12109"/>
                    <a:pt x="3503" y="15611"/>
                    <a:pt x="7806" y="15611"/>
                  </a:cubicBezTo>
                  <a:cubicBezTo>
                    <a:pt x="12109" y="15611"/>
                    <a:pt x="15578" y="12109"/>
                    <a:pt x="15578" y="7806"/>
                  </a:cubicBezTo>
                  <a:cubicBezTo>
                    <a:pt x="15578" y="3503"/>
                    <a:pt x="12109" y="0"/>
                    <a:pt x="78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1805069" y="1697879"/>
              <a:ext cx="228080" cy="282006"/>
            </a:xfrm>
            <a:custGeom>
              <a:avLst/>
              <a:gdLst/>
              <a:ahLst/>
              <a:cxnLst/>
              <a:rect l="l" t="t" r="r" b="b"/>
              <a:pathLst>
                <a:path w="7630" h="9434" extrusionOk="0">
                  <a:moveTo>
                    <a:pt x="3765" y="0"/>
                  </a:moveTo>
                  <a:cubicBezTo>
                    <a:pt x="3591" y="0"/>
                    <a:pt x="3414" y="9"/>
                    <a:pt x="3236" y="27"/>
                  </a:cubicBezTo>
                  <a:cubicBezTo>
                    <a:pt x="1669" y="227"/>
                    <a:pt x="134" y="1495"/>
                    <a:pt x="67" y="3296"/>
                  </a:cubicBezTo>
                  <a:cubicBezTo>
                    <a:pt x="1" y="4397"/>
                    <a:pt x="334" y="5231"/>
                    <a:pt x="1368" y="5464"/>
                  </a:cubicBezTo>
                  <a:cubicBezTo>
                    <a:pt x="1835" y="4663"/>
                    <a:pt x="1235" y="4463"/>
                    <a:pt x="1135" y="3896"/>
                  </a:cubicBezTo>
                  <a:cubicBezTo>
                    <a:pt x="873" y="2181"/>
                    <a:pt x="2397" y="875"/>
                    <a:pt x="3884" y="875"/>
                  </a:cubicBezTo>
                  <a:cubicBezTo>
                    <a:pt x="4480" y="875"/>
                    <a:pt x="5071" y="1084"/>
                    <a:pt x="5538" y="1561"/>
                  </a:cubicBezTo>
                  <a:cubicBezTo>
                    <a:pt x="6617" y="2640"/>
                    <a:pt x="6005" y="5924"/>
                    <a:pt x="4363" y="5924"/>
                  </a:cubicBezTo>
                  <a:cubicBezTo>
                    <a:pt x="4279" y="5924"/>
                    <a:pt x="4193" y="5915"/>
                    <a:pt x="4104" y="5898"/>
                  </a:cubicBezTo>
                  <a:cubicBezTo>
                    <a:pt x="2336" y="5531"/>
                    <a:pt x="4938" y="2695"/>
                    <a:pt x="3537" y="2162"/>
                  </a:cubicBezTo>
                  <a:cubicBezTo>
                    <a:pt x="3412" y="2110"/>
                    <a:pt x="3294" y="2087"/>
                    <a:pt x="3183" y="2087"/>
                  </a:cubicBezTo>
                  <a:cubicBezTo>
                    <a:pt x="2284" y="2087"/>
                    <a:pt x="1861" y="3628"/>
                    <a:pt x="2336" y="4430"/>
                  </a:cubicBezTo>
                  <a:cubicBezTo>
                    <a:pt x="2036" y="5998"/>
                    <a:pt x="1335" y="7465"/>
                    <a:pt x="1635" y="9434"/>
                  </a:cubicBezTo>
                  <a:cubicBezTo>
                    <a:pt x="2536" y="8800"/>
                    <a:pt x="2836" y="7532"/>
                    <a:pt x="3070" y="6231"/>
                  </a:cubicBezTo>
                  <a:cubicBezTo>
                    <a:pt x="3537" y="6498"/>
                    <a:pt x="3770" y="6798"/>
                    <a:pt x="4337" y="6832"/>
                  </a:cubicBezTo>
                  <a:cubicBezTo>
                    <a:pt x="4412" y="6838"/>
                    <a:pt x="4485" y="6840"/>
                    <a:pt x="4557" y="6840"/>
                  </a:cubicBezTo>
                  <a:cubicBezTo>
                    <a:pt x="6552" y="6840"/>
                    <a:pt x="7629" y="4657"/>
                    <a:pt x="7339" y="2629"/>
                  </a:cubicBezTo>
                  <a:cubicBezTo>
                    <a:pt x="7096" y="927"/>
                    <a:pt x="5552" y="0"/>
                    <a:pt x="37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" name="Google Shape;237;p18"/>
          <p:cNvGrpSpPr/>
          <p:nvPr/>
        </p:nvGrpSpPr>
        <p:grpSpPr>
          <a:xfrm>
            <a:off x="637749" y="3518786"/>
            <a:ext cx="709859" cy="709859"/>
            <a:chOff x="971625" y="3746191"/>
            <a:chExt cx="501596" cy="501596"/>
          </a:xfrm>
        </p:grpSpPr>
        <p:sp>
          <p:nvSpPr>
            <p:cNvPr id="238" name="Google Shape;238;p18"/>
            <p:cNvSpPr/>
            <p:nvPr/>
          </p:nvSpPr>
          <p:spPr>
            <a:xfrm>
              <a:off x="971625" y="3746191"/>
              <a:ext cx="501596" cy="501596"/>
            </a:xfrm>
            <a:custGeom>
              <a:avLst/>
              <a:gdLst/>
              <a:ahLst/>
              <a:cxnLst/>
              <a:rect l="l" t="t" r="r" b="b"/>
              <a:pathLst>
                <a:path w="16780" h="16780" extrusionOk="0">
                  <a:moveTo>
                    <a:pt x="8406" y="0"/>
                  </a:moveTo>
                  <a:cubicBezTo>
                    <a:pt x="3770" y="0"/>
                    <a:pt x="0" y="3770"/>
                    <a:pt x="0" y="8406"/>
                  </a:cubicBezTo>
                  <a:cubicBezTo>
                    <a:pt x="0" y="13010"/>
                    <a:pt x="3770" y="16779"/>
                    <a:pt x="8406" y="16779"/>
                  </a:cubicBezTo>
                  <a:cubicBezTo>
                    <a:pt x="13043" y="16779"/>
                    <a:pt x="16779" y="13010"/>
                    <a:pt x="16779" y="8406"/>
                  </a:cubicBezTo>
                  <a:cubicBezTo>
                    <a:pt x="16779" y="3770"/>
                    <a:pt x="13043" y="0"/>
                    <a:pt x="84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1094278" y="3867828"/>
              <a:ext cx="257285" cy="258301"/>
            </a:xfrm>
            <a:custGeom>
              <a:avLst/>
              <a:gdLst/>
              <a:ahLst/>
              <a:cxnLst/>
              <a:rect l="l" t="t" r="r" b="b"/>
              <a:pathLst>
                <a:path w="8607" h="8641" extrusionOk="0">
                  <a:moveTo>
                    <a:pt x="7506" y="935"/>
                  </a:moveTo>
                  <a:cubicBezTo>
                    <a:pt x="7639" y="935"/>
                    <a:pt x="7673" y="1002"/>
                    <a:pt x="7673" y="1102"/>
                  </a:cubicBezTo>
                  <a:lnTo>
                    <a:pt x="7673" y="1969"/>
                  </a:lnTo>
                  <a:cubicBezTo>
                    <a:pt x="7673" y="2102"/>
                    <a:pt x="7639" y="2169"/>
                    <a:pt x="7506" y="2169"/>
                  </a:cubicBezTo>
                  <a:lnTo>
                    <a:pt x="6638" y="2169"/>
                  </a:lnTo>
                  <a:cubicBezTo>
                    <a:pt x="6505" y="2169"/>
                    <a:pt x="6438" y="2102"/>
                    <a:pt x="6438" y="1969"/>
                  </a:cubicBezTo>
                  <a:lnTo>
                    <a:pt x="6438" y="1102"/>
                  </a:lnTo>
                  <a:cubicBezTo>
                    <a:pt x="6438" y="1002"/>
                    <a:pt x="6505" y="935"/>
                    <a:pt x="6638" y="935"/>
                  </a:cubicBezTo>
                  <a:close/>
                  <a:moveTo>
                    <a:pt x="4303" y="2603"/>
                  </a:moveTo>
                  <a:cubicBezTo>
                    <a:pt x="5237" y="2603"/>
                    <a:pt x="6005" y="3370"/>
                    <a:pt x="6005" y="4337"/>
                  </a:cubicBezTo>
                  <a:cubicBezTo>
                    <a:pt x="6005" y="5271"/>
                    <a:pt x="5237" y="6039"/>
                    <a:pt x="4303" y="6039"/>
                  </a:cubicBezTo>
                  <a:cubicBezTo>
                    <a:pt x="3336" y="6039"/>
                    <a:pt x="2569" y="5271"/>
                    <a:pt x="2569" y="4337"/>
                  </a:cubicBezTo>
                  <a:cubicBezTo>
                    <a:pt x="2569" y="3370"/>
                    <a:pt x="3336" y="2603"/>
                    <a:pt x="4303" y="2603"/>
                  </a:cubicBezTo>
                  <a:close/>
                  <a:moveTo>
                    <a:pt x="7673" y="3870"/>
                  </a:moveTo>
                  <a:lnTo>
                    <a:pt x="7673" y="7540"/>
                  </a:lnTo>
                  <a:cubicBezTo>
                    <a:pt x="7673" y="7673"/>
                    <a:pt x="7639" y="7706"/>
                    <a:pt x="7506" y="7706"/>
                  </a:cubicBezTo>
                  <a:lnTo>
                    <a:pt x="1068" y="7706"/>
                  </a:lnTo>
                  <a:cubicBezTo>
                    <a:pt x="968" y="7706"/>
                    <a:pt x="901" y="7673"/>
                    <a:pt x="901" y="7540"/>
                  </a:cubicBezTo>
                  <a:lnTo>
                    <a:pt x="901" y="3870"/>
                  </a:lnTo>
                  <a:lnTo>
                    <a:pt x="1768" y="3870"/>
                  </a:lnTo>
                  <a:cubicBezTo>
                    <a:pt x="1735" y="4004"/>
                    <a:pt x="1735" y="4171"/>
                    <a:pt x="1735" y="4304"/>
                  </a:cubicBezTo>
                  <a:cubicBezTo>
                    <a:pt x="1735" y="5705"/>
                    <a:pt x="2869" y="6873"/>
                    <a:pt x="4303" y="6873"/>
                  </a:cubicBezTo>
                  <a:cubicBezTo>
                    <a:pt x="5704" y="6873"/>
                    <a:pt x="6872" y="5705"/>
                    <a:pt x="6872" y="4304"/>
                  </a:cubicBezTo>
                  <a:cubicBezTo>
                    <a:pt x="6872" y="4171"/>
                    <a:pt x="6872" y="4004"/>
                    <a:pt x="6805" y="3870"/>
                  </a:cubicBezTo>
                  <a:close/>
                  <a:moveTo>
                    <a:pt x="868" y="1"/>
                  </a:moveTo>
                  <a:cubicBezTo>
                    <a:pt x="401" y="1"/>
                    <a:pt x="0" y="435"/>
                    <a:pt x="0" y="902"/>
                  </a:cubicBezTo>
                  <a:lnTo>
                    <a:pt x="0" y="7740"/>
                  </a:lnTo>
                  <a:cubicBezTo>
                    <a:pt x="0" y="8207"/>
                    <a:pt x="401" y="8640"/>
                    <a:pt x="868" y="8640"/>
                  </a:cubicBezTo>
                  <a:lnTo>
                    <a:pt x="7706" y="8640"/>
                  </a:lnTo>
                  <a:cubicBezTo>
                    <a:pt x="8173" y="8640"/>
                    <a:pt x="8607" y="8207"/>
                    <a:pt x="8607" y="7740"/>
                  </a:cubicBezTo>
                  <a:lnTo>
                    <a:pt x="8607" y="902"/>
                  </a:lnTo>
                  <a:cubicBezTo>
                    <a:pt x="8607" y="435"/>
                    <a:pt x="8173" y="1"/>
                    <a:pt x="77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0" name="Google Shape;240;p18"/>
          <p:cNvGrpSpPr/>
          <p:nvPr/>
        </p:nvGrpSpPr>
        <p:grpSpPr>
          <a:xfrm>
            <a:off x="637642" y="2403166"/>
            <a:ext cx="709865" cy="709831"/>
            <a:chOff x="1609615" y="2547025"/>
            <a:chExt cx="613275" cy="613245"/>
          </a:xfrm>
        </p:grpSpPr>
        <p:sp>
          <p:nvSpPr>
            <p:cNvPr id="241" name="Google Shape;241;p18"/>
            <p:cNvSpPr/>
            <p:nvPr/>
          </p:nvSpPr>
          <p:spPr>
            <a:xfrm>
              <a:off x="1609615" y="2547025"/>
              <a:ext cx="613275" cy="613245"/>
            </a:xfrm>
            <a:custGeom>
              <a:avLst/>
              <a:gdLst/>
              <a:ahLst/>
              <a:cxnLst/>
              <a:rect l="l" t="t" r="r" b="b"/>
              <a:pathLst>
                <a:path w="20516" h="20515" extrusionOk="0">
                  <a:moveTo>
                    <a:pt x="10275" y="0"/>
                  </a:moveTo>
                  <a:cubicBezTo>
                    <a:pt x="4604" y="0"/>
                    <a:pt x="1" y="4570"/>
                    <a:pt x="1" y="10241"/>
                  </a:cubicBezTo>
                  <a:cubicBezTo>
                    <a:pt x="1" y="15912"/>
                    <a:pt x="4604" y="20515"/>
                    <a:pt x="10275" y="20515"/>
                  </a:cubicBezTo>
                  <a:cubicBezTo>
                    <a:pt x="15946" y="20515"/>
                    <a:pt x="20515" y="15912"/>
                    <a:pt x="20515" y="10241"/>
                  </a:cubicBezTo>
                  <a:cubicBezTo>
                    <a:pt x="20515" y="4570"/>
                    <a:pt x="15946" y="0"/>
                    <a:pt x="10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8"/>
            <p:cNvSpPr/>
            <p:nvPr/>
          </p:nvSpPr>
          <p:spPr>
            <a:xfrm>
              <a:off x="1831005" y="2673654"/>
              <a:ext cx="169520" cy="364987"/>
            </a:xfrm>
            <a:custGeom>
              <a:avLst/>
              <a:gdLst/>
              <a:ahLst/>
              <a:cxnLst/>
              <a:rect l="l" t="t" r="r" b="b"/>
              <a:pathLst>
                <a:path w="5671" h="12210" extrusionOk="0">
                  <a:moveTo>
                    <a:pt x="3769" y="1"/>
                  </a:moveTo>
                  <a:cubicBezTo>
                    <a:pt x="1668" y="1"/>
                    <a:pt x="1201" y="1568"/>
                    <a:pt x="1201" y="2569"/>
                  </a:cubicBezTo>
                  <a:lnTo>
                    <a:pt x="1201" y="3970"/>
                  </a:lnTo>
                  <a:lnTo>
                    <a:pt x="0" y="3970"/>
                  </a:lnTo>
                  <a:lnTo>
                    <a:pt x="0" y="6105"/>
                  </a:lnTo>
                  <a:lnTo>
                    <a:pt x="1201" y="6105"/>
                  </a:lnTo>
                  <a:lnTo>
                    <a:pt x="1201" y="12209"/>
                  </a:lnTo>
                  <a:lnTo>
                    <a:pt x="3736" y="12209"/>
                  </a:lnTo>
                  <a:lnTo>
                    <a:pt x="3736" y="6105"/>
                  </a:lnTo>
                  <a:lnTo>
                    <a:pt x="5471" y="6105"/>
                  </a:lnTo>
                  <a:lnTo>
                    <a:pt x="5671" y="3970"/>
                  </a:lnTo>
                  <a:lnTo>
                    <a:pt x="3736" y="3970"/>
                  </a:lnTo>
                  <a:lnTo>
                    <a:pt x="3736" y="2703"/>
                  </a:lnTo>
                  <a:cubicBezTo>
                    <a:pt x="3736" y="2202"/>
                    <a:pt x="4070" y="2102"/>
                    <a:pt x="4270" y="2102"/>
                  </a:cubicBezTo>
                  <a:lnTo>
                    <a:pt x="5637" y="2102"/>
                  </a:lnTo>
                  <a:lnTo>
                    <a:pt x="56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"/>
          <p:cNvSpPr txBox="1">
            <a:spLocks noGrp="1"/>
          </p:cNvSpPr>
          <p:nvPr>
            <p:ph type="title"/>
          </p:nvPr>
        </p:nvSpPr>
        <p:spPr>
          <a:xfrm>
            <a:off x="2514575" y="409575"/>
            <a:ext cx="4114800" cy="32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5">
                    <a:lumMod val="75000"/>
                  </a:schemeClr>
                </a:solidFill>
                <a:latin typeface="Elephant" panose="02020904090505020303" pitchFamily="18" charset="0"/>
              </a:rPr>
              <a:t>Types of E commerce</a:t>
            </a:r>
            <a:endParaRPr dirty="0">
              <a:solidFill>
                <a:schemeClr val="accent5">
                  <a:lumMod val="75000"/>
                </a:schemeClr>
              </a:solidFill>
              <a:latin typeface="Elephant" panose="02020904090505020303" pitchFamily="18" charset="0"/>
            </a:endParaRPr>
          </a:p>
        </p:txBody>
      </p:sp>
      <p:grpSp>
        <p:nvGrpSpPr>
          <p:cNvPr id="248" name="Google Shape;248;p19"/>
          <p:cNvGrpSpPr/>
          <p:nvPr/>
        </p:nvGrpSpPr>
        <p:grpSpPr>
          <a:xfrm>
            <a:off x="3240558" y="1664581"/>
            <a:ext cx="2700525" cy="2663163"/>
            <a:chOff x="3504625" y="1743425"/>
            <a:chExt cx="2164750" cy="2134800"/>
          </a:xfrm>
        </p:grpSpPr>
        <p:sp>
          <p:nvSpPr>
            <p:cNvPr id="249" name="Google Shape;249;p19"/>
            <p:cNvSpPr/>
            <p:nvPr/>
          </p:nvSpPr>
          <p:spPr>
            <a:xfrm>
              <a:off x="3504625" y="1743425"/>
              <a:ext cx="2134800" cy="2134800"/>
            </a:xfrm>
            <a:prstGeom prst="pie">
              <a:avLst>
                <a:gd name="adj1" fmla="val 19001718"/>
                <a:gd name="adj2" fmla="val 2901665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9"/>
            <p:cNvSpPr txBox="1"/>
            <p:nvPr/>
          </p:nvSpPr>
          <p:spPr>
            <a:xfrm>
              <a:off x="4788575" y="2550300"/>
              <a:ext cx="880800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10%</a:t>
              </a:r>
              <a:endParaRPr sz="24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51" name="Google Shape;251;p19"/>
          <p:cNvGrpSpPr/>
          <p:nvPr/>
        </p:nvGrpSpPr>
        <p:grpSpPr>
          <a:xfrm>
            <a:off x="2936698" y="1360721"/>
            <a:ext cx="3270945" cy="3270945"/>
            <a:chOff x="3261050" y="1499850"/>
            <a:chExt cx="2622000" cy="2622000"/>
          </a:xfrm>
        </p:grpSpPr>
        <p:sp>
          <p:nvSpPr>
            <p:cNvPr id="252" name="Google Shape;252;p19"/>
            <p:cNvSpPr/>
            <p:nvPr/>
          </p:nvSpPr>
          <p:spPr>
            <a:xfrm>
              <a:off x="3261050" y="1499850"/>
              <a:ext cx="2622000" cy="2622000"/>
            </a:xfrm>
            <a:prstGeom prst="pie">
              <a:avLst>
                <a:gd name="adj1" fmla="val 2863663"/>
                <a:gd name="adj2" fmla="val 8037408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9"/>
            <p:cNvSpPr txBox="1"/>
            <p:nvPr/>
          </p:nvSpPr>
          <p:spPr>
            <a:xfrm>
              <a:off x="4131500" y="3357425"/>
              <a:ext cx="880800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15%</a:t>
              </a:r>
              <a:endParaRPr sz="24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54" name="Google Shape;254;p19"/>
          <p:cNvGrpSpPr/>
          <p:nvPr/>
        </p:nvGrpSpPr>
        <p:grpSpPr>
          <a:xfrm>
            <a:off x="2765678" y="1189701"/>
            <a:ext cx="3612635" cy="3612635"/>
            <a:chOff x="3123960" y="1362760"/>
            <a:chExt cx="2895900" cy="2895900"/>
          </a:xfrm>
        </p:grpSpPr>
        <p:sp>
          <p:nvSpPr>
            <p:cNvPr id="255" name="Google Shape;255;p19"/>
            <p:cNvSpPr/>
            <p:nvPr/>
          </p:nvSpPr>
          <p:spPr>
            <a:xfrm>
              <a:off x="3123960" y="1362760"/>
              <a:ext cx="2895900" cy="2895900"/>
            </a:xfrm>
            <a:prstGeom prst="pie">
              <a:avLst>
                <a:gd name="adj1" fmla="val 7942849"/>
                <a:gd name="adj2" fmla="val 1350011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9"/>
            <p:cNvSpPr txBox="1"/>
            <p:nvPr/>
          </p:nvSpPr>
          <p:spPr>
            <a:xfrm>
              <a:off x="3261050" y="2550300"/>
              <a:ext cx="880800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35%</a:t>
              </a:r>
              <a:endParaRPr sz="24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57" name="Google Shape;257;p19"/>
          <p:cNvGrpSpPr/>
          <p:nvPr/>
        </p:nvGrpSpPr>
        <p:grpSpPr>
          <a:xfrm>
            <a:off x="2472083" y="1064409"/>
            <a:ext cx="4199834" cy="4031421"/>
            <a:chOff x="2888613" y="1262326"/>
            <a:chExt cx="3366600" cy="3231600"/>
          </a:xfrm>
        </p:grpSpPr>
        <p:sp>
          <p:nvSpPr>
            <p:cNvPr id="258" name="Google Shape;258;p19"/>
            <p:cNvSpPr/>
            <p:nvPr/>
          </p:nvSpPr>
          <p:spPr>
            <a:xfrm>
              <a:off x="2888613" y="1262326"/>
              <a:ext cx="3366600" cy="3231600"/>
            </a:xfrm>
            <a:prstGeom prst="pie">
              <a:avLst>
                <a:gd name="adj1" fmla="val 13421822"/>
                <a:gd name="adj2" fmla="val 1906799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9"/>
            <p:cNvSpPr txBox="1"/>
            <p:nvPr/>
          </p:nvSpPr>
          <p:spPr>
            <a:xfrm>
              <a:off x="4131500" y="1510025"/>
              <a:ext cx="880800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50%</a:t>
              </a:r>
              <a:endParaRPr sz="24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260" name="Google Shape;260;p19"/>
          <p:cNvSpPr/>
          <p:nvPr/>
        </p:nvSpPr>
        <p:spPr>
          <a:xfrm>
            <a:off x="4183449" y="2607472"/>
            <a:ext cx="776943" cy="77694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1" name="Google Shape;261;p19"/>
          <p:cNvGrpSpPr/>
          <p:nvPr/>
        </p:nvGrpSpPr>
        <p:grpSpPr>
          <a:xfrm>
            <a:off x="457875" y="2916001"/>
            <a:ext cx="2370202" cy="1713150"/>
            <a:chOff x="457875" y="3639725"/>
            <a:chExt cx="2228100" cy="989425"/>
          </a:xfrm>
        </p:grpSpPr>
        <p:sp>
          <p:nvSpPr>
            <p:cNvPr id="262" name="Google Shape;262;p19"/>
            <p:cNvSpPr txBox="1"/>
            <p:nvPr/>
          </p:nvSpPr>
          <p:spPr>
            <a:xfrm>
              <a:off x="457875" y="3996450"/>
              <a:ext cx="2228100" cy="63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Arial Narrow" panose="020B0606020202030204" pitchFamily="34" charset="0"/>
                  <a:ea typeface="Roboto"/>
                  <a:cs typeface="Roboto"/>
                  <a:sym typeface="Roboto"/>
                </a:rPr>
                <a:t>W</a:t>
              </a:r>
              <a:r>
                <a:rPr lang="en" dirty="0">
                  <a:solidFill>
                    <a:schemeClr val="dk1"/>
                  </a:solidFill>
                  <a:latin typeface="Arial Narrow" panose="020B0606020202030204" pitchFamily="34" charset="0"/>
                  <a:ea typeface="Roboto"/>
                  <a:cs typeface="Roboto"/>
                  <a:sym typeface="Roboto"/>
                </a:rPr>
                <a:t>hen business sell their products and services to other business. </a:t>
              </a:r>
              <a:endParaRPr dirty="0">
                <a:latin typeface="Arial Narrow" panose="020B0606020202030204" pitchFamily="3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3" name="Google Shape;263;p19"/>
            <p:cNvSpPr txBox="1"/>
            <p:nvPr/>
          </p:nvSpPr>
          <p:spPr>
            <a:xfrm>
              <a:off x="457875" y="3639725"/>
              <a:ext cx="12756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dirty="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</a:t>
              </a:r>
              <a:r>
                <a:rPr lang="en" sz="2100" dirty="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usiness to business</a:t>
              </a:r>
              <a:endParaRPr sz="21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64" name="Google Shape;264;p19"/>
          <p:cNvGrpSpPr/>
          <p:nvPr/>
        </p:nvGrpSpPr>
        <p:grpSpPr>
          <a:xfrm>
            <a:off x="411886" y="1049275"/>
            <a:ext cx="2274089" cy="1621882"/>
            <a:chOff x="411886" y="1049275"/>
            <a:chExt cx="2274089" cy="1004550"/>
          </a:xfrm>
        </p:grpSpPr>
        <p:sp>
          <p:nvSpPr>
            <p:cNvPr id="265" name="Google Shape;265;p19"/>
            <p:cNvSpPr txBox="1"/>
            <p:nvPr/>
          </p:nvSpPr>
          <p:spPr>
            <a:xfrm>
              <a:off x="457875" y="1421125"/>
              <a:ext cx="2228100" cy="63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dirty="0">
                  <a:solidFill>
                    <a:schemeClr val="dk1"/>
                  </a:solidFill>
                  <a:latin typeface="Arial Narrow" panose="020B0606020202030204" pitchFamily="34" charset="0"/>
                  <a:ea typeface="PMingLiU-ExtB" panose="02020500000000000000" pitchFamily="18" charset="-120"/>
                  <a:cs typeface="Roboto"/>
                  <a:sym typeface="Roboto"/>
                </a:rPr>
                <a:t>T</a:t>
              </a:r>
              <a:r>
                <a:rPr lang="en" dirty="0">
                  <a:solidFill>
                    <a:schemeClr val="dk1"/>
                  </a:solidFill>
                  <a:latin typeface="Arial Narrow" panose="020B0606020202030204" pitchFamily="34" charset="0"/>
                  <a:ea typeface="PMingLiU-ExtB" panose="02020500000000000000" pitchFamily="18" charset="-120"/>
                  <a:cs typeface="Roboto"/>
                  <a:sym typeface="Roboto"/>
                </a:rPr>
                <a:t>his in when business sell directly to individual customers</a:t>
              </a:r>
              <a:r>
                <a:rPr lang="en" dirty="0">
                  <a:solidFill>
                    <a:schemeClr val="dk1"/>
                  </a:solidFill>
                  <a:latin typeface="Arial Narrow" panose="020B0606020202030204" pitchFamily="34" charset="0"/>
                  <a:ea typeface="Roboto"/>
                  <a:cs typeface="Roboto"/>
                  <a:sym typeface="Roboto"/>
                </a:rPr>
                <a:t>.</a:t>
              </a:r>
              <a:endParaRPr dirty="0">
                <a:latin typeface="Arial Narrow" panose="020B0606020202030204" pitchFamily="3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6" name="Google Shape;266;p19"/>
            <p:cNvSpPr txBox="1"/>
            <p:nvPr/>
          </p:nvSpPr>
          <p:spPr>
            <a:xfrm>
              <a:off x="411886" y="1049275"/>
              <a:ext cx="12756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Business to Consumer </a:t>
              </a:r>
              <a:endParaRPr sz="21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67" name="Google Shape;267;p19"/>
          <p:cNvGrpSpPr/>
          <p:nvPr/>
        </p:nvGrpSpPr>
        <p:grpSpPr>
          <a:xfrm>
            <a:off x="6296508" y="2988000"/>
            <a:ext cx="2389618" cy="1641175"/>
            <a:chOff x="6457950" y="3639700"/>
            <a:chExt cx="2228175" cy="989475"/>
          </a:xfrm>
        </p:grpSpPr>
        <p:sp>
          <p:nvSpPr>
            <p:cNvPr id="268" name="Google Shape;268;p19"/>
            <p:cNvSpPr txBox="1"/>
            <p:nvPr/>
          </p:nvSpPr>
          <p:spPr>
            <a:xfrm>
              <a:off x="6457950" y="3996475"/>
              <a:ext cx="2228100" cy="63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>
                  <a:latin typeface="Arial Narrow" panose="020B0606020202030204" pitchFamily="34" charset="0"/>
                  <a:ea typeface="Roboto"/>
                  <a:cs typeface="Roboto"/>
                  <a:sym typeface="Roboto"/>
                </a:rPr>
                <a:t>When govt agencies provide services or info to citizens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 err="1">
                  <a:latin typeface="Arial Narrow" panose="020B0606020202030204" pitchFamily="34" charset="0"/>
                  <a:ea typeface="Roboto"/>
                  <a:cs typeface="Roboto"/>
                  <a:sym typeface="Roboto"/>
                </a:rPr>
                <a:t>Eg</a:t>
              </a:r>
              <a:r>
                <a:rPr lang="en-GB" dirty="0">
                  <a:latin typeface="Arial Narrow" panose="020B0606020202030204" pitchFamily="34" charset="0"/>
                  <a:ea typeface="Roboto"/>
                  <a:cs typeface="Roboto"/>
                  <a:sym typeface="Roboto"/>
                </a:rPr>
                <a:t> is when you renew your driver license online</a:t>
              </a:r>
              <a:r>
                <a:rPr lang="en-GB" dirty="0"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9" name="Google Shape;269;p19"/>
            <p:cNvSpPr txBox="1"/>
            <p:nvPr/>
          </p:nvSpPr>
          <p:spPr>
            <a:xfrm>
              <a:off x="7410525" y="3639700"/>
              <a:ext cx="12756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 dirty="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Govt to citizens</a:t>
              </a:r>
              <a:endParaRPr sz="2100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270" name="Google Shape;270;p19"/>
          <p:cNvGrpSpPr/>
          <p:nvPr/>
        </p:nvGrpSpPr>
        <p:grpSpPr>
          <a:xfrm>
            <a:off x="6458024" y="1064399"/>
            <a:ext cx="2369175" cy="1851601"/>
            <a:chOff x="6458025" y="1064400"/>
            <a:chExt cx="2228100" cy="989450"/>
          </a:xfrm>
        </p:grpSpPr>
        <p:sp>
          <p:nvSpPr>
            <p:cNvPr id="271" name="Google Shape;271;p19"/>
            <p:cNvSpPr txBox="1"/>
            <p:nvPr/>
          </p:nvSpPr>
          <p:spPr>
            <a:xfrm>
              <a:off x="6458025" y="1421150"/>
              <a:ext cx="2228100" cy="63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dirty="0">
                  <a:latin typeface="Arial Narrow" panose="020B0606020202030204" pitchFamily="34" charset="0"/>
                  <a:ea typeface="Roboto"/>
                  <a:cs typeface="Roboto"/>
                  <a:sym typeface="Roboto"/>
                </a:rPr>
                <a:t>When individual sells their products and services to other individuals.</a:t>
              </a:r>
              <a:endParaRPr dirty="0">
                <a:latin typeface="Arial Narrow" panose="020B0606020202030204" pitchFamily="3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2" name="Google Shape;272;p19"/>
            <p:cNvSpPr txBox="1"/>
            <p:nvPr/>
          </p:nvSpPr>
          <p:spPr>
            <a:xfrm>
              <a:off x="7410525" y="1064400"/>
              <a:ext cx="1275600" cy="28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</a:t>
              </a:r>
              <a:r>
                <a:rPr lang="en" sz="2000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onsumer to consumer</a:t>
              </a:r>
              <a:endParaRPr sz="20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273" name="Google Shape;273;p19"/>
          <p:cNvSpPr/>
          <p:nvPr/>
        </p:nvSpPr>
        <p:spPr>
          <a:xfrm>
            <a:off x="4077225" y="2501250"/>
            <a:ext cx="989400" cy="989400"/>
          </a:xfrm>
          <a:prstGeom prst="ellipse">
            <a:avLst/>
          </a:prstGeom>
          <a:solidFill>
            <a:schemeClr val="dk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9"/>
          <p:cNvSpPr/>
          <p:nvPr/>
        </p:nvSpPr>
        <p:spPr>
          <a:xfrm>
            <a:off x="4272313" y="2710723"/>
            <a:ext cx="599219" cy="570458"/>
          </a:xfrm>
          <a:custGeom>
            <a:avLst/>
            <a:gdLst/>
            <a:ahLst/>
            <a:cxnLst/>
            <a:rect l="l" t="t" r="r" b="b"/>
            <a:pathLst>
              <a:path w="22251" h="21183" extrusionOk="0">
                <a:moveTo>
                  <a:pt x="7173" y="4504"/>
                </a:moveTo>
                <a:lnTo>
                  <a:pt x="7173" y="6472"/>
                </a:lnTo>
                <a:lnTo>
                  <a:pt x="4971" y="6472"/>
                </a:lnTo>
                <a:lnTo>
                  <a:pt x="4637" y="4504"/>
                </a:lnTo>
                <a:close/>
                <a:moveTo>
                  <a:pt x="11943" y="4504"/>
                </a:moveTo>
                <a:lnTo>
                  <a:pt x="11943" y="6472"/>
                </a:lnTo>
                <a:lnTo>
                  <a:pt x="8007" y="6472"/>
                </a:lnTo>
                <a:lnTo>
                  <a:pt x="8007" y="4504"/>
                </a:lnTo>
                <a:close/>
                <a:moveTo>
                  <a:pt x="16713" y="4504"/>
                </a:moveTo>
                <a:lnTo>
                  <a:pt x="16713" y="6472"/>
                </a:lnTo>
                <a:lnTo>
                  <a:pt x="12777" y="6472"/>
                </a:lnTo>
                <a:lnTo>
                  <a:pt x="12777" y="4504"/>
                </a:lnTo>
                <a:close/>
                <a:moveTo>
                  <a:pt x="21249" y="4504"/>
                </a:moveTo>
                <a:lnTo>
                  <a:pt x="20616" y="6472"/>
                </a:lnTo>
                <a:lnTo>
                  <a:pt x="17547" y="6472"/>
                </a:lnTo>
                <a:lnTo>
                  <a:pt x="17547" y="4504"/>
                </a:lnTo>
                <a:close/>
                <a:moveTo>
                  <a:pt x="7173" y="7306"/>
                </a:moveTo>
                <a:lnTo>
                  <a:pt x="7173" y="10341"/>
                </a:lnTo>
                <a:lnTo>
                  <a:pt x="5605" y="10341"/>
                </a:lnTo>
                <a:lnTo>
                  <a:pt x="5104" y="7306"/>
                </a:lnTo>
                <a:close/>
                <a:moveTo>
                  <a:pt x="11943" y="7306"/>
                </a:moveTo>
                <a:lnTo>
                  <a:pt x="11943" y="10341"/>
                </a:lnTo>
                <a:lnTo>
                  <a:pt x="8007" y="10341"/>
                </a:lnTo>
                <a:lnTo>
                  <a:pt x="8007" y="7306"/>
                </a:lnTo>
                <a:close/>
                <a:moveTo>
                  <a:pt x="16713" y="7306"/>
                </a:moveTo>
                <a:lnTo>
                  <a:pt x="16713" y="10341"/>
                </a:lnTo>
                <a:lnTo>
                  <a:pt x="12777" y="10341"/>
                </a:lnTo>
                <a:lnTo>
                  <a:pt x="12777" y="7306"/>
                </a:lnTo>
                <a:close/>
                <a:moveTo>
                  <a:pt x="20382" y="7306"/>
                </a:moveTo>
                <a:lnTo>
                  <a:pt x="19415" y="10341"/>
                </a:lnTo>
                <a:lnTo>
                  <a:pt x="17547" y="10341"/>
                </a:lnTo>
                <a:lnTo>
                  <a:pt x="17547" y="7306"/>
                </a:lnTo>
                <a:close/>
                <a:moveTo>
                  <a:pt x="7173" y="11175"/>
                </a:moveTo>
                <a:lnTo>
                  <a:pt x="7173" y="13677"/>
                </a:lnTo>
                <a:lnTo>
                  <a:pt x="6172" y="13677"/>
                </a:lnTo>
                <a:lnTo>
                  <a:pt x="5772" y="11175"/>
                </a:lnTo>
                <a:close/>
                <a:moveTo>
                  <a:pt x="11943" y="11175"/>
                </a:moveTo>
                <a:lnTo>
                  <a:pt x="11943" y="13677"/>
                </a:lnTo>
                <a:lnTo>
                  <a:pt x="8007" y="13677"/>
                </a:lnTo>
                <a:lnTo>
                  <a:pt x="8007" y="11175"/>
                </a:lnTo>
                <a:close/>
                <a:moveTo>
                  <a:pt x="16713" y="11175"/>
                </a:moveTo>
                <a:lnTo>
                  <a:pt x="16713" y="13677"/>
                </a:lnTo>
                <a:lnTo>
                  <a:pt x="12777" y="13677"/>
                </a:lnTo>
                <a:lnTo>
                  <a:pt x="12777" y="11175"/>
                </a:lnTo>
                <a:close/>
                <a:moveTo>
                  <a:pt x="19181" y="11175"/>
                </a:moveTo>
                <a:lnTo>
                  <a:pt x="18381" y="13677"/>
                </a:lnTo>
                <a:lnTo>
                  <a:pt x="17547" y="13677"/>
                </a:lnTo>
                <a:lnTo>
                  <a:pt x="17547" y="11175"/>
                </a:lnTo>
                <a:close/>
                <a:moveTo>
                  <a:pt x="5271" y="18714"/>
                </a:moveTo>
                <a:cubicBezTo>
                  <a:pt x="5705" y="18714"/>
                  <a:pt x="6072" y="19081"/>
                  <a:pt x="6072" y="19548"/>
                </a:cubicBezTo>
                <a:cubicBezTo>
                  <a:pt x="6072" y="19982"/>
                  <a:pt x="5705" y="20348"/>
                  <a:pt x="5271" y="20348"/>
                </a:cubicBezTo>
                <a:cubicBezTo>
                  <a:pt x="4804" y="20348"/>
                  <a:pt x="4437" y="19982"/>
                  <a:pt x="4437" y="19548"/>
                </a:cubicBezTo>
                <a:cubicBezTo>
                  <a:pt x="4437" y="19081"/>
                  <a:pt x="4804" y="18714"/>
                  <a:pt x="5271" y="18714"/>
                </a:cubicBezTo>
                <a:close/>
                <a:moveTo>
                  <a:pt x="18981" y="18714"/>
                </a:moveTo>
                <a:cubicBezTo>
                  <a:pt x="19415" y="18714"/>
                  <a:pt x="19782" y="19081"/>
                  <a:pt x="19782" y="19548"/>
                </a:cubicBezTo>
                <a:cubicBezTo>
                  <a:pt x="19782" y="19982"/>
                  <a:pt x="19415" y="20348"/>
                  <a:pt x="18981" y="20348"/>
                </a:cubicBezTo>
                <a:cubicBezTo>
                  <a:pt x="18514" y="20348"/>
                  <a:pt x="18147" y="19982"/>
                  <a:pt x="18147" y="19548"/>
                </a:cubicBezTo>
                <a:cubicBezTo>
                  <a:pt x="18147" y="19081"/>
                  <a:pt x="18514" y="18714"/>
                  <a:pt x="18981" y="18714"/>
                </a:cubicBezTo>
                <a:close/>
                <a:moveTo>
                  <a:pt x="434" y="1"/>
                </a:moveTo>
                <a:cubicBezTo>
                  <a:pt x="201" y="1"/>
                  <a:pt x="1" y="167"/>
                  <a:pt x="1" y="401"/>
                </a:cubicBezTo>
                <a:cubicBezTo>
                  <a:pt x="1" y="634"/>
                  <a:pt x="201" y="835"/>
                  <a:pt x="434" y="835"/>
                </a:cubicBezTo>
                <a:lnTo>
                  <a:pt x="3170" y="835"/>
                </a:lnTo>
                <a:lnTo>
                  <a:pt x="5371" y="14011"/>
                </a:lnTo>
                <a:lnTo>
                  <a:pt x="2769" y="18080"/>
                </a:lnTo>
                <a:cubicBezTo>
                  <a:pt x="2703" y="18214"/>
                  <a:pt x="2669" y="18380"/>
                  <a:pt x="2769" y="18514"/>
                </a:cubicBezTo>
                <a:cubicBezTo>
                  <a:pt x="2836" y="18647"/>
                  <a:pt x="2970" y="18714"/>
                  <a:pt x="3103" y="18714"/>
                </a:cubicBezTo>
                <a:lnTo>
                  <a:pt x="3837" y="18714"/>
                </a:lnTo>
                <a:cubicBezTo>
                  <a:pt x="3670" y="18947"/>
                  <a:pt x="3603" y="19248"/>
                  <a:pt x="3603" y="19548"/>
                </a:cubicBezTo>
                <a:cubicBezTo>
                  <a:pt x="3603" y="20449"/>
                  <a:pt x="4337" y="21182"/>
                  <a:pt x="5271" y="21182"/>
                </a:cubicBezTo>
                <a:cubicBezTo>
                  <a:pt x="6172" y="21182"/>
                  <a:pt x="6906" y="20449"/>
                  <a:pt x="6906" y="19548"/>
                </a:cubicBezTo>
                <a:cubicBezTo>
                  <a:pt x="6906" y="19248"/>
                  <a:pt x="6839" y="18947"/>
                  <a:pt x="6672" y="18714"/>
                </a:cubicBezTo>
                <a:lnTo>
                  <a:pt x="17547" y="18714"/>
                </a:lnTo>
                <a:cubicBezTo>
                  <a:pt x="17380" y="18947"/>
                  <a:pt x="17313" y="19248"/>
                  <a:pt x="17313" y="19548"/>
                </a:cubicBezTo>
                <a:cubicBezTo>
                  <a:pt x="17313" y="20449"/>
                  <a:pt x="18047" y="21182"/>
                  <a:pt x="18948" y="21182"/>
                </a:cubicBezTo>
                <a:cubicBezTo>
                  <a:pt x="19882" y="21182"/>
                  <a:pt x="20616" y="20449"/>
                  <a:pt x="20616" y="19548"/>
                </a:cubicBezTo>
                <a:cubicBezTo>
                  <a:pt x="20616" y="19248"/>
                  <a:pt x="20549" y="18947"/>
                  <a:pt x="20382" y="18714"/>
                </a:cubicBezTo>
                <a:lnTo>
                  <a:pt x="21783" y="18714"/>
                </a:lnTo>
                <a:cubicBezTo>
                  <a:pt x="22017" y="18714"/>
                  <a:pt x="22217" y="18514"/>
                  <a:pt x="22217" y="18314"/>
                </a:cubicBezTo>
                <a:cubicBezTo>
                  <a:pt x="22217" y="18080"/>
                  <a:pt x="22050" y="17880"/>
                  <a:pt x="21816" y="17880"/>
                </a:cubicBezTo>
                <a:lnTo>
                  <a:pt x="3870" y="17880"/>
                </a:lnTo>
                <a:lnTo>
                  <a:pt x="6038" y="14511"/>
                </a:lnTo>
                <a:lnTo>
                  <a:pt x="18681" y="14511"/>
                </a:lnTo>
                <a:cubicBezTo>
                  <a:pt x="18881" y="14511"/>
                  <a:pt x="19048" y="14378"/>
                  <a:pt x="19081" y="14211"/>
                </a:cubicBezTo>
                <a:lnTo>
                  <a:pt x="22217" y="4204"/>
                </a:lnTo>
                <a:cubicBezTo>
                  <a:pt x="22250" y="4104"/>
                  <a:pt x="22217" y="3970"/>
                  <a:pt x="22150" y="3837"/>
                </a:cubicBezTo>
                <a:cubicBezTo>
                  <a:pt x="22050" y="3737"/>
                  <a:pt x="21950" y="3670"/>
                  <a:pt x="21816" y="3670"/>
                </a:cubicBezTo>
                <a:lnTo>
                  <a:pt x="4504" y="3670"/>
                </a:lnTo>
                <a:lnTo>
                  <a:pt x="3937" y="334"/>
                </a:lnTo>
                <a:cubicBezTo>
                  <a:pt x="3904" y="134"/>
                  <a:pt x="3737" y="1"/>
                  <a:pt x="3537" y="1"/>
                </a:cubicBez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0"/>
          <p:cNvSpPr txBox="1">
            <a:spLocks noGrp="1"/>
          </p:cNvSpPr>
          <p:nvPr>
            <p:ph type="title"/>
          </p:nvPr>
        </p:nvSpPr>
        <p:spPr>
          <a:xfrm>
            <a:off x="2466400" y="409575"/>
            <a:ext cx="4277103" cy="50284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Gill Sans Ultra Bold Condensed" panose="020B0A06020104020203" pitchFamily="34" charset="0"/>
              </a:rPr>
              <a:t>Role of Professional Practices in E commerce</a:t>
            </a:r>
            <a:endParaRPr dirty="0">
              <a:solidFill>
                <a:schemeClr val="accent1">
                  <a:lumMod val="75000"/>
                </a:schemeClr>
              </a:solidFill>
              <a:latin typeface="Gill Sans Ultra Bold Condensed" panose="020B0A06020104020203" pitchFamily="34" charset="0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3596648" y="1354478"/>
            <a:ext cx="1950600" cy="2180100"/>
          </a:xfrm>
          <a:prstGeom prst="roundRect">
            <a:avLst>
              <a:gd name="adj" fmla="val 10059"/>
            </a:avLst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3817819" y="2215256"/>
            <a:ext cx="15084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lang="en"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SERVICES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3596648" y="1548974"/>
            <a:ext cx="19506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2F39"/>
              </a:buClr>
              <a:buSzPts val="2500"/>
              <a:buFont typeface="Arial"/>
              <a:buNone/>
            </a:pPr>
            <a:r>
              <a:rPr lang="en" sz="2000" i="0" u="none" strike="noStrike" cap="none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Customer service excellence.</a:t>
            </a:r>
            <a:endParaRPr sz="2000" i="0" u="none" strike="noStrike" cap="none" dirty="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3596648" y="2115347"/>
            <a:ext cx="1950600" cy="1071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3596648" y="2136888"/>
            <a:ext cx="1950600" cy="11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Providing outstanding support from pre-sale inquiries to post-sale assistance. </a:t>
            </a:r>
            <a:endParaRPr sz="12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6221361" y="1354478"/>
            <a:ext cx="1950600" cy="2180100"/>
          </a:xfrm>
          <a:prstGeom prst="roundRect">
            <a:avLst>
              <a:gd name="adj" fmla="val 10059"/>
            </a:avLst>
          </a:prstGeom>
          <a:solidFill>
            <a:schemeClr val="lt1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6221361" y="1548974"/>
            <a:ext cx="19506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2F39"/>
              </a:buClr>
              <a:buSzPts val="2500"/>
              <a:buFont typeface="Arial"/>
              <a:buNone/>
            </a:pPr>
            <a:r>
              <a:rPr lang="en-GB" sz="2400" i="0" u="none" strike="noStrike" cap="none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Data security and privacy</a:t>
            </a:r>
            <a:endParaRPr sz="2400" i="0" u="none" strike="noStrike" cap="none" dirty="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6221361" y="2115347"/>
            <a:ext cx="1950600" cy="1071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6221361" y="2136888"/>
            <a:ext cx="1950600" cy="11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Implementing measures to protect customer data, secure transactions, prevent unauthorized access. </a:t>
            </a:r>
            <a:endParaRPr sz="12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3984262" y="3365145"/>
            <a:ext cx="1175479" cy="1175479"/>
          </a:xfrm>
          <a:custGeom>
            <a:avLst/>
            <a:gdLst/>
            <a:ahLst/>
            <a:cxnLst/>
            <a:rect l="l" t="t" r="r" b="b"/>
            <a:pathLst>
              <a:path w="24385" h="24385" extrusionOk="0">
                <a:moveTo>
                  <a:pt x="12176" y="1"/>
                </a:moveTo>
                <a:cubicBezTo>
                  <a:pt x="5438" y="1"/>
                  <a:pt x="1" y="5438"/>
                  <a:pt x="1" y="12176"/>
                </a:cubicBezTo>
                <a:cubicBezTo>
                  <a:pt x="1" y="18914"/>
                  <a:pt x="5438" y="24385"/>
                  <a:pt x="12176" y="24385"/>
                </a:cubicBezTo>
                <a:cubicBezTo>
                  <a:pt x="18914" y="24385"/>
                  <a:pt x="24385" y="18914"/>
                  <a:pt x="24385" y="12176"/>
                </a:cubicBezTo>
                <a:cubicBezTo>
                  <a:pt x="24385" y="5438"/>
                  <a:pt x="18914" y="1"/>
                  <a:pt x="1217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0"/>
          <p:cNvSpPr/>
          <p:nvPr/>
        </p:nvSpPr>
        <p:spPr>
          <a:xfrm>
            <a:off x="4063079" y="3443936"/>
            <a:ext cx="1017897" cy="1017897"/>
          </a:xfrm>
          <a:custGeom>
            <a:avLst/>
            <a:gdLst/>
            <a:ahLst/>
            <a:cxnLst/>
            <a:rect l="l" t="t" r="r" b="b"/>
            <a:pathLst>
              <a:path w="21116" h="21116" extrusionOk="0">
                <a:moveTo>
                  <a:pt x="10541" y="1134"/>
                </a:moveTo>
                <a:cubicBezTo>
                  <a:pt x="15745" y="1134"/>
                  <a:pt x="19948" y="5371"/>
                  <a:pt x="19948" y="10541"/>
                </a:cubicBezTo>
                <a:cubicBezTo>
                  <a:pt x="19948" y="15745"/>
                  <a:pt x="15745" y="19948"/>
                  <a:pt x="10541" y="19948"/>
                </a:cubicBezTo>
                <a:cubicBezTo>
                  <a:pt x="5371" y="19948"/>
                  <a:pt x="1134" y="15745"/>
                  <a:pt x="1134" y="10541"/>
                </a:cubicBezTo>
                <a:cubicBezTo>
                  <a:pt x="1134" y="5371"/>
                  <a:pt x="5371" y="1134"/>
                  <a:pt x="10541" y="1134"/>
                </a:cubicBezTo>
                <a:close/>
                <a:moveTo>
                  <a:pt x="10541" y="0"/>
                </a:moveTo>
                <a:cubicBezTo>
                  <a:pt x="4737" y="0"/>
                  <a:pt x="0" y="4737"/>
                  <a:pt x="0" y="10541"/>
                </a:cubicBezTo>
                <a:cubicBezTo>
                  <a:pt x="0" y="16379"/>
                  <a:pt x="4737" y="21115"/>
                  <a:pt x="10541" y="21115"/>
                </a:cubicBezTo>
                <a:cubicBezTo>
                  <a:pt x="16378" y="21115"/>
                  <a:pt x="21115" y="16379"/>
                  <a:pt x="21115" y="10541"/>
                </a:cubicBezTo>
                <a:cubicBezTo>
                  <a:pt x="21115" y="4737"/>
                  <a:pt x="16378" y="0"/>
                  <a:pt x="10541" y="0"/>
                </a:cubicBezTo>
                <a:close/>
              </a:path>
            </a:pathLst>
          </a:custGeom>
          <a:solidFill>
            <a:srgbClr val="7AE0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0"/>
          <p:cNvSpPr/>
          <p:nvPr/>
        </p:nvSpPr>
        <p:spPr>
          <a:xfrm>
            <a:off x="4420046" y="3674694"/>
            <a:ext cx="303933" cy="556382"/>
          </a:xfrm>
          <a:custGeom>
            <a:avLst/>
            <a:gdLst/>
            <a:ahLst/>
            <a:cxnLst/>
            <a:rect l="l" t="t" r="r" b="b"/>
            <a:pathLst>
              <a:path w="6305" h="11542" extrusionOk="0">
                <a:moveTo>
                  <a:pt x="2469" y="0"/>
                </a:moveTo>
                <a:lnTo>
                  <a:pt x="2469" y="1335"/>
                </a:lnTo>
                <a:cubicBezTo>
                  <a:pt x="968" y="1635"/>
                  <a:pt x="67" y="2636"/>
                  <a:pt x="67" y="3870"/>
                </a:cubicBezTo>
                <a:cubicBezTo>
                  <a:pt x="67" y="5237"/>
                  <a:pt x="1101" y="5938"/>
                  <a:pt x="2636" y="6438"/>
                </a:cubicBezTo>
                <a:cubicBezTo>
                  <a:pt x="3670" y="6805"/>
                  <a:pt x="4103" y="7139"/>
                  <a:pt x="4103" y="7673"/>
                </a:cubicBezTo>
                <a:cubicBezTo>
                  <a:pt x="4103" y="8240"/>
                  <a:pt x="3570" y="8573"/>
                  <a:pt x="2769" y="8573"/>
                </a:cubicBezTo>
                <a:cubicBezTo>
                  <a:pt x="1835" y="8573"/>
                  <a:pt x="1001" y="8273"/>
                  <a:pt x="434" y="7939"/>
                </a:cubicBezTo>
                <a:lnTo>
                  <a:pt x="0" y="9607"/>
                </a:lnTo>
                <a:cubicBezTo>
                  <a:pt x="534" y="9907"/>
                  <a:pt x="1435" y="10174"/>
                  <a:pt x="2402" y="10208"/>
                </a:cubicBezTo>
                <a:lnTo>
                  <a:pt x="2402" y="11542"/>
                </a:lnTo>
                <a:lnTo>
                  <a:pt x="3803" y="11542"/>
                </a:lnTo>
                <a:lnTo>
                  <a:pt x="3803" y="10108"/>
                </a:lnTo>
                <a:cubicBezTo>
                  <a:pt x="5404" y="9807"/>
                  <a:pt x="6305" y="8740"/>
                  <a:pt x="6305" y="7472"/>
                </a:cubicBezTo>
                <a:cubicBezTo>
                  <a:pt x="6305" y="6205"/>
                  <a:pt x="5638" y="5438"/>
                  <a:pt x="3936" y="4837"/>
                </a:cubicBezTo>
                <a:cubicBezTo>
                  <a:pt x="2736" y="4370"/>
                  <a:pt x="2235" y="4103"/>
                  <a:pt x="2235" y="3636"/>
                </a:cubicBezTo>
                <a:cubicBezTo>
                  <a:pt x="2235" y="3236"/>
                  <a:pt x="2535" y="2836"/>
                  <a:pt x="3469" y="2836"/>
                </a:cubicBezTo>
                <a:cubicBezTo>
                  <a:pt x="4470" y="2836"/>
                  <a:pt x="5137" y="3169"/>
                  <a:pt x="5504" y="3303"/>
                </a:cubicBezTo>
                <a:lnTo>
                  <a:pt x="5905" y="1702"/>
                </a:lnTo>
                <a:cubicBezTo>
                  <a:pt x="5438" y="1501"/>
                  <a:pt x="4804" y="1301"/>
                  <a:pt x="3836" y="1235"/>
                </a:cubicBezTo>
                <a:lnTo>
                  <a:pt x="3836" y="0"/>
                </a:lnTo>
                <a:close/>
              </a:path>
            </a:pathLst>
          </a:custGeom>
          <a:solidFill>
            <a:srgbClr val="216C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6442525" y="3473305"/>
            <a:ext cx="1508332" cy="959204"/>
          </a:xfrm>
          <a:custGeom>
            <a:avLst/>
            <a:gdLst/>
            <a:ahLst/>
            <a:cxnLst/>
            <a:rect l="l" t="t" r="r" b="b"/>
            <a:pathLst>
              <a:path w="25653" h="16313" extrusionOk="0">
                <a:moveTo>
                  <a:pt x="1302" y="1"/>
                </a:moveTo>
                <a:cubicBezTo>
                  <a:pt x="601" y="1"/>
                  <a:pt x="1" y="601"/>
                  <a:pt x="1" y="1302"/>
                </a:cubicBezTo>
                <a:lnTo>
                  <a:pt x="1" y="15012"/>
                </a:lnTo>
                <a:cubicBezTo>
                  <a:pt x="1" y="15712"/>
                  <a:pt x="601" y="16312"/>
                  <a:pt x="1302" y="16312"/>
                </a:cubicBezTo>
                <a:lnTo>
                  <a:pt x="24352" y="16312"/>
                </a:lnTo>
                <a:cubicBezTo>
                  <a:pt x="25052" y="16312"/>
                  <a:pt x="25652" y="15712"/>
                  <a:pt x="25652" y="15012"/>
                </a:cubicBezTo>
                <a:lnTo>
                  <a:pt x="25652" y="1302"/>
                </a:lnTo>
                <a:cubicBezTo>
                  <a:pt x="25652" y="601"/>
                  <a:pt x="25052" y="1"/>
                  <a:pt x="2435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0"/>
          <p:cNvSpPr/>
          <p:nvPr/>
        </p:nvSpPr>
        <p:spPr>
          <a:xfrm>
            <a:off x="6442525" y="3641908"/>
            <a:ext cx="1508332" cy="168756"/>
          </a:xfrm>
          <a:custGeom>
            <a:avLst/>
            <a:gdLst/>
            <a:ahLst/>
            <a:cxnLst/>
            <a:rect l="l" t="t" r="r" b="b"/>
            <a:pathLst>
              <a:path w="25653" h="2870" extrusionOk="0">
                <a:moveTo>
                  <a:pt x="1" y="1"/>
                </a:moveTo>
                <a:lnTo>
                  <a:pt x="1" y="2869"/>
                </a:lnTo>
                <a:lnTo>
                  <a:pt x="25652" y="2869"/>
                </a:lnTo>
                <a:lnTo>
                  <a:pt x="25652" y="1"/>
                </a:lnTo>
                <a:close/>
              </a:path>
            </a:pathLst>
          </a:custGeom>
          <a:solidFill>
            <a:srgbClr val="7144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0"/>
          <p:cNvSpPr/>
          <p:nvPr/>
        </p:nvSpPr>
        <p:spPr>
          <a:xfrm>
            <a:off x="6791678" y="3885206"/>
            <a:ext cx="135411" cy="135358"/>
          </a:xfrm>
          <a:custGeom>
            <a:avLst/>
            <a:gdLst/>
            <a:ahLst/>
            <a:cxnLst/>
            <a:rect l="l" t="t" r="r" b="b"/>
            <a:pathLst>
              <a:path w="2303" h="2302" extrusionOk="0">
                <a:moveTo>
                  <a:pt x="801" y="0"/>
                </a:moveTo>
                <a:lnTo>
                  <a:pt x="301" y="267"/>
                </a:lnTo>
                <a:lnTo>
                  <a:pt x="901" y="1001"/>
                </a:lnTo>
                <a:lnTo>
                  <a:pt x="901" y="1034"/>
                </a:lnTo>
                <a:lnTo>
                  <a:pt x="0" y="834"/>
                </a:lnTo>
                <a:lnTo>
                  <a:pt x="0" y="1434"/>
                </a:lnTo>
                <a:lnTo>
                  <a:pt x="934" y="1268"/>
                </a:lnTo>
                <a:lnTo>
                  <a:pt x="301" y="2001"/>
                </a:lnTo>
                <a:lnTo>
                  <a:pt x="801" y="2302"/>
                </a:lnTo>
                <a:lnTo>
                  <a:pt x="1135" y="1401"/>
                </a:lnTo>
                <a:lnTo>
                  <a:pt x="1468" y="2302"/>
                </a:lnTo>
                <a:lnTo>
                  <a:pt x="2002" y="2001"/>
                </a:lnTo>
                <a:lnTo>
                  <a:pt x="1368" y="1301"/>
                </a:lnTo>
                <a:lnTo>
                  <a:pt x="1368" y="1268"/>
                </a:lnTo>
                <a:lnTo>
                  <a:pt x="2302" y="1434"/>
                </a:lnTo>
                <a:lnTo>
                  <a:pt x="2302" y="834"/>
                </a:lnTo>
                <a:lnTo>
                  <a:pt x="1368" y="1034"/>
                </a:lnTo>
                <a:lnTo>
                  <a:pt x="2002" y="267"/>
                </a:lnTo>
                <a:lnTo>
                  <a:pt x="1501" y="0"/>
                </a:lnTo>
                <a:lnTo>
                  <a:pt x="1168" y="867"/>
                </a:lnTo>
                <a:lnTo>
                  <a:pt x="1135" y="867"/>
                </a:lnTo>
                <a:lnTo>
                  <a:pt x="801" y="0"/>
                </a:lnTo>
                <a:close/>
              </a:path>
            </a:pathLst>
          </a:custGeom>
          <a:solidFill>
            <a:srgbClr val="E5B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0"/>
          <p:cNvSpPr/>
          <p:nvPr/>
        </p:nvSpPr>
        <p:spPr>
          <a:xfrm>
            <a:off x="6948556" y="3885206"/>
            <a:ext cx="133470" cy="135358"/>
          </a:xfrm>
          <a:custGeom>
            <a:avLst/>
            <a:gdLst/>
            <a:ahLst/>
            <a:cxnLst/>
            <a:rect l="l" t="t" r="r" b="b"/>
            <a:pathLst>
              <a:path w="2270" h="2302" extrusionOk="0">
                <a:moveTo>
                  <a:pt x="802" y="0"/>
                </a:moveTo>
                <a:lnTo>
                  <a:pt x="301" y="300"/>
                </a:lnTo>
                <a:lnTo>
                  <a:pt x="902" y="1034"/>
                </a:lnTo>
                <a:lnTo>
                  <a:pt x="1" y="834"/>
                </a:lnTo>
                <a:lnTo>
                  <a:pt x="1" y="1434"/>
                </a:lnTo>
                <a:lnTo>
                  <a:pt x="902" y="1268"/>
                </a:lnTo>
                <a:lnTo>
                  <a:pt x="902" y="1268"/>
                </a:lnTo>
                <a:lnTo>
                  <a:pt x="268" y="2001"/>
                </a:lnTo>
                <a:lnTo>
                  <a:pt x="768" y="2302"/>
                </a:lnTo>
                <a:lnTo>
                  <a:pt x="1135" y="1401"/>
                </a:lnTo>
                <a:lnTo>
                  <a:pt x="1469" y="2302"/>
                </a:lnTo>
                <a:lnTo>
                  <a:pt x="2002" y="2001"/>
                </a:lnTo>
                <a:lnTo>
                  <a:pt x="1335" y="1301"/>
                </a:lnTo>
                <a:lnTo>
                  <a:pt x="1369" y="1268"/>
                </a:lnTo>
                <a:lnTo>
                  <a:pt x="2269" y="1434"/>
                </a:lnTo>
                <a:lnTo>
                  <a:pt x="2269" y="834"/>
                </a:lnTo>
                <a:lnTo>
                  <a:pt x="1369" y="1034"/>
                </a:lnTo>
                <a:lnTo>
                  <a:pt x="1969" y="267"/>
                </a:lnTo>
                <a:lnTo>
                  <a:pt x="1469" y="0"/>
                </a:lnTo>
                <a:lnTo>
                  <a:pt x="1135" y="867"/>
                </a:lnTo>
                <a:lnTo>
                  <a:pt x="802" y="0"/>
                </a:lnTo>
                <a:close/>
              </a:path>
            </a:pathLst>
          </a:custGeom>
          <a:solidFill>
            <a:srgbClr val="E5B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0"/>
          <p:cNvSpPr/>
          <p:nvPr/>
        </p:nvSpPr>
        <p:spPr>
          <a:xfrm>
            <a:off x="7103552" y="3885206"/>
            <a:ext cx="135352" cy="135358"/>
          </a:xfrm>
          <a:custGeom>
            <a:avLst/>
            <a:gdLst/>
            <a:ahLst/>
            <a:cxnLst/>
            <a:rect l="l" t="t" r="r" b="b"/>
            <a:pathLst>
              <a:path w="2302" h="2302" extrusionOk="0">
                <a:moveTo>
                  <a:pt x="801" y="0"/>
                </a:moveTo>
                <a:lnTo>
                  <a:pt x="300" y="267"/>
                </a:lnTo>
                <a:lnTo>
                  <a:pt x="901" y="1001"/>
                </a:lnTo>
                <a:lnTo>
                  <a:pt x="901" y="1034"/>
                </a:lnTo>
                <a:lnTo>
                  <a:pt x="0" y="834"/>
                </a:lnTo>
                <a:lnTo>
                  <a:pt x="0" y="1434"/>
                </a:lnTo>
                <a:lnTo>
                  <a:pt x="901" y="1268"/>
                </a:lnTo>
                <a:lnTo>
                  <a:pt x="901" y="1268"/>
                </a:lnTo>
                <a:lnTo>
                  <a:pt x="300" y="2001"/>
                </a:lnTo>
                <a:lnTo>
                  <a:pt x="801" y="2302"/>
                </a:lnTo>
                <a:lnTo>
                  <a:pt x="1134" y="1401"/>
                </a:lnTo>
                <a:lnTo>
                  <a:pt x="1468" y="2302"/>
                </a:lnTo>
                <a:lnTo>
                  <a:pt x="2002" y="2001"/>
                </a:lnTo>
                <a:lnTo>
                  <a:pt x="1368" y="1301"/>
                </a:lnTo>
                <a:lnTo>
                  <a:pt x="1368" y="1268"/>
                </a:lnTo>
                <a:lnTo>
                  <a:pt x="2302" y="1434"/>
                </a:lnTo>
                <a:lnTo>
                  <a:pt x="2302" y="834"/>
                </a:lnTo>
                <a:lnTo>
                  <a:pt x="1368" y="1034"/>
                </a:lnTo>
                <a:lnTo>
                  <a:pt x="2002" y="267"/>
                </a:lnTo>
                <a:lnTo>
                  <a:pt x="1468" y="0"/>
                </a:lnTo>
                <a:lnTo>
                  <a:pt x="1134" y="867"/>
                </a:lnTo>
                <a:lnTo>
                  <a:pt x="801" y="0"/>
                </a:lnTo>
                <a:close/>
              </a:path>
            </a:pathLst>
          </a:custGeom>
          <a:solidFill>
            <a:srgbClr val="E5B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0"/>
          <p:cNvSpPr/>
          <p:nvPr/>
        </p:nvSpPr>
        <p:spPr>
          <a:xfrm>
            <a:off x="7258489" y="3885206"/>
            <a:ext cx="135411" cy="135358"/>
          </a:xfrm>
          <a:custGeom>
            <a:avLst/>
            <a:gdLst/>
            <a:ahLst/>
            <a:cxnLst/>
            <a:rect l="l" t="t" r="r" b="b"/>
            <a:pathLst>
              <a:path w="2303" h="2302" extrusionOk="0">
                <a:moveTo>
                  <a:pt x="834" y="0"/>
                </a:moveTo>
                <a:lnTo>
                  <a:pt x="301" y="267"/>
                </a:lnTo>
                <a:lnTo>
                  <a:pt x="934" y="1001"/>
                </a:lnTo>
                <a:lnTo>
                  <a:pt x="901" y="1034"/>
                </a:lnTo>
                <a:lnTo>
                  <a:pt x="0" y="834"/>
                </a:lnTo>
                <a:lnTo>
                  <a:pt x="0" y="1434"/>
                </a:lnTo>
                <a:lnTo>
                  <a:pt x="934" y="1268"/>
                </a:lnTo>
                <a:lnTo>
                  <a:pt x="301" y="2001"/>
                </a:lnTo>
                <a:lnTo>
                  <a:pt x="801" y="2302"/>
                </a:lnTo>
                <a:lnTo>
                  <a:pt x="1135" y="1401"/>
                </a:lnTo>
                <a:lnTo>
                  <a:pt x="1168" y="1401"/>
                </a:lnTo>
                <a:lnTo>
                  <a:pt x="1501" y="2302"/>
                </a:lnTo>
                <a:lnTo>
                  <a:pt x="2002" y="2001"/>
                </a:lnTo>
                <a:lnTo>
                  <a:pt x="1368" y="1301"/>
                </a:lnTo>
                <a:lnTo>
                  <a:pt x="1368" y="1268"/>
                </a:lnTo>
                <a:lnTo>
                  <a:pt x="2302" y="1434"/>
                </a:lnTo>
                <a:lnTo>
                  <a:pt x="2302" y="834"/>
                </a:lnTo>
                <a:lnTo>
                  <a:pt x="1368" y="1034"/>
                </a:lnTo>
                <a:lnTo>
                  <a:pt x="2002" y="267"/>
                </a:lnTo>
                <a:lnTo>
                  <a:pt x="1501" y="0"/>
                </a:lnTo>
                <a:lnTo>
                  <a:pt x="1168" y="867"/>
                </a:lnTo>
                <a:lnTo>
                  <a:pt x="834" y="0"/>
                </a:lnTo>
                <a:close/>
              </a:path>
            </a:pathLst>
          </a:custGeom>
          <a:solidFill>
            <a:srgbClr val="E5B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0"/>
          <p:cNvSpPr/>
          <p:nvPr/>
        </p:nvSpPr>
        <p:spPr>
          <a:xfrm>
            <a:off x="7415367" y="3885206"/>
            <a:ext cx="135411" cy="135358"/>
          </a:xfrm>
          <a:custGeom>
            <a:avLst/>
            <a:gdLst/>
            <a:ahLst/>
            <a:cxnLst/>
            <a:rect l="l" t="t" r="r" b="b"/>
            <a:pathLst>
              <a:path w="2303" h="2302" extrusionOk="0">
                <a:moveTo>
                  <a:pt x="802" y="0"/>
                </a:moveTo>
                <a:lnTo>
                  <a:pt x="268" y="267"/>
                </a:lnTo>
                <a:lnTo>
                  <a:pt x="902" y="1001"/>
                </a:lnTo>
                <a:lnTo>
                  <a:pt x="902" y="1034"/>
                </a:lnTo>
                <a:lnTo>
                  <a:pt x="1" y="834"/>
                </a:lnTo>
                <a:lnTo>
                  <a:pt x="1" y="1434"/>
                </a:lnTo>
                <a:lnTo>
                  <a:pt x="902" y="1268"/>
                </a:lnTo>
                <a:lnTo>
                  <a:pt x="268" y="2001"/>
                </a:lnTo>
                <a:lnTo>
                  <a:pt x="768" y="2302"/>
                </a:lnTo>
                <a:lnTo>
                  <a:pt x="1135" y="1401"/>
                </a:lnTo>
                <a:lnTo>
                  <a:pt x="1469" y="2302"/>
                </a:lnTo>
                <a:lnTo>
                  <a:pt x="1969" y="2001"/>
                </a:lnTo>
                <a:lnTo>
                  <a:pt x="1335" y="1301"/>
                </a:lnTo>
                <a:lnTo>
                  <a:pt x="1369" y="1268"/>
                </a:lnTo>
                <a:lnTo>
                  <a:pt x="2303" y="1434"/>
                </a:lnTo>
                <a:lnTo>
                  <a:pt x="2303" y="834"/>
                </a:lnTo>
                <a:lnTo>
                  <a:pt x="1369" y="1034"/>
                </a:lnTo>
                <a:lnTo>
                  <a:pt x="2002" y="267"/>
                </a:lnTo>
                <a:lnTo>
                  <a:pt x="1469" y="0"/>
                </a:lnTo>
                <a:lnTo>
                  <a:pt x="1135" y="867"/>
                </a:lnTo>
                <a:lnTo>
                  <a:pt x="802" y="0"/>
                </a:lnTo>
                <a:close/>
              </a:path>
            </a:pathLst>
          </a:custGeom>
          <a:solidFill>
            <a:srgbClr val="E5B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0"/>
          <p:cNvSpPr/>
          <p:nvPr/>
        </p:nvSpPr>
        <p:spPr>
          <a:xfrm>
            <a:off x="7570363" y="3885206"/>
            <a:ext cx="135352" cy="135358"/>
          </a:xfrm>
          <a:custGeom>
            <a:avLst/>
            <a:gdLst/>
            <a:ahLst/>
            <a:cxnLst/>
            <a:rect l="l" t="t" r="r" b="b"/>
            <a:pathLst>
              <a:path w="2302" h="2302" extrusionOk="0">
                <a:moveTo>
                  <a:pt x="834" y="0"/>
                </a:moveTo>
                <a:lnTo>
                  <a:pt x="300" y="267"/>
                </a:lnTo>
                <a:lnTo>
                  <a:pt x="934" y="1001"/>
                </a:lnTo>
                <a:lnTo>
                  <a:pt x="901" y="1034"/>
                </a:lnTo>
                <a:lnTo>
                  <a:pt x="0" y="834"/>
                </a:lnTo>
                <a:lnTo>
                  <a:pt x="0" y="1434"/>
                </a:lnTo>
                <a:lnTo>
                  <a:pt x="934" y="1268"/>
                </a:lnTo>
                <a:lnTo>
                  <a:pt x="300" y="2001"/>
                </a:lnTo>
                <a:lnTo>
                  <a:pt x="801" y="2302"/>
                </a:lnTo>
                <a:lnTo>
                  <a:pt x="1134" y="1401"/>
                </a:lnTo>
                <a:lnTo>
                  <a:pt x="1468" y="2302"/>
                </a:lnTo>
                <a:lnTo>
                  <a:pt x="2002" y="2001"/>
                </a:lnTo>
                <a:lnTo>
                  <a:pt x="1368" y="1301"/>
                </a:lnTo>
                <a:lnTo>
                  <a:pt x="1368" y="1268"/>
                </a:lnTo>
                <a:lnTo>
                  <a:pt x="2302" y="1434"/>
                </a:lnTo>
                <a:lnTo>
                  <a:pt x="2302" y="834"/>
                </a:lnTo>
                <a:lnTo>
                  <a:pt x="1368" y="1034"/>
                </a:lnTo>
                <a:lnTo>
                  <a:pt x="2002" y="267"/>
                </a:lnTo>
                <a:lnTo>
                  <a:pt x="1501" y="0"/>
                </a:lnTo>
                <a:lnTo>
                  <a:pt x="1168" y="867"/>
                </a:lnTo>
                <a:lnTo>
                  <a:pt x="1134" y="867"/>
                </a:lnTo>
                <a:lnTo>
                  <a:pt x="834" y="0"/>
                </a:lnTo>
                <a:close/>
              </a:path>
            </a:pathLst>
          </a:custGeom>
          <a:solidFill>
            <a:srgbClr val="E5B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0"/>
          <p:cNvSpPr/>
          <p:nvPr/>
        </p:nvSpPr>
        <p:spPr>
          <a:xfrm>
            <a:off x="7727241" y="3885206"/>
            <a:ext cx="135411" cy="135358"/>
          </a:xfrm>
          <a:custGeom>
            <a:avLst/>
            <a:gdLst/>
            <a:ahLst/>
            <a:cxnLst/>
            <a:rect l="l" t="t" r="r" b="b"/>
            <a:pathLst>
              <a:path w="2303" h="2302" extrusionOk="0">
                <a:moveTo>
                  <a:pt x="801" y="0"/>
                </a:moveTo>
                <a:lnTo>
                  <a:pt x="301" y="267"/>
                </a:lnTo>
                <a:lnTo>
                  <a:pt x="901" y="1001"/>
                </a:lnTo>
                <a:lnTo>
                  <a:pt x="901" y="1034"/>
                </a:lnTo>
                <a:lnTo>
                  <a:pt x="1" y="834"/>
                </a:lnTo>
                <a:lnTo>
                  <a:pt x="1" y="1434"/>
                </a:lnTo>
                <a:lnTo>
                  <a:pt x="901" y="1268"/>
                </a:lnTo>
                <a:lnTo>
                  <a:pt x="301" y="2001"/>
                </a:lnTo>
                <a:lnTo>
                  <a:pt x="801" y="2302"/>
                </a:lnTo>
                <a:lnTo>
                  <a:pt x="1135" y="1401"/>
                </a:lnTo>
                <a:lnTo>
                  <a:pt x="1468" y="2302"/>
                </a:lnTo>
                <a:lnTo>
                  <a:pt x="2002" y="2001"/>
                </a:lnTo>
                <a:lnTo>
                  <a:pt x="1335" y="1301"/>
                </a:lnTo>
                <a:lnTo>
                  <a:pt x="1368" y="1268"/>
                </a:lnTo>
                <a:lnTo>
                  <a:pt x="2302" y="1434"/>
                </a:lnTo>
                <a:lnTo>
                  <a:pt x="2302" y="834"/>
                </a:lnTo>
                <a:lnTo>
                  <a:pt x="1368" y="1034"/>
                </a:lnTo>
                <a:lnTo>
                  <a:pt x="1368" y="1034"/>
                </a:lnTo>
                <a:lnTo>
                  <a:pt x="1969" y="267"/>
                </a:lnTo>
                <a:lnTo>
                  <a:pt x="1468" y="0"/>
                </a:lnTo>
                <a:lnTo>
                  <a:pt x="1135" y="867"/>
                </a:lnTo>
                <a:lnTo>
                  <a:pt x="801" y="0"/>
                </a:lnTo>
                <a:close/>
              </a:path>
            </a:pathLst>
          </a:custGeom>
          <a:solidFill>
            <a:srgbClr val="E5B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1" name="Google Shape;301;p20"/>
          <p:cNvGrpSpPr/>
          <p:nvPr/>
        </p:nvGrpSpPr>
        <p:grpSpPr>
          <a:xfrm>
            <a:off x="971938" y="1354478"/>
            <a:ext cx="1950600" cy="3078031"/>
            <a:chOff x="971938" y="1354478"/>
            <a:chExt cx="1950600" cy="3078031"/>
          </a:xfrm>
        </p:grpSpPr>
        <p:sp>
          <p:nvSpPr>
            <p:cNvPr id="302" name="Google Shape;302;p20"/>
            <p:cNvSpPr/>
            <p:nvPr/>
          </p:nvSpPr>
          <p:spPr>
            <a:xfrm>
              <a:off x="971938" y="1354478"/>
              <a:ext cx="1950600" cy="2180100"/>
            </a:xfrm>
            <a:prstGeom prst="roundRect">
              <a:avLst>
                <a:gd name="adj" fmla="val 10059"/>
              </a:avLst>
            </a:prstGeom>
            <a:solidFill>
              <a:schemeClr val="lt1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20"/>
            <p:cNvSpPr/>
            <p:nvPr/>
          </p:nvSpPr>
          <p:spPr>
            <a:xfrm>
              <a:off x="971938" y="2115347"/>
              <a:ext cx="1950600" cy="1071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20"/>
            <p:cNvSpPr txBox="1"/>
            <p:nvPr/>
          </p:nvSpPr>
          <p:spPr>
            <a:xfrm>
              <a:off x="971938" y="1548974"/>
              <a:ext cx="1950600" cy="40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82F39"/>
                </a:buClr>
                <a:buSzPts val="2500"/>
                <a:buFont typeface="Arial"/>
                <a:buNone/>
              </a:pPr>
              <a:r>
                <a:rPr lang="en" sz="2400" i="0" u="none" strike="noStrike" cap="none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Legal Co</a:t>
              </a:r>
              <a:r>
                <a:rPr lang="en" sz="240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mpliances </a:t>
              </a:r>
              <a:endParaRPr sz="2400" i="0" u="none" strike="noStrike" cap="none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05" name="Google Shape;305;p20"/>
            <p:cNvSpPr txBox="1"/>
            <p:nvPr/>
          </p:nvSpPr>
          <p:spPr>
            <a:xfrm>
              <a:off x="971938" y="2136888"/>
              <a:ext cx="1950600" cy="113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0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Adherence to laws, data privacy , consumer rights and intellectual property.</a:t>
              </a:r>
              <a:endParaRPr sz="1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1359550" y="3380675"/>
              <a:ext cx="1175400" cy="5259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100" dirty="0">
                  <a:solidFill>
                    <a:srgbClr val="F2EF9D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PAY</a:t>
              </a:r>
              <a:endParaRPr sz="3100" dirty="0">
                <a:solidFill>
                  <a:srgbClr val="F2EF9D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1359550" y="3906609"/>
              <a:ext cx="1175400" cy="525900"/>
            </a:xfrm>
            <a:prstGeom prst="roundRect">
              <a:avLst>
                <a:gd name="adj" fmla="val 16667"/>
              </a:avLst>
            </a:prstGeom>
            <a:solidFill>
              <a:srgbClr val="F2EF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909628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ONLINE</a:t>
              </a:r>
              <a:endParaRPr sz="2600">
                <a:solidFill>
                  <a:srgbClr val="909628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1428100" y="3426875"/>
              <a:ext cx="1038300" cy="433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rgbClr val="F2EF9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1428100" y="3952809"/>
              <a:ext cx="1038300" cy="433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/>
          <p:nvPr/>
        </p:nvSpPr>
        <p:spPr>
          <a:xfrm>
            <a:off x="3103264" y="1323732"/>
            <a:ext cx="2935200" cy="2935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1"/>
          <p:cNvSpPr/>
          <p:nvPr/>
        </p:nvSpPr>
        <p:spPr>
          <a:xfrm rot="-635573">
            <a:off x="3417657" y="1531180"/>
            <a:ext cx="2129694" cy="1719173"/>
          </a:xfrm>
          <a:prstGeom prst="pie">
            <a:avLst>
              <a:gd name="adj1" fmla="val 6680480"/>
              <a:gd name="adj2" fmla="val 39091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1"/>
          <p:cNvSpPr txBox="1">
            <a:spLocks noGrp="1"/>
          </p:cNvSpPr>
          <p:nvPr>
            <p:ph type="title"/>
          </p:nvPr>
        </p:nvSpPr>
        <p:spPr>
          <a:xfrm>
            <a:off x="2514575" y="409575"/>
            <a:ext cx="4114800" cy="32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Gill Sans Ultra Bold Condensed" panose="020B0A06020104020203" pitchFamily="34" charset="0"/>
              </a:rPr>
              <a:t>Role of Professional Practices in E commerce</a:t>
            </a:r>
            <a:endParaRPr dirty="0"/>
          </a:p>
        </p:txBody>
      </p:sp>
      <p:grpSp>
        <p:nvGrpSpPr>
          <p:cNvPr id="317" name="Google Shape;317;p21"/>
          <p:cNvGrpSpPr/>
          <p:nvPr/>
        </p:nvGrpSpPr>
        <p:grpSpPr>
          <a:xfrm>
            <a:off x="459311" y="950400"/>
            <a:ext cx="2494458" cy="2125723"/>
            <a:chOff x="459311" y="977187"/>
            <a:chExt cx="2367404" cy="919041"/>
          </a:xfrm>
        </p:grpSpPr>
        <p:sp>
          <p:nvSpPr>
            <p:cNvPr id="318" name="Google Shape;318;p21"/>
            <p:cNvSpPr txBox="1"/>
            <p:nvPr/>
          </p:nvSpPr>
          <p:spPr>
            <a:xfrm>
              <a:off x="459311" y="977187"/>
              <a:ext cx="1230000" cy="50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200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Payment integrity</a:t>
              </a:r>
              <a:endParaRPr sz="20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19" name="Google Shape;319;p21"/>
            <p:cNvSpPr txBox="1"/>
            <p:nvPr/>
          </p:nvSpPr>
          <p:spPr>
            <a:xfrm>
              <a:off x="459312" y="1301628"/>
              <a:ext cx="1877100" cy="5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Ensuring secure payment process, using encrypted </a:t>
              </a:r>
              <a:r>
                <a:rPr lang="en-GB" sz="1200" dirty="0" err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gateaways</a:t>
              </a:r>
              <a:r>
                <a:rPr lang="en-GB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, fraud detection system. 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0" name="Google Shape;320;p21"/>
            <p:cNvSpPr/>
            <p:nvPr/>
          </p:nvSpPr>
          <p:spPr>
            <a:xfrm>
              <a:off x="2610715" y="1367587"/>
              <a:ext cx="216000" cy="216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21" name="Google Shape;321;p21"/>
            <p:cNvCxnSpPr>
              <a:stCxn id="320" idx="2"/>
            </p:cNvCxnSpPr>
            <p:nvPr/>
          </p:nvCxnSpPr>
          <p:spPr>
            <a:xfrm rot="10800000">
              <a:off x="2346715" y="1475587"/>
              <a:ext cx="2640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2" name="Google Shape;322;p21"/>
          <p:cNvGrpSpPr/>
          <p:nvPr/>
        </p:nvGrpSpPr>
        <p:grpSpPr>
          <a:xfrm>
            <a:off x="461486" y="2356636"/>
            <a:ext cx="1880728" cy="918867"/>
            <a:chOff x="461486" y="2104137"/>
            <a:chExt cx="1880728" cy="918867"/>
          </a:xfrm>
        </p:grpSpPr>
        <p:sp>
          <p:nvSpPr>
            <p:cNvPr id="323" name="Google Shape;323;p21"/>
            <p:cNvSpPr txBox="1"/>
            <p:nvPr/>
          </p:nvSpPr>
          <p:spPr>
            <a:xfrm>
              <a:off x="461486" y="2104137"/>
              <a:ext cx="1230000" cy="50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endParaRPr sz="19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4" name="Google Shape;324;p21"/>
            <p:cNvSpPr txBox="1"/>
            <p:nvPr/>
          </p:nvSpPr>
          <p:spPr>
            <a:xfrm>
              <a:off x="465114" y="2428404"/>
              <a:ext cx="1877100" cy="5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7" name="Google Shape;327;p21"/>
          <p:cNvGrpSpPr/>
          <p:nvPr/>
        </p:nvGrpSpPr>
        <p:grpSpPr>
          <a:xfrm>
            <a:off x="457134" y="2818917"/>
            <a:ext cx="2392277" cy="2048279"/>
            <a:chOff x="457134" y="2569646"/>
            <a:chExt cx="2392277" cy="1593424"/>
          </a:xfrm>
        </p:grpSpPr>
        <p:sp>
          <p:nvSpPr>
            <p:cNvPr id="328" name="Google Shape;328;p21"/>
            <p:cNvSpPr txBox="1"/>
            <p:nvPr/>
          </p:nvSpPr>
          <p:spPr>
            <a:xfrm>
              <a:off x="457134" y="2569646"/>
              <a:ext cx="1852117" cy="701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2000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Product Quality and Accuracy </a:t>
              </a:r>
              <a:endParaRPr sz="20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9" name="Google Shape;329;p21"/>
            <p:cNvSpPr txBox="1"/>
            <p:nvPr/>
          </p:nvSpPr>
          <p:spPr>
            <a:xfrm>
              <a:off x="457135" y="3182183"/>
              <a:ext cx="2392276" cy="98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Maintaining high standards for product descriptions, images, specifications and economical pricing. 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2610715" y="3626533"/>
              <a:ext cx="216000" cy="216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1" name="Google Shape;331;p21"/>
            <p:cNvCxnSpPr>
              <a:stCxn id="330" idx="2"/>
            </p:cNvCxnSpPr>
            <p:nvPr/>
          </p:nvCxnSpPr>
          <p:spPr>
            <a:xfrm rot="10800000">
              <a:off x="2342215" y="3734533"/>
              <a:ext cx="2685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32" name="Google Shape;332;p21"/>
          <p:cNvGrpSpPr/>
          <p:nvPr/>
        </p:nvGrpSpPr>
        <p:grpSpPr>
          <a:xfrm>
            <a:off x="6321454" y="988533"/>
            <a:ext cx="2664146" cy="2005456"/>
            <a:chOff x="6321455" y="977163"/>
            <a:chExt cx="2365410" cy="919045"/>
          </a:xfrm>
        </p:grpSpPr>
        <p:sp>
          <p:nvSpPr>
            <p:cNvPr id="333" name="Google Shape;333;p21"/>
            <p:cNvSpPr txBox="1"/>
            <p:nvPr/>
          </p:nvSpPr>
          <p:spPr>
            <a:xfrm>
              <a:off x="6619629" y="977163"/>
              <a:ext cx="1952169" cy="3244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2000" dirty="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Supply chain management </a:t>
              </a:r>
              <a:endParaRPr sz="2000" dirty="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34" name="Google Shape;334;p21"/>
            <p:cNvSpPr txBox="1"/>
            <p:nvPr/>
          </p:nvSpPr>
          <p:spPr>
            <a:xfrm>
              <a:off x="6809765" y="1301608"/>
              <a:ext cx="1877100" cy="5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Efficiently managing inventory, order fulfilment, shipping and delivery to ensure cost effective product availability. 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5" name="Google Shape;335;p21"/>
            <p:cNvSpPr/>
            <p:nvPr/>
          </p:nvSpPr>
          <p:spPr>
            <a:xfrm>
              <a:off x="6321455" y="1367587"/>
              <a:ext cx="216000" cy="216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6" name="Google Shape;336;p21"/>
            <p:cNvCxnSpPr>
              <a:stCxn id="335" idx="6"/>
            </p:cNvCxnSpPr>
            <p:nvPr/>
          </p:nvCxnSpPr>
          <p:spPr>
            <a:xfrm>
              <a:off x="6537455" y="1475587"/>
              <a:ext cx="2643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42" name="Google Shape;342;p21"/>
          <p:cNvGrpSpPr/>
          <p:nvPr/>
        </p:nvGrpSpPr>
        <p:grpSpPr>
          <a:xfrm>
            <a:off x="6321456" y="3076123"/>
            <a:ext cx="2620285" cy="1899073"/>
            <a:chOff x="6321455" y="3106131"/>
            <a:chExt cx="2384184" cy="1061650"/>
          </a:xfrm>
        </p:grpSpPr>
        <p:sp>
          <p:nvSpPr>
            <p:cNvPr id="343" name="Google Shape;343;p21"/>
            <p:cNvSpPr txBox="1"/>
            <p:nvPr/>
          </p:nvSpPr>
          <p:spPr>
            <a:xfrm>
              <a:off x="6587403" y="3106131"/>
              <a:ext cx="2118236" cy="256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800" dirty="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 Continuous      improvement</a:t>
              </a:r>
              <a:r>
                <a:rPr lang="en" sz="1200" dirty="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. </a:t>
              </a:r>
              <a:endParaRPr sz="1200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44" name="Google Shape;344;p21"/>
            <p:cNvSpPr txBox="1"/>
            <p:nvPr/>
          </p:nvSpPr>
          <p:spPr>
            <a:xfrm>
              <a:off x="6513537" y="3482326"/>
              <a:ext cx="2192102" cy="685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Embracing innovation and adapting to market changes, technogolical advancement and preferences for optimisation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5" name="Google Shape;345;p21"/>
            <p:cNvSpPr/>
            <p:nvPr/>
          </p:nvSpPr>
          <p:spPr>
            <a:xfrm>
              <a:off x="6321455" y="3626533"/>
              <a:ext cx="216000" cy="216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46" name="Google Shape;346;p21"/>
            <p:cNvCxnSpPr>
              <a:cxnSpLocks/>
              <a:stCxn id="345" idx="6"/>
            </p:cNvCxnSpPr>
            <p:nvPr/>
          </p:nvCxnSpPr>
          <p:spPr>
            <a:xfrm>
              <a:off x="6537455" y="3734533"/>
              <a:ext cx="2778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47" name="Google Shape;347;p21"/>
          <p:cNvSpPr/>
          <p:nvPr/>
        </p:nvSpPr>
        <p:spPr>
          <a:xfrm rot="-900539" flipH="1">
            <a:off x="3242908" y="1797876"/>
            <a:ext cx="1287217" cy="2053967"/>
          </a:xfrm>
          <a:custGeom>
            <a:avLst/>
            <a:gdLst/>
            <a:ahLst/>
            <a:cxnLst/>
            <a:rect l="l" t="t" r="r" b="b"/>
            <a:pathLst>
              <a:path w="91706" h="146332" extrusionOk="0">
                <a:moveTo>
                  <a:pt x="42074" y="1"/>
                </a:moveTo>
                <a:lnTo>
                  <a:pt x="1" y="81481"/>
                </a:lnTo>
                <a:lnTo>
                  <a:pt x="60395" y="141895"/>
                </a:lnTo>
                <a:lnTo>
                  <a:pt x="64831" y="146332"/>
                </a:lnTo>
                <a:cubicBezTo>
                  <a:pt x="81441" y="129721"/>
                  <a:pt x="91706" y="106805"/>
                  <a:pt x="91706" y="81481"/>
                </a:cubicBezTo>
                <a:cubicBezTo>
                  <a:pt x="91706" y="46012"/>
                  <a:pt x="71555" y="15238"/>
                  <a:pt x="42074" y="1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1"/>
          <p:cNvSpPr/>
          <p:nvPr/>
        </p:nvSpPr>
        <p:spPr>
          <a:xfrm rot="-900539" flipH="1">
            <a:off x="4403787" y="1638802"/>
            <a:ext cx="1370986" cy="1079479"/>
          </a:xfrm>
          <a:custGeom>
            <a:avLst/>
            <a:gdLst/>
            <a:ahLst/>
            <a:cxnLst/>
            <a:rect l="l" t="t" r="r" b="b"/>
            <a:pathLst>
              <a:path w="97674" h="76906" extrusionOk="0">
                <a:moveTo>
                  <a:pt x="28606" y="1"/>
                </a:moveTo>
                <a:cubicBezTo>
                  <a:pt x="10942" y="17685"/>
                  <a:pt x="1" y="42094"/>
                  <a:pt x="1" y="69068"/>
                </a:cubicBezTo>
                <a:cubicBezTo>
                  <a:pt x="1" y="71714"/>
                  <a:pt x="100" y="74320"/>
                  <a:pt x="319" y="76906"/>
                </a:cubicBezTo>
                <a:lnTo>
                  <a:pt x="6267" y="76428"/>
                </a:lnTo>
                <a:lnTo>
                  <a:pt x="97674" y="69068"/>
                </a:lnTo>
                <a:lnTo>
                  <a:pt x="32824" y="4238"/>
                </a:lnTo>
                <a:lnTo>
                  <a:pt x="28606" y="1"/>
                </a:lnTo>
                <a:close/>
              </a:path>
            </a:pathLst>
          </a:cu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1"/>
          <p:cNvSpPr/>
          <p:nvPr/>
        </p:nvSpPr>
        <p:spPr>
          <a:xfrm rot="-900414" flipH="1">
            <a:off x="4174531" y="1412155"/>
            <a:ext cx="1094923" cy="1286951"/>
          </a:xfrm>
          <a:custGeom>
            <a:avLst/>
            <a:gdLst/>
            <a:ahLst/>
            <a:cxnLst/>
            <a:rect l="l" t="t" r="r" b="b"/>
            <a:pathLst>
              <a:path w="84505" h="91687" extrusionOk="0">
                <a:moveTo>
                  <a:pt x="64831" y="1"/>
                </a:moveTo>
                <a:cubicBezTo>
                  <a:pt x="39507" y="1"/>
                  <a:pt x="16591" y="10265"/>
                  <a:pt x="0" y="26856"/>
                </a:cubicBezTo>
                <a:lnTo>
                  <a:pt x="4436" y="31292"/>
                </a:lnTo>
                <a:lnTo>
                  <a:pt x="64831" y="91686"/>
                </a:lnTo>
                <a:lnTo>
                  <a:pt x="83152" y="8256"/>
                </a:lnTo>
                <a:lnTo>
                  <a:pt x="84505" y="2109"/>
                </a:lnTo>
                <a:cubicBezTo>
                  <a:pt x="78159" y="737"/>
                  <a:pt x="71594" y="1"/>
                  <a:pt x="648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1"/>
          <p:cNvSpPr/>
          <p:nvPr/>
        </p:nvSpPr>
        <p:spPr>
          <a:xfrm rot="-900539" flipH="1">
            <a:off x="4610010" y="2569001"/>
            <a:ext cx="1463401" cy="746369"/>
          </a:xfrm>
          <a:custGeom>
            <a:avLst/>
            <a:gdLst/>
            <a:ahLst/>
            <a:cxnLst/>
            <a:rect l="l" t="t" r="r" b="b"/>
            <a:pathLst>
              <a:path w="104258" h="53174" extrusionOk="0">
                <a:moveTo>
                  <a:pt x="104258" y="0"/>
                </a:moveTo>
                <a:lnTo>
                  <a:pt x="19117" y="6843"/>
                </a:lnTo>
                <a:lnTo>
                  <a:pt x="0" y="8375"/>
                </a:lnTo>
                <a:cubicBezTo>
                  <a:pt x="1293" y="24647"/>
                  <a:pt x="6306" y="39845"/>
                  <a:pt x="14184" y="53173"/>
                </a:cubicBezTo>
                <a:lnTo>
                  <a:pt x="104258" y="0"/>
                </a:ln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1"/>
          <p:cNvSpPr/>
          <p:nvPr/>
        </p:nvSpPr>
        <p:spPr>
          <a:xfrm rot="-900539" flipH="1">
            <a:off x="3742762" y="2720426"/>
            <a:ext cx="2150298" cy="1370986"/>
          </a:xfrm>
          <a:custGeom>
            <a:avLst/>
            <a:gdLst/>
            <a:ahLst/>
            <a:cxnLst/>
            <a:rect l="l" t="t" r="r" b="b"/>
            <a:pathLst>
              <a:path w="153195" h="97674" extrusionOk="0">
                <a:moveTo>
                  <a:pt x="84127" y="0"/>
                </a:moveTo>
                <a:lnTo>
                  <a:pt x="0" y="49652"/>
                </a:lnTo>
                <a:cubicBezTo>
                  <a:pt x="17009" y="78397"/>
                  <a:pt x="48320" y="97674"/>
                  <a:pt x="84127" y="97674"/>
                </a:cubicBezTo>
                <a:cubicBezTo>
                  <a:pt x="111101" y="97674"/>
                  <a:pt x="135509" y="86752"/>
                  <a:pt x="153194" y="69068"/>
                </a:cubicBezTo>
                <a:lnTo>
                  <a:pt x="84127" y="0"/>
                </a:lnTo>
                <a:close/>
              </a:path>
            </a:pathLst>
          </a:cu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1"/>
          <p:cNvSpPr/>
          <p:nvPr/>
        </p:nvSpPr>
        <p:spPr>
          <a:xfrm rot="-899781" flipH="1">
            <a:off x="3764423" y="2071746"/>
            <a:ext cx="1547970" cy="1439166"/>
          </a:xfrm>
          <a:custGeom>
            <a:avLst/>
            <a:gdLst/>
            <a:ahLst/>
            <a:cxnLst/>
            <a:rect l="l" t="t" r="r" b="b"/>
            <a:pathLst>
              <a:path w="72629" h="67522" extrusionOk="0">
                <a:moveTo>
                  <a:pt x="36360" y="0"/>
                </a:moveTo>
                <a:cubicBezTo>
                  <a:pt x="34564" y="0"/>
                  <a:pt x="32744" y="144"/>
                  <a:pt x="30914" y="441"/>
                </a:cubicBezTo>
                <a:cubicBezTo>
                  <a:pt x="12513" y="3425"/>
                  <a:pt x="1" y="20771"/>
                  <a:pt x="3004" y="39172"/>
                </a:cubicBezTo>
                <a:cubicBezTo>
                  <a:pt x="5691" y="55743"/>
                  <a:pt x="20010" y="67522"/>
                  <a:pt x="36285" y="67522"/>
                </a:cubicBezTo>
                <a:cubicBezTo>
                  <a:pt x="38082" y="67522"/>
                  <a:pt x="39903" y="67378"/>
                  <a:pt x="41735" y="67081"/>
                </a:cubicBezTo>
                <a:cubicBezTo>
                  <a:pt x="60136" y="64097"/>
                  <a:pt x="72629" y="46751"/>
                  <a:pt x="69645" y="28350"/>
                </a:cubicBezTo>
                <a:cubicBezTo>
                  <a:pt x="66958" y="11780"/>
                  <a:pt x="52623" y="0"/>
                  <a:pt x="363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1"/>
          <p:cNvSpPr/>
          <p:nvPr/>
        </p:nvSpPr>
        <p:spPr>
          <a:xfrm rot="-899948" flipH="1">
            <a:off x="3931447" y="2217604"/>
            <a:ext cx="1214018" cy="1106027"/>
          </a:xfrm>
          <a:custGeom>
            <a:avLst/>
            <a:gdLst/>
            <a:ahLst/>
            <a:cxnLst/>
            <a:rect l="l" t="t" r="r" b="b"/>
            <a:pathLst>
              <a:path w="86495" h="78801" extrusionOk="0">
                <a:moveTo>
                  <a:pt x="43245" y="1"/>
                </a:moveTo>
                <a:cubicBezTo>
                  <a:pt x="33162" y="1"/>
                  <a:pt x="23076" y="3845"/>
                  <a:pt x="15378" y="11533"/>
                </a:cubicBezTo>
                <a:cubicBezTo>
                  <a:pt x="1" y="26930"/>
                  <a:pt x="1" y="51876"/>
                  <a:pt x="15378" y="67253"/>
                </a:cubicBezTo>
                <a:cubicBezTo>
                  <a:pt x="23076" y="74951"/>
                  <a:pt x="33162" y="78801"/>
                  <a:pt x="43245" y="78801"/>
                </a:cubicBezTo>
                <a:cubicBezTo>
                  <a:pt x="53328" y="78801"/>
                  <a:pt x="63409" y="74951"/>
                  <a:pt x="71097" y="67253"/>
                </a:cubicBezTo>
                <a:cubicBezTo>
                  <a:pt x="86494" y="51876"/>
                  <a:pt x="86494" y="26930"/>
                  <a:pt x="71097" y="11533"/>
                </a:cubicBezTo>
                <a:cubicBezTo>
                  <a:pt x="63409" y="3845"/>
                  <a:pt x="53328" y="1"/>
                  <a:pt x="4324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4" name="Google Shape;354;p21"/>
          <p:cNvGrpSpPr/>
          <p:nvPr/>
        </p:nvGrpSpPr>
        <p:grpSpPr>
          <a:xfrm>
            <a:off x="4064282" y="2421924"/>
            <a:ext cx="948251" cy="738810"/>
            <a:chOff x="4064282" y="2421924"/>
            <a:chExt cx="948251" cy="738810"/>
          </a:xfrm>
        </p:grpSpPr>
        <p:sp>
          <p:nvSpPr>
            <p:cNvPr id="355" name="Google Shape;355;p21"/>
            <p:cNvSpPr/>
            <p:nvPr/>
          </p:nvSpPr>
          <p:spPr>
            <a:xfrm>
              <a:off x="4064282" y="2421924"/>
              <a:ext cx="560623" cy="613758"/>
            </a:xfrm>
            <a:custGeom>
              <a:avLst/>
              <a:gdLst/>
              <a:ahLst/>
              <a:cxnLst/>
              <a:rect l="l" t="t" r="r" b="b"/>
              <a:pathLst>
                <a:path w="17947" h="19648" extrusionOk="0">
                  <a:moveTo>
                    <a:pt x="0" y="0"/>
                  </a:moveTo>
                  <a:lnTo>
                    <a:pt x="0" y="19648"/>
                  </a:lnTo>
                  <a:lnTo>
                    <a:pt x="17947" y="19648"/>
                  </a:lnTo>
                  <a:lnTo>
                    <a:pt x="179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1"/>
            <p:cNvSpPr/>
            <p:nvPr/>
          </p:nvSpPr>
          <p:spPr>
            <a:xfrm>
              <a:off x="4064282" y="2648026"/>
              <a:ext cx="948251" cy="429362"/>
            </a:xfrm>
            <a:custGeom>
              <a:avLst/>
              <a:gdLst/>
              <a:ahLst/>
              <a:cxnLst/>
              <a:rect l="l" t="t" r="r" b="b"/>
              <a:pathLst>
                <a:path w="30356" h="13745" extrusionOk="0">
                  <a:moveTo>
                    <a:pt x="17947" y="1"/>
                  </a:moveTo>
                  <a:lnTo>
                    <a:pt x="17947" y="9741"/>
                  </a:lnTo>
                  <a:lnTo>
                    <a:pt x="0" y="9741"/>
                  </a:lnTo>
                  <a:lnTo>
                    <a:pt x="0" y="12410"/>
                  </a:lnTo>
                  <a:lnTo>
                    <a:pt x="0" y="13144"/>
                  </a:lnTo>
                  <a:lnTo>
                    <a:pt x="0" y="13744"/>
                  </a:lnTo>
                  <a:lnTo>
                    <a:pt x="30355" y="13744"/>
                  </a:lnTo>
                  <a:lnTo>
                    <a:pt x="30355" y="12110"/>
                  </a:lnTo>
                  <a:lnTo>
                    <a:pt x="29155" y="12110"/>
                  </a:lnTo>
                  <a:lnTo>
                    <a:pt x="29155" y="7273"/>
                  </a:lnTo>
                  <a:lnTo>
                    <a:pt x="27620" y="6872"/>
                  </a:lnTo>
                  <a:lnTo>
                    <a:pt x="24918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1"/>
            <p:cNvSpPr/>
            <p:nvPr/>
          </p:nvSpPr>
          <p:spPr>
            <a:xfrm>
              <a:off x="4120542" y="2993987"/>
              <a:ext cx="166747" cy="166747"/>
            </a:xfrm>
            <a:custGeom>
              <a:avLst/>
              <a:gdLst/>
              <a:ahLst/>
              <a:cxnLst/>
              <a:rect l="l" t="t" r="r" b="b"/>
              <a:pathLst>
                <a:path w="5338" h="5338" extrusionOk="0">
                  <a:moveTo>
                    <a:pt x="2669" y="0"/>
                  </a:moveTo>
                  <a:cubicBezTo>
                    <a:pt x="1168" y="0"/>
                    <a:pt x="1" y="1201"/>
                    <a:pt x="1" y="2669"/>
                  </a:cubicBezTo>
                  <a:cubicBezTo>
                    <a:pt x="1" y="4170"/>
                    <a:pt x="1202" y="5338"/>
                    <a:pt x="2669" y="5338"/>
                  </a:cubicBezTo>
                  <a:cubicBezTo>
                    <a:pt x="4137" y="5338"/>
                    <a:pt x="5338" y="4170"/>
                    <a:pt x="5338" y="2669"/>
                  </a:cubicBezTo>
                  <a:cubicBezTo>
                    <a:pt x="5338" y="1201"/>
                    <a:pt x="4137" y="0"/>
                    <a:pt x="2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1"/>
            <p:cNvSpPr/>
            <p:nvPr/>
          </p:nvSpPr>
          <p:spPr>
            <a:xfrm>
              <a:off x="4175771" y="3050247"/>
              <a:ext cx="55259" cy="55259"/>
            </a:xfrm>
            <a:custGeom>
              <a:avLst/>
              <a:gdLst/>
              <a:ahLst/>
              <a:cxnLst/>
              <a:rect l="l" t="t" r="r" b="b"/>
              <a:pathLst>
                <a:path w="1769" h="1769" extrusionOk="0">
                  <a:moveTo>
                    <a:pt x="901" y="1"/>
                  </a:moveTo>
                  <a:cubicBezTo>
                    <a:pt x="401" y="1"/>
                    <a:pt x="1" y="401"/>
                    <a:pt x="1" y="868"/>
                  </a:cubicBezTo>
                  <a:cubicBezTo>
                    <a:pt x="1" y="1368"/>
                    <a:pt x="401" y="1769"/>
                    <a:pt x="901" y="1769"/>
                  </a:cubicBezTo>
                  <a:cubicBezTo>
                    <a:pt x="1368" y="1769"/>
                    <a:pt x="1769" y="1368"/>
                    <a:pt x="1769" y="868"/>
                  </a:cubicBezTo>
                  <a:cubicBezTo>
                    <a:pt x="1769" y="401"/>
                    <a:pt x="1368" y="1"/>
                    <a:pt x="9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1"/>
            <p:cNvSpPr/>
            <p:nvPr/>
          </p:nvSpPr>
          <p:spPr>
            <a:xfrm>
              <a:off x="4708256" y="2993987"/>
              <a:ext cx="166747" cy="166747"/>
            </a:xfrm>
            <a:custGeom>
              <a:avLst/>
              <a:gdLst/>
              <a:ahLst/>
              <a:cxnLst/>
              <a:rect l="l" t="t" r="r" b="b"/>
              <a:pathLst>
                <a:path w="5338" h="5338" extrusionOk="0">
                  <a:moveTo>
                    <a:pt x="2669" y="0"/>
                  </a:moveTo>
                  <a:cubicBezTo>
                    <a:pt x="1201" y="0"/>
                    <a:pt x="0" y="1201"/>
                    <a:pt x="0" y="2669"/>
                  </a:cubicBezTo>
                  <a:cubicBezTo>
                    <a:pt x="0" y="4170"/>
                    <a:pt x="1201" y="5338"/>
                    <a:pt x="2669" y="5338"/>
                  </a:cubicBezTo>
                  <a:cubicBezTo>
                    <a:pt x="4136" y="5338"/>
                    <a:pt x="5337" y="4170"/>
                    <a:pt x="5337" y="2669"/>
                  </a:cubicBezTo>
                  <a:cubicBezTo>
                    <a:pt x="5337" y="1201"/>
                    <a:pt x="4136" y="0"/>
                    <a:pt x="2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1"/>
            <p:cNvSpPr/>
            <p:nvPr/>
          </p:nvSpPr>
          <p:spPr>
            <a:xfrm>
              <a:off x="4763484" y="3050247"/>
              <a:ext cx="55259" cy="55259"/>
            </a:xfrm>
            <a:custGeom>
              <a:avLst/>
              <a:gdLst/>
              <a:ahLst/>
              <a:cxnLst/>
              <a:rect l="l" t="t" r="r" b="b"/>
              <a:pathLst>
                <a:path w="1769" h="1769" extrusionOk="0">
                  <a:moveTo>
                    <a:pt x="901" y="1"/>
                  </a:moveTo>
                  <a:cubicBezTo>
                    <a:pt x="400" y="1"/>
                    <a:pt x="0" y="401"/>
                    <a:pt x="0" y="868"/>
                  </a:cubicBezTo>
                  <a:cubicBezTo>
                    <a:pt x="0" y="1368"/>
                    <a:pt x="400" y="1769"/>
                    <a:pt x="901" y="1769"/>
                  </a:cubicBezTo>
                  <a:cubicBezTo>
                    <a:pt x="1401" y="1769"/>
                    <a:pt x="1768" y="1368"/>
                    <a:pt x="1768" y="868"/>
                  </a:cubicBezTo>
                  <a:cubicBezTo>
                    <a:pt x="1768" y="401"/>
                    <a:pt x="1401" y="1"/>
                    <a:pt x="9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1"/>
            <p:cNvSpPr/>
            <p:nvPr/>
          </p:nvSpPr>
          <p:spPr>
            <a:xfrm>
              <a:off x="4648841" y="2683481"/>
              <a:ext cx="227192" cy="162561"/>
            </a:xfrm>
            <a:custGeom>
              <a:avLst/>
              <a:gdLst/>
              <a:ahLst/>
              <a:cxnLst/>
              <a:rect l="l" t="t" r="r" b="b"/>
              <a:pathLst>
                <a:path w="7273" h="5204" extrusionOk="0">
                  <a:moveTo>
                    <a:pt x="1" y="0"/>
                  </a:moveTo>
                  <a:lnTo>
                    <a:pt x="1" y="5204"/>
                  </a:lnTo>
                  <a:lnTo>
                    <a:pt x="7273" y="5204"/>
                  </a:lnTo>
                  <a:lnTo>
                    <a:pt x="54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2" name="Google Shape;362;p21"/>
          <p:cNvSpPr/>
          <p:nvPr/>
        </p:nvSpPr>
        <p:spPr>
          <a:xfrm>
            <a:off x="4195684" y="2539890"/>
            <a:ext cx="311959" cy="331833"/>
          </a:xfrm>
          <a:custGeom>
            <a:avLst/>
            <a:gdLst/>
            <a:ahLst/>
            <a:cxnLst/>
            <a:rect l="l" t="t" r="r" b="b"/>
            <a:pathLst>
              <a:path w="10475" h="11143" extrusionOk="0">
                <a:moveTo>
                  <a:pt x="6005" y="3470"/>
                </a:moveTo>
                <a:cubicBezTo>
                  <a:pt x="6371" y="3470"/>
                  <a:pt x="6638" y="3537"/>
                  <a:pt x="6805" y="3604"/>
                </a:cubicBezTo>
                <a:lnTo>
                  <a:pt x="6472" y="5405"/>
                </a:lnTo>
                <a:cubicBezTo>
                  <a:pt x="6305" y="6406"/>
                  <a:pt x="5437" y="7573"/>
                  <a:pt x="4537" y="7573"/>
                </a:cubicBezTo>
                <a:cubicBezTo>
                  <a:pt x="3836" y="7573"/>
                  <a:pt x="3469" y="7073"/>
                  <a:pt x="3469" y="6372"/>
                </a:cubicBezTo>
                <a:cubicBezTo>
                  <a:pt x="3469" y="4804"/>
                  <a:pt x="4604" y="3470"/>
                  <a:pt x="6005" y="3470"/>
                </a:cubicBezTo>
                <a:close/>
                <a:moveTo>
                  <a:pt x="5838" y="1"/>
                </a:moveTo>
                <a:cubicBezTo>
                  <a:pt x="2269" y="1"/>
                  <a:pt x="0" y="2870"/>
                  <a:pt x="0" y="6139"/>
                </a:cubicBezTo>
                <a:cubicBezTo>
                  <a:pt x="0" y="9241"/>
                  <a:pt x="2235" y="11142"/>
                  <a:pt x="4837" y="11142"/>
                </a:cubicBezTo>
                <a:cubicBezTo>
                  <a:pt x="5904" y="11142"/>
                  <a:pt x="6805" y="10975"/>
                  <a:pt x="7672" y="10508"/>
                </a:cubicBezTo>
                <a:lnTo>
                  <a:pt x="7439" y="9808"/>
                </a:lnTo>
                <a:cubicBezTo>
                  <a:pt x="6772" y="10175"/>
                  <a:pt x="5938" y="10375"/>
                  <a:pt x="5037" y="10375"/>
                </a:cubicBezTo>
                <a:cubicBezTo>
                  <a:pt x="2669" y="10375"/>
                  <a:pt x="901" y="8707"/>
                  <a:pt x="901" y="6039"/>
                </a:cubicBezTo>
                <a:cubicBezTo>
                  <a:pt x="901" y="2803"/>
                  <a:pt x="3102" y="735"/>
                  <a:pt x="5704" y="735"/>
                </a:cubicBezTo>
                <a:cubicBezTo>
                  <a:pt x="8173" y="735"/>
                  <a:pt x="9574" y="2403"/>
                  <a:pt x="9574" y="4738"/>
                </a:cubicBezTo>
                <a:cubicBezTo>
                  <a:pt x="9574" y="6545"/>
                  <a:pt x="8699" y="7640"/>
                  <a:pt x="7876" y="7640"/>
                </a:cubicBezTo>
                <a:cubicBezTo>
                  <a:pt x="7864" y="7640"/>
                  <a:pt x="7851" y="7640"/>
                  <a:pt x="7839" y="7640"/>
                </a:cubicBezTo>
                <a:cubicBezTo>
                  <a:pt x="7305" y="7640"/>
                  <a:pt x="7139" y="7073"/>
                  <a:pt x="7372" y="5872"/>
                </a:cubicBezTo>
                <a:lnTo>
                  <a:pt x="7906" y="2970"/>
                </a:lnTo>
                <a:cubicBezTo>
                  <a:pt x="7506" y="2770"/>
                  <a:pt x="6872" y="2636"/>
                  <a:pt x="6205" y="2636"/>
                </a:cubicBezTo>
                <a:cubicBezTo>
                  <a:pt x="3970" y="2636"/>
                  <a:pt x="2435" y="4437"/>
                  <a:pt x="2435" y="6439"/>
                </a:cubicBezTo>
                <a:cubicBezTo>
                  <a:pt x="2435" y="7673"/>
                  <a:pt x="3203" y="8440"/>
                  <a:pt x="4137" y="8440"/>
                </a:cubicBezTo>
                <a:cubicBezTo>
                  <a:pt x="5104" y="8440"/>
                  <a:pt x="5838" y="7973"/>
                  <a:pt x="6405" y="7039"/>
                </a:cubicBezTo>
                <a:lnTo>
                  <a:pt x="6438" y="7039"/>
                </a:lnTo>
                <a:cubicBezTo>
                  <a:pt x="6405" y="8007"/>
                  <a:pt x="7005" y="8440"/>
                  <a:pt x="7639" y="8440"/>
                </a:cubicBezTo>
                <a:cubicBezTo>
                  <a:pt x="9140" y="8440"/>
                  <a:pt x="10474" y="7039"/>
                  <a:pt x="10474" y="4638"/>
                </a:cubicBezTo>
                <a:cubicBezTo>
                  <a:pt x="10474" y="1969"/>
                  <a:pt x="8606" y="1"/>
                  <a:pt x="583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1"/>
          <p:cNvSpPr txBox="1">
            <a:spLocks noGrp="1"/>
          </p:cNvSpPr>
          <p:nvPr>
            <p:ph type="title"/>
          </p:nvPr>
        </p:nvSpPr>
        <p:spPr>
          <a:xfrm>
            <a:off x="4714850" y="3488475"/>
            <a:ext cx="6294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35%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364" name="Google Shape;364;p21"/>
          <p:cNvSpPr txBox="1">
            <a:spLocks noGrp="1"/>
          </p:cNvSpPr>
          <p:nvPr>
            <p:ph type="title"/>
          </p:nvPr>
        </p:nvSpPr>
        <p:spPr>
          <a:xfrm>
            <a:off x="3214275" y="2608988"/>
            <a:ext cx="6294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20%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365" name="Google Shape;365;p21"/>
          <p:cNvSpPr txBox="1">
            <a:spLocks noGrp="1"/>
          </p:cNvSpPr>
          <p:nvPr>
            <p:ph type="title"/>
          </p:nvPr>
        </p:nvSpPr>
        <p:spPr>
          <a:xfrm>
            <a:off x="4259388" y="1591475"/>
            <a:ext cx="6294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15%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366" name="Google Shape;366;p21"/>
          <p:cNvSpPr txBox="1">
            <a:spLocks noGrp="1"/>
          </p:cNvSpPr>
          <p:nvPr>
            <p:ph type="title"/>
          </p:nvPr>
        </p:nvSpPr>
        <p:spPr>
          <a:xfrm>
            <a:off x="5117938" y="1939025"/>
            <a:ext cx="6294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15%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367" name="Google Shape;367;p21"/>
          <p:cNvSpPr txBox="1">
            <a:spLocks noGrp="1"/>
          </p:cNvSpPr>
          <p:nvPr>
            <p:ph type="title"/>
          </p:nvPr>
        </p:nvSpPr>
        <p:spPr>
          <a:xfrm>
            <a:off x="5344238" y="2608988"/>
            <a:ext cx="6294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10%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368" name="Google Shape;368;p21"/>
          <p:cNvSpPr txBox="1">
            <a:spLocks noGrp="1"/>
          </p:cNvSpPr>
          <p:nvPr>
            <p:ph type="title"/>
          </p:nvPr>
        </p:nvSpPr>
        <p:spPr>
          <a:xfrm>
            <a:off x="3691424" y="1725813"/>
            <a:ext cx="6294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5%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2"/>
          <p:cNvSpPr txBox="1">
            <a:spLocks noGrp="1"/>
          </p:cNvSpPr>
          <p:nvPr>
            <p:ph type="title"/>
          </p:nvPr>
        </p:nvSpPr>
        <p:spPr>
          <a:xfrm>
            <a:off x="2514575" y="409575"/>
            <a:ext cx="4114800" cy="32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Best practices for E commerce  </a:t>
            </a:r>
            <a:endParaRPr dirty="0"/>
          </a:p>
        </p:txBody>
      </p:sp>
      <p:sp>
        <p:nvSpPr>
          <p:cNvPr id="374" name="Google Shape;374;p22"/>
          <p:cNvSpPr/>
          <p:nvPr/>
        </p:nvSpPr>
        <p:spPr>
          <a:xfrm>
            <a:off x="6890099" y="2564150"/>
            <a:ext cx="826500" cy="873300"/>
          </a:xfrm>
          <a:prstGeom prst="roundRect">
            <a:avLst>
              <a:gd name="adj" fmla="val 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2"/>
          <p:cNvSpPr/>
          <p:nvPr/>
        </p:nvSpPr>
        <p:spPr>
          <a:xfrm>
            <a:off x="5919925" y="2564183"/>
            <a:ext cx="826500" cy="873300"/>
          </a:xfrm>
          <a:prstGeom prst="roundRect">
            <a:avLst>
              <a:gd name="adj" fmla="val 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2"/>
          <p:cNvSpPr/>
          <p:nvPr/>
        </p:nvSpPr>
        <p:spPr>
          <a:xfrm>
            <a:off x="7860274" y="2564183"/>
            <a:ext cx="826500" cy="873300"/>
          </a:xfrm>
          <a:prstGeom prst="roundRect">
            <a:avLst>
              <a:gd name="adj" fmla="val 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2"/>
          <p:cNvSpPr/>
          <p:nvPr/>
        </p:nvSpPr>
        <p:spPr>
          <a:xfrm>
            <a:off x="6890100" y="3565651"/>
            <a:ext cx="826500" cy="873300"/>
          </a:xfrm>
          <a:prstGeom prst="roundRect">
            <a:avLst>
              <a:gd name="adj" fmla="val 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2"/>
          <p:cNvSpPr/>
          <p:nvPr/>
        </p:nvSpPr>
        <p:spPr>
          <a:xfrm>
            <a:off x="5919925" y="3565675"/>
            <a:ext cx="826500" cy="873300"/>
          </a:xfrm>
          <a:prstGeom prst="roundRect">
            <a:avLst>
              <a:gd name="adj" fmla="val 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2"/>
          <p:cNvSpPr/>
          <p:nvPr/>
        </p:nvSpPr>
        <p:spPr>
          <a:xfrm>
            <a:off x="7860275" y="3565675"/>
            <a:ext cx="826500" cy="873300"/>
          </a:xfrm>
          <a:prstGeom prst="roundRect">
            <a:avLst>
              <a:gd name="adj" fmla="val 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2"/>
          <p:cNvSpPr/>
          <p:nvPr/>
        </p:nvSpPr>
        <p:spPr>
          <a:xfrm>
            <a:off x="1413125" y="2563826"/>
            <a:ext cx="4355982" cy="873406"/>
          </a:xfrm>
          <a:custGeom>
            <a:avLst/>
            <a:gdLst/>
            <a:ahLst/>
            <a:cxnLst/>
            <a:rect l="l" t="t" r="r" b="b"/>
            <a:pathLst>
              <a:path w="203884" h="28552" extrusionOk="0">
                <a:moveTo>
                  <a:pt x="1" y="0"/>
                </a:moveTo>
                <a:lnTo>
                  <a:pt x="1" y="28552"/>
                </a:lnTo>
                <a:lnTo>
                  <a:pt x="203883" y="28552"/>
                </a:lnTo>
                <a:lnTo>
                  <a:pt x="203883" y="0"/>
                </a:lnTo>
                <a:close/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2"/>
          <p:cNvSpPr/>
          <p:nvPr/>
        </p:nvSpPr>
        <p:spPr>
          <a:xfrm>
            <a:off x="1413125" y="3565625"/>
            <a:ext cx="4355982" cy="873406"/>
          </a:xfrm>
          <a:custGeom>
            <a:avLst/>
            <a:gdLst/>
            <a:ahLst/>
            <a:cxnLst/>
            <a:rect l="l" t="t" r="r" b="b"/>
            <a:pathLst>
              <a:path w="203884" h="28552" extrusionOk="0">
                <a:moveTo>
                  <a:pt x="1" y="0"/>
                </a:moveTo>
                <a:lnTo>
                  <a:pt x="1" y="28552"/>
                </a:lnTo>
                <a:lnTo>
                  <a:pt x="203883" y="28552"/>
                </a:lnTo>
                <a:lnTo>
                  <a:pt x="203883" y="0"/>
                </a:lnTo>
                <a:close/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2"/>
          <p:cNvSpPr/>
          <p:nvPr/>
        </p:nvSpPr>
        <p:spPr>
          <a:xfrm>
            <a:off x="1423837" y="1562024"/>
            <a:ext cx="4355982" cy="873406"/>
          </a:xfrm>
          <a:custGeom>
            <a:avLst/>
            <a:gdLst/>
            <a:ahLst/>
            <a:cxnLst/>
            <a:rect l="l" t="t" r="r" b="b"/>
            <a:pathLst>
              <a:path w="203884" h="28552" extrusionOk="0">
                <a:moveTo>
                  <a:pt x="1" y="0"/>
                </a:moveTo>
                <a:lnTo>
                  <a:pt x="1" y="28552"/>
                </a:lnTo>
                <a:lnTo>
                  <a:pt x="203883" y="28552"/>
                </a:lnTo>
                <a:lnTo>
                  <a:pt x="203883" y="0"/>
                </a:lnTo>
                <a:close/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3" name="Google Shape;383;p22"/>
          <p:cNvGrpSpPr/>
          <p:nvPr/>
        </p:nvGrpSpPr>
        <p:grpSpPr>
          <a:xfrm>
            <a:off x="2242454" y="1562024"/>
            <a:ext cx="2697300" cy="751903"/>
            <a:chOff x="2242454" y="1550714"/>
            <a:chExt cx="2697300" cy="751903"/>
          </a:xfrm>
        </p:grpSpPr>
        <p:sp>
          <p:nvSpPr>
            <p:cNvPr id="384" name="Google Shape;384;p22"/>
            <p:cNvSpPr txBox="1"/>
            <p:nvPr/>
          </p:nvSpPr>
          <p:spPr>
            <a:xfrm>
              <a:off x="2393993" y="1550714"/>
              <a:ext cx="2322007" cy="34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Mobile optimisation </a:t>
              </a:r>
              <a:endParaRPr sz="17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85" name="Google Shape;385;p22"/>
            <p:cNvSpPr txBox="1"/>
            <p:nvPr/>
          </p:nvSpPr>
          <p:spPr>
            <a:xfrm>
              <a:off x="2242454" y="2016717"/>
              <a:ext cx="2697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Ensuring that the website is mobile optimised since there are abundant mobile users. 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86" name="Google Shape;386;p22"/>
          <p:cNvSpPr/>
          <p:nvPr/>
        </p:nvSpPr>
        <p:spPr>
          <a:xfrm>
            <a:off x="6890099" y="1562351"/>
            <a:ext cx="826500" cy="873300"/>
          </a:xfrm>
          <a:prstGeom prst="roundRect">
            <a:avLst>
              <a:gd name="adj" fmla="val 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2"/>
          <p:cNvSpPr/>
          <p:nvPr/>
        </p:nvSpPr>
        <p:spPr>
          <a:xfrm>
            <a:off x="5919925" y="1562384"/>
            <a:ext cx="826500" cy="873300"/>
          </a:xfrm>
          <a:prstGeom prst="roundRect">
            <a:avLst>
              <a:gd name="adj" fmla="val 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2"/>
          <p:cNvSpPr/>
          <p:nvPr/>
        </p:nvSpPr>
        <p:spPr>
          <a:xfrm>
            <a:off x="7860274" y="1562384"/>
            <a:ext cx="826500" cy="873300"/>
          </a:xfrm>
          <a:prstGeom prst="roundRect">
            <a:avLst>
              <a:gd name="adj" fmla="val 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2"/>
          <p:cNvSpPr txBox="1">
            <a:spLocks noGrp="1"/>
          </p:cNvSpPr>
          <p:nvPr>
            <p:ph type="title"/>
          </p:nvPr>
        </p:nvSpPr>
        <p:spPr>
          <a:xfrm>
            <a:off x="6006731" y="1789999"/>
            <a:ext cx="6531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25%</a:t>
            </a:r>
          </a:p>
        </p:txBody>
      </p:sp>
      <p:sp>
        <p:nvSpPr>
          <p:cNvPr id="390" name="Google Shape;390;p22"/>
          <p:cNvSpPr txBox="1">
            <a:spLocks noGrp="1"/>
          </p:cNvSpPr>
          <p:nvPr>
            <p:ph type="title"/>
          </p:nvPr>
        </p:nvSpPr>
        <p:spPr>
          <a:xfrm>
            <a:off x="6976897" y="1789999"/>
            <a:ext cx="6531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45%</a:t>
            </a:r>
            <a:endParaRPr sz="1700"/>
          </a:p>
        </p:txBody>
      </p:sp>
      <p:sp>
        <p:nvSpPr>
          <p:cNvPr id="391" name="Google Shape;391;p22"/>
          <p:cNvSpPr txBox="1">
            <a:spLocks noGrp="1"/>
          </p:cNvSpPr>
          <p:nvPr>
            <p:ph type="title"/>
          </p:nvPr>
        </p:nvSpPr>
        <p:spPr>
          <a:xfrm>
            <a:off x="7947063" y="1789999"/>
            <a:ext cx="6531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85%</a:t>
            </a:r>
            <a:endParaRPr sz="1700"/>
          </a:p>
        </p:txBody>
      </p:sp>
      <p:sp>
        <p:nvSpPr>
          <p:cNvPr id="392" name="Google Shape;392;p22"/>
          <p:cNvSpPr txBox="1">
            <a:spLocks noGrp="1"/>
          </p:cNvSpPr>
          <p:nvPr>
            <p:ph type="title"/>
          </p:nvPr>
        </p:nvSpPr>
        <p:spPr>
          <a:xfrm>
            <a:off x="6006745" y="2791577"/>
            <a:ext cx="6531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10%</a:t>
            </a:r>
            <a:endParaRPr sz="1700"/>
          </a:p>
        </p:txBody>
      </p:sp>
      <p:sp>
        <p:nvSpPr>
          <p:cNvPr id="393" name="Google Shape;393;p22"/>
          <p:cNvSpPr txBox="1">
            <a:spLocks noGrp="1"/>
          </p:cNvSpPr>
          <p:nvPr>
            <p:ph type="title"/>
          </p:nvPr>
        </p:nvSpPr>
        <p:spPr>
          <a:xfrm>
            <a:off x="6976912" y="2791577"/>
            <a:ext cx="6531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25%</a:t>
            </a:r>
            <a:endParaRPr sz="1700"/>
          </a:p>
        </p:txBody>
      </p:sp>
      <p:sp>
        <p:nvSpPr>
          <p:cNvPr id="394" name="Google Shape;394;p22"/>
          <p:cNvSpPr txBox="1">
            <a:spLocks noGrp="1"/>
          </p:cNvSpPr>
          <p:nvPr>
            <p:ph type="title"/>
          </p:nvPr>
        </p:nvSpPr>
        <p:spPr>
          <a:xfrm>
            <a:off x="7947078" y="2791577"/>
            <a:ext cx="6531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30%</a:t>
            </a:r>
            <a:endParaRPr sz="1700"/>
          </a:p>
        </p:txBody>
      </p:sp>
      <p:sp>
        <p:nvSpPr>
          <p:cNvPr id="395" name="Google Shape;395;p22"/>
          <p:cNvSpPr txBox="1">
            <a:spLocks noGrp="1"/>
          </p:cNvSpPr>
          <p:nvPr>
            <p:ph type="title"/>
          </p:nvPr>
        </p:nvSpPr>
        <p:spPr>
          <a:xfrm>
            <a:off x="6006731" y="3794044"/>
            <a:ext cx="6531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15%</a:t>
            </a:r>
            <a:endParaRPr sz="1700"/>
          </a:p>
        </p:txBody>
      </p:sp>
      <p:sp>
        <p:nvSpPr>
          <p:cNvPr id="396" name="Google Shape;396;p22"/>
          <p:cNvSpPr txBox="1">
            <a:spLocks noGrp="1"/>
          </p:cNvSpPr>
          <p:nvPr>
            <p:ph type="title"/>
          </p:nvPr>
        </p:nvSpPr>
        <p:spPr>
          <a:xfrm>
            <a:off x="6976897" y="3794044"/>
            <a:ext cx="6531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40%</a:t>
            </a:r>
            <a:endParaRPr sz="1700"/>
          </a:p>
        </p:txBody>
      </p:sp>
      <p:sp>
        <p:nvSpPr>
          <p:cNvPr id="397" name="Google Shape;397;p22"/>
          <p:cNvSpPr txBox="1">
            <a:spLocks noGrp="1"/>
          </p:cNvSpPr>
          <p:nvPr>
            <p:ph type="title"/>
          </p:nvPr>
        </p:nvSpPr>
        <p:spPr>
          <a:xfrm>
            <a:off x="7947063" y="3794044"/>
            <a:ext cx="6531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55%</a:t>
            </a:r>
            <a:endParaRPr sz="1700"/>
          </a:p>
        </p:txBody>
      </p:sp>
      <p:sp>
        <p:nvSpPr>
          <p:cNvPr id="398" name="Google Shape;398;p22"/>
          <p:cNvSpPr txBox="1">
            <a:spLocks noGrp="1"/>
          </p:cNvSpPr>
          <p:nvPr>
            <p:ph type="title"/>
          </p:nvPr>
        </p:nvSpPr>
        <p:spPr>
          <a:xfrm>
            <a:off x="5919946" y="1090100"/>
            <a:ext cx="8265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2018</a:t>
            </a:r>
            <a:endParaRPr sz="1700" dirty="0"/>
          </a:p>
        </p:txBody>
      </p:sp>
      <p:sp>
        <p:nvSpPr>
          <p:cNvPr id="399" name="Google Shape;399;p22"/>
          <p:cNvSpPr txBox="1">
            <a:spLocks noGrp="1"/>
          </p:cNvSpPr>
          <p:nvPr>
            <p:ph type="title"/>
          </p:nvPr>
        </p:nvSpPr>
        <p:spPr>
          <a:xfrm>
            <a:off x="6890112" y="1090100"/>
            <a:ext cx="8265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2019</a:t>
            </a:r>
            <a:endParaRPr sz="1700"/>
          </a:p>
        </p:txBody>
      </p:sp>
      <p:sp>
        <p:nvSpPr>
          <p:cNvPr id="400" name="Google Shape;400;p22"/>
          <p:cNvSpPr txBox="1">
            <a:spLocks noGrp="1"/>
          </p:cNvSpPr>
          <p:nvPr>
            <p:ph type="title"/>
          </p:nvPr>
        </p:nvSpPr>
        <p:spPr>
          <a:xfrm>
            <a:off x="7860294" y="1090100"/>
            <a:ext cx="8265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2020</a:t>
            </a:r>
            <a:endParaRPr sz="1700"/>
          </a:p>
        </p:txBody>
      </p:sp>
      <p:sp>
        <p:nvSpPr>
          <p:cNvPr id="401" name="Google Shape;401;p22"/>
          <p:cNvSpPr/>
          <p:nvPr/>
        </p:nvSpPr>
        <p:spPr>
          <a:xfrm>
            <a:off x="457213" y="1562299"/>
            <a:ext cx="826500" cy="8733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2"/>
          <p:cNvSpPr/>
          <p:nvPr/>
        </p:nvSpPr>
        <p:spPr>
          <a:xfrm>
            <a:off x="457213" y="3565651"/>
            <a:ext cx="826500" cy="87330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2"/>
          <p:cNvSpPr/>
          <p:nvPr/>
        </p:nvSpPr>
        <p:spPr>
          <a:xfrm>
            <a:off x="457213" y="2564001"/>
            <a:ext cx="826500" cy="8733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4" name="Google Shape;404;p22"/>
          <p:cNvGrpSpPr/>
          <p:nvPr/>
        </p:nvGrpSpPr>
        <p:grpSpPr>
          <a:xfrm>
            <a:off x="2059200" y="2686606"/>
            <a:ext cx="3420404" cy="750626"/>
            <a:chOff x="2059200" y="2697991"/>
            <a:chExt cx="3420404" cy="750626"/>
          </a:xfrm>
        </p:grpSpPr>
        <p:sp>
          <p:nvSpPr>
            <p:cNvPr id="405" name="Google Shape;405;p22"/>
            <p:cNvSpPr txBox="1"/>
            <p:nvPr/>
          </p:nvSpPr>
          <p:spPr>
            <a:xfrm>
              <a:off x="2242454" y="2911541"/>
              <a:ext cx="3237150" cy="5370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Using high resolution images and providing detailed description of your product. 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6" name="Google Shape;406;p22"/>
            <p:cNvSpPr txBox="1"/>
            <p:nvPr/>
          </p:nvSpPr>
          <p:spPr>
            <a:xfrm>
              <a:off x="2059200" y="2697991"/>
              <a:ext cx="3333600" cy="213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High quality product and image </a:t>
              </a:r>
              <a:endParaRPr sz="17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407" name="Google Shape;407;p22"/>
          <p:cNvGrpSpPr/>
          <p:nvPr/>
        </p:nvGrpSpPr>
        <p:grpSpPr>
          <a:xfrm>
            <a:off x="2242454" y="3684850"/>
            <a:ext cx="3150346" cy="634957"/>
            <a:chOff x="2242454" y="3671193"/>
            <a:chExt cx="3150346" cy="634957"/>
          </a:xfrm>
        </p:grpSpPr>
        <p:sp>
          <p:nvSpPr>
            <p:cNvPr id="408" name="Google Shape;408;p22"/>
            <p:cNvSpPr txBox="1"/>
            <p:nvPr/>
          </p:nvSpPr>
          <p:spPr>
            <a:xfrm>
              <a:off x="2242454" y="4020250"/>
              <a:ext cx="3150346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Upgrading e commerce websites with fresh content and new products. 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9" name="Google Shape;409;p22"/>
            <p:cNvSpPr txBox="1"/>
            <p:nvPr/>
          </p:nvSpPr>
          <p:spPr>
            <a:xfrm>
              <a:off x="2290900" y="3671193"/>
              <a:ext cx="3101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Website maintenance</a:t>
              </a:r>
              <a:endParaRPr sz="17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410" name="Google Shape;410;p22"/>
          <p:cNvGrpSpPr/>
          <p:nvPr/>
        </p:nvGrpSpPr>
        <p:grpSpPr>
          <a:xfrm>
            <a:off x="685666" y="1736139"/>
            <a:ext cx="369594" cy="525619"/>
            <a:chOff x="3342275" y="2615925"/>
            <a:chExt cx="339700" cy="483150"/>
          </a:xfrm>
        </p:grpSpPr>
        <p:sp>
          <p:nvSpPr>
            <p:cNvPr id="411" name="Google Shape;411;p22"/>
            <p:cNvSpPr/>
            <p:nvPr/>
          </p:nvSpPr>
          <p:spPr>
            <a:xfrm>
              <a:off x="3342275" y="2615925"/>
              <a:ext cx="339700" cy="483150"/>
            </a:xfrm>
            <a:custGeom>
              <a:avLst/>
              <a:gdLst/>
              <a:ahLst/>
              <a:cxnLst/>
              <a:rect l="l" t="t" r="r" b="b"/>
              <a:pathLst>
                <a:path w="13588" h="19326" extrusionOk="0">
                  <a:moveTo>
                    <a:pt x="11891" y="1133"/>
                  </a:moveTo>
                  <a:cubicBezTo>
                    <a:pt x="12202" y="1133"/>
                    <a:pt x="12455" y="1387"/>
                    <a:pt x="12455" y="1701"/>
                  </a:cubicBezTo>
                  <a:lnTo>
                    <a:pt x="12455" y="2265"/>
                  </a:lnTo>
                  <a:lnTo>
                    <a:pt x="1132" y="2265"/>
                  </a:lnTo>
                  <a:lnTo>
                    <a:pt x="1132" y="1701"/>
                  </a:lnTo>
                  <a:cubicBezTo>
                    <a:pt x="1132" y="1387"/>
                    <a:pt x="1386" y="1133"/>
                    <a:pt x="1700" y="1133"/>
                  </a:cubicBezTo>
                  <a:close/>
                  <a:moveTo>
                    <a:pt x="12455" y="3398"/>
                  </a:moveTo>
                  <a:lnTo>
                    <a:pt x="12455" y="14796"/>
                  </a:lnTo>
                  <a:lnTo>
                    <a:pt x="1132" y="14796"/>
                  </a:lnTo>
                  <a:lnTo>
                    <a:pt x="1132" y="3398"/>
                  </a:lnTo>
                  <a:close/>
                  <a:moveTo>
                    <a:pt x="12455" y="15928"/>
                  </a:moveTo>
                  <a:lnTo>
                    <a:pt x="12455" y="17628"/>
                  </a:lnTo>
                  <a:cubicBezTo>
                    <a:pt x="12455" y="17939"/>
                    <a:pt x="12202" y="18193"/>
                    <a:pt x="11891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2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1891" y="19325"/>
                  </a:lnTo>
                  <a:cubicBezTo>
                    <a:pt x="12827" y="19325"/>
                    <a:pt x="13588" y="18564"/>
                    <a:pt x="13588" y="17628"/>
                  </a:cubicBezTo>
                  <a:lnTo>
                    <a:pt x="13588" y="1701"/>
                  </a:lnTo>
                  <a:cubicBezTo>
                    <a:pt x="13588" y="762"/>
                    <a:pt x="12827" y="1"/>
                    <a:pt x="118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3461600" y="3030200"/>
              <a:ext cx="101025" cy="28325"/>
            </a:xfrm>
            <a:custGeom>
              <a:avLst/>
              <a:gdLst/>
              <a:ahLst/>
              <a:cxnLst/>
              <a:rect l="l" t="t" r="r" b="b"/>
              <a:pathLst>
                <a:path w="4041" h="1133" extrusionOk="0">
                  <a:moveTo>
                    <a:pt x="568" y="1"/>
                  </a:moveTo>
                  <a:cubicBezTo>
                    <a:pt x="254" y="1"/>
                    <a:pt x="1" y="251"/>
                    <a:pt x="1" y="565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3473" y="1133"/>
                  </a:lnTo>
                  <a:cubicBezTo>
                    <a:pt x="3787" y="1133"/>
                    <a:pt x="4041" y="879"/>
                    <a:pt x="4041" y="565"/>
                  </a:cubicBezTo>
                  <a:cubicBezTo>
                    <a:pt x="4041" y="251"/>
                    <a:pt x="3787" y="1"/>
                    <a:pt x="3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13" name="Google Shape;413;p22"/>
          <p:cNvSpPr/>
          <p:nvPr/>
        </p:nvSpPr>
        <p:spPr>
          <a:xfrm>
            <a:off x="607629" y="3755918"/>
            <a:ext cx="525667" cy="492764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6794"/>
                </a:moveTo>
                <a:cubicBezTo>
                  <a:pt x="17939" y="6794"/>
                  <a:pt x="18193" y="7048"/>
                  <a:pt x="18193" y="7362"/>
                </a:cubicBezTo>
                <a:lnTo>
                  <a:pt x="18193" y="7927"/>
                </a:lnTo>
                <a:lnTo>
                  <a:pt x="12532" y="7927"/>
                </a:lnTo>
                <a:lnTo>
                  <a:pt x="12532" y="7362"/>
                </a:lnTo>
                <a:cubicBezTo>
                  <a:pt x="12532" y="7048"/>
                  <a:pt x="12785" y="6794"/>
                  <a:pt x="13099" y="6794"/>
                </a:cubicBezTo>
                <a:close/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5759"/>
                </a:lnTo>
                <a:cubicBezTo>
                  <a:pt x="18012" y="5695"/>
                  <a:pt x="17819" y="5662"/>
                  <a:pt x="17628" y="5662"/>
                </a:cubicBezTo>
                <a:lnTo>
                  <a:pt x="13099" y="5662"/>
                </a:lnTo>
                <a:cubicBezTo>
                  <a:pt x="12160" y="5662"/>
                  <a:pt x="11399" y="6423"/>
                  <a:pt x="11399" y="7362"/>
                </a:cubicBezTo>
                <a:lnTo>
                  <a:pt x="11399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1399" y="12456"/>
                </a:moveTo>
                <a:lnTo>
                  <a:pt x="11399" y="13588"/>
                </a:ln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8193" y="9059"/>
                </a:moveTo>
                <a:lnTo>
                  <a:pt x="18193" y="14720"/>
                </a:lnTo>
                <a:lnTo>
                  <a:pt x="12532" y="14720"/>
                </a:lnTo>
                <a:lnTo>
                  <a:pt x="12532" y="9059"/>
                </a:lnTo>
                <a:close/>
                <a:moveTo>
                  <a:pt x="11399" y="14720"/>
                </a:moveTo>
                <a:lnTo>
                  <a:pt x="11399" y="16420"/>
                </a:lnTo>
                <a:cubicBezTo>
                  <a:pt x="11399" y="16611"/>
                  <a:pt x="11432" y="16804"/>
                  <a:pt x="11496" y="16985"/>
                </a:cubicBezTo>
                <a:lnTo>
                  <a:pt x="7051" y="16985"/>
                </a:lnTo>
                <a:lnTo>
                  <a:pt x="7806" y="14720"/>
                </a:lnTo>
                <a:close/>
                <a:moveTo>
                  <a:pt x="18193" y="15853"/>
                </a:moveTo>
                <a:lnTo>
                  <a:pt x="18193" y="16420"/>
                </a:lnTo>
                <a:cubicBezTo>
                  <a:pt x="18193" y="16731"/>
                  <a:pt x="17939" y="16985"/>
                  <a:pt x="17628" y="16985"/>
                </a:cubicBezTo>
                <a:lnTo>
                  <a:pt x="13099" y="16985"/>
                </a:lnTo>
                <a:cubicBezTo>
                  <a:pt x="12785" y="16985"/>
                  <a:pt x="12532" y="16731"/>
                  <a:pt x="12532" y="16420"/>
                </a:cubicBezTo>
                <a:lnTo>
                  <a:pt x="12532" y="15853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3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7628" y="18117"/>
                </a:lnTo>
                <a:cubicBezTo>
                  <a:pt x="18564" y="18117"/>
                  <a:pt x="19325" y="17356"/>
                  <a:pt x="19325" y="16420"/>
                </a:cubicBezTo>
                <a:lnTo>
                  <a:pt x="19325" y="1701"/>
                </a:lnTo>
                <a:cubicBezTo>
                  <a:pt x="19325" y="762"/>
                  <a:pt x="18564" y="1"/>
                  <a:pt x="1762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607629" y="2754269"/>
            <a:ext cx="525667" cy="492764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8193" y="12456"/>
                </a:moveTo>
                <a:lnTo>
                  <a:pt x="18193" y="13024"/>
                </a:lnTo>
                <a:cubicBezTo>
                  <a:pt x="18193" y="13335"/>
                  <a:pt x="17939" y="13588"/>
                  <a:pt x="17628" y="13588"/>
                </a:cubicBez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1520" y="14720"/>
                </a:moveTo>
                <a:lnTo>
                  <a:pt x="12275" y="16985"/>
                </a:lnTo>
                <a:lnTo>
                  <a:pt x="7051" y="16985"/>
                </a:lnTo>
                <a:lnTo>
                  <a:pt x="7806" y="14720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4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5325" y="18117"/>
                </a:lnTo>
                <a:cubicBezTo>
                  <a:pt x="15639" y="18117"/>
                  <a:pt x="15889" y="17864"/>
                  <a:pt x="15889" y="17553"/>
                </a:cubicBezTo>
                <a:cubicBezTo>
                  <a:pt x="15889" y="17239"/>
                  <a:pt x="15639" y="16985"/>
                  <a:pt x="15325" y="16985"/>
                </a:cubicBezTo>
                <a:lnTo>
                  <a:pt x="13468" y="16985"/>
                </a:lnTo>
                <a:lnTo>
                  <a:pt x="12713" y="14720"/>
                </a:lnTo>
                <a:lnTo>
                  <a:pt x="17628" y="14720"/>
                </a:lnTo>
                <a:cubicBezTo>
                  <a:pt x="18565" y="14720"/>
                  <a:pt x="19325" y="13960"/>
                  <a:pt x="19325" y="13024"/>
                </a:cubicBezTo>
                <a:lnTo>
                  <a:pt x="19325" y="1701"/>
                </a:lnTo>
                <a:cubicBezTo>
                  <a:pt x="19325" y="762"/>
                  <a:pt x="18565" y="1"/>
                  <a:pt x="1762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3"/>
          <p:cNvSpPr txBox="1">
            <a:spLocks noGrp="1"/>
          </p:cNvSpPr>
          <p:nvPr>
            <p:ph type="title"/>
          </p:nvPr>
        </p:nvSpPr>
        <p:spPr>
          <a:xfrm>
            <a:off x="2514575" y="409575"/>
            <a:ext cx="4114800" cy="32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Building trust and credibility</a:t>
            </a:r>
            <a:endParaRPr dirty="0"/>
          </a:p>
        </p:txBody>
      </p:sp>
      <p:sp>
        <p:nvSpPr>
          <p:cNvPr id="420" name="Google Shape;420;p23"/>
          <p:cNvSpPr/>
          <p:nvPr/>
        </p:nvSpPr>
        <p:spPr>
          <a:xfrm>
            <a:off x="3690913" y="3570575"/>
            <a:ext cx="1762125" cy="1145025"/>
          </a:xfrm>
          <a:custGeom>
            <a:avLst/>
            <a:gdLst/>
            <a:ahLst/>
            <a:cxnLst/>
            <a:rect l="l" t="t" r="r" b="b"/>
            <a:pathLst>
              <a:path w="70485" h="45801" extrusionOk="0">
                <a:moveTo>
                  <a:pt x="2435" y="1"/>
                </a:moveTo>
                <a:cubicBezTo>
                  <a:pt x="1101" y="1"/>
                  <a:pt x="0" y="1068"/>
                  <a:pt x="0" y="2436"/>
                </a:cubicBezTo>
                <a:lnTo>
                  <a:pt x="0" y="43365"/>
                </a:lnTo>
                <a:cubicBezTo>
                  <a:pt x="0" y="44733"/>
                  <a:pt x="1101" y="45800"/>
                  <a:pt x="2435" y="45800"/>
                </a:cubicBezTo>
                <a:lnTo>
                  <a:pt x="68049" y="45800"/>
                </a:lnTo>
                <a:cubicBezTo>
                  <a:pt x="69417" y="45800"/>
                  <a:pt x="70484" y="44733"/>
                  <a:pt x="70484" y="43365"/>
                </a:cubicBezTo>
                <a:lnTo>
                  <a:pt x="70484" y="2436"/>
                </a:lnTo>
                <a:cubicBezTo>
                  <a:pt x="70484" y="1068"/>
                  <a:pt x="69417" y="1"/>
                  <a:pt x="68049" y="1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3"/>
          <p:cNvSpPr/>
          <p:nvPr/>
        </p:nvSpPr>
        <p:spPr>
          <a:xfrm>
            <a:off x="3505375" y="4636350"/>
            <a:ext cx="2133200" cy="97575"/>
          </a:xfrm>
          <a:custGeom>
            <a:avLst/>
            <a:gdLst/>
            <a:ahLst/>
            <a:cxnLst/>
            <a:rect l="l" t="t" r="r" b="b"/>
            <a:pathLst>
              <a:path w="85328" h="3903" extrusionOk="0">
                <a:moveTo>
                  <a:pt x="0" y="0"/>
                </a:moveTo>
                <a:lnTo>
                  <a:pt x="0" y="1468"/>
                </a:lnTo>
                <a:cubicBezTo>
                  <a:pt x="0" y="2802"/>
                  <a:pt x="1068" y="3903"/>
                  <a:pt x="2402" y="3903"/>
                </a:cubicBezTo>
                <a:lnTo>
                  <a:pt x="82893" y="3903"/>
                </a:lnTo>
                <a:cubicBezTo>
                  <a:pt x="84227" y="3903"/>
                  <a:pt x="85328" y="2802"/>
                  <a:pt x="85328" y="1468"/>
                </a:cubicBezTo>
                <a:lnTo>
                  <a:pt x="85328" y="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3"/>
          <p:cNvSpPr/>
          <p:nvPr/>
        </p:nvSpPr>
        <p:spPr>
          <a:xfrm>
            <a:off x="3505375" y="4636350"/>
            <a:ext cx="2133200" cy="49225"/>
          </a:xfrm>
          <a:custGeom>
            <a:avLst/>
            <a:gdLst/>
            <a:ahLst/>
            <a:cxnLst/>
            <a:rect l="l" t="t" r="r" b="b"/>
            <a:pathLst>
              <a:path w="85328" h="1969" extrusionOk="0">
                <a:moveTo>
                  <a:pt x="0" y="0"/>
                </a:moveTo>
                <a:lnTo>
                  <a:pt x="0" y="1468"/>
                </a:lnTo>
                <a:cubicBezTo>
                  <a:pt x="0" y="1635"/>
                  <a:pt x="0" y="1801"/>
                  <a:pt x="33" y="1968"/>
                </a:cubicBezTo>
                <a:lnTo>
                  <a:pt x="85294" y="1968"/>
                </a:lnTo>
                <a:cubicBezTo>
                  <a:pt x="85328" y="1801"/>
                  <a:pt x="85328" y="1635"/>
                  <a:pt x="85328" y="1468"/>
                </a:cubicBezTo>
                <a:lnTo>
                  <a:pt x="85328" y="0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3"/>
          <p:cNvSpPr/>
          <p:nvPr/>
        </p:nvSpPr>
        <p:spPr>
          <a:xfrm>
            <a:off x="3849980" y="3685650"/>
            <a:ext cx="1520919" cy="787622"/>
          </a:xfrm>
          <a:custGeom>
            <a:avLst/>
            <a:gdLst/>
            <a:ahLst/>
            <a:cxnLst/>
            <a:rect l="l" t="t" r="r" b="b"/>
            <a:pathLst>
              <a:path w="63914" h="30990" extrusionOk="0">
                <a:moveTo>
                  <a:pt x="1" y="1"/>
                </a:moveTo>
                <a:lnTo>
                  <a:pt x="1" y="30990"/>
                </a:lnTo>
                <a:lnTo>
                  <a:pt x="63913" y="30990"/>
                </a:lnTo>
                <a:lnTo>
                  <a:pt x="63913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dirty="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SHOP</a:t>
            </a:r>
            <a:endParaRPr sz="2900" dirty="0">
              <a:solidFill>
                <a:schemeClr val="dk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24" name="Google Shape;424;p23"/>
          <p:cNvSpPr/>
          <p:nvPr/>
        </p:nvSpPr>
        <p:spPr>
          <a:xfrm rot="-1120430">
            <a:off x="4924113" y="4115882"/>
            <a:ext cx="173946" cy="295882"/>
          </a:xfrm>
          <a:custGeom>
            <a:avLst/>
            <a:gdLst/>
            <a:ahLst/>
            <a:cxnLst/>
            <a:rect l="l" t="t" r="r" b="b"/>
            <a:pathLst>
              <a:path w="2903" h="4938" extrusionOk="0">
                <a:moveTo>
                  <a:pt x="1" y="1"/>
                </a:moveTo>
                <a:lnTo>
                  <a:pt x="1" y="1202"/>
                </a:lnTo>
                <a:lnTo>
                  <a:pt x="1" y="1235"/>
                </a:lnTo>
                <a:lnTo>
                  <a:pt x="1" y="4070"/>
                </a:lnTo>
                <a:lnTo>
                  <a:pt x="901" y="2936"/>
                </a:lnTo>
                <a:lnTo>
                  <a:pt x="1902" y="4938"/>
                </a:lnTo>
                <a:lnTo>
                  <a:pt x="2569" y="4604"/>
                </a:lnTo>
                <a:lnTo>
                  <a:pt x="1669" y="2836"/>
                </a:lnTo>
                <a:lnTo>
                  <a:pt x="1669" y="2836"/>
                </a:lnTo>
                <a:lnTo>
                  <a:pt x="2903" y="2903"/>
                </a:lnTo>
                <a:lnTo>
                  <a:pt x="1" y="1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3"/>
          <p:cNvSpPr/>
          <p:nvPr/>
        </p:nvSpPr>
        <p:spPr>
          <a:xfrm>
            <a:off x="1139805" y="2819175"/>
            <a:ext cx="640475" cy="35875"/>
          </a:xfrm>
          <a:custGeom>
            <a:avLst/>
            <a:gdLst/>
            <a:ahLst/>
            <a:cxnLst/>
            <a:rect l="l" t="t" r="r" b="b"/>
            <a:pathLst>
              <a:path w="25619" h="1435" extrusionOk="0">
                <a:moveTo>
                  <a:pt x="0" y="0"/>
                </a:moveTo>
                <a:lnTo>
                  <a:pt x="0" y="1434"/>
                </a:lnTo>
                <a:lnTo>
                  <a:pt x="25618" y="1434"/>
                </a:lnTo>
                <a:lnTo>
                  <a:pt x="2561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6" name="Google Shape;426;p23"/>
          <p:cNvGrpSpPr/>
          <p:nvPr/>
        </p:nvGrpSpPr>
        <p:grpSpPr>
          <a:xfrm>
            <a:off x="1000543" y="2819175"/>
            <a:ext cx="919000" cy="930400"/>
            <a:chOff x="779606" y="2781075"/>
            <a:chExt cx="919000" cy="930400"/>
          </a:xfrm>
        </p:grpSpPr>
        <p:sp>
          <p:nvSpPr>
            <p:cNvPr id="427" name="Google Shape;427;p23"/>
            <p:cNvSpPr/>
            <p:nvPr/>
          </p:nvSpPr>
          <p:spPr>
            <a:xfrm>
              <a:off x="926381" y="2781075"/>
              <a:ext cx="640475" cy="393625"/>
            </a:xfrm>
            <a:custGeom>
              <a:avLst/>
              <a:gdLst/>
              <a:ahLst/>
              <a:cxnLst/>
              <a:rect l="l" t="t" r="r" b="b"/>
              <a:pathLst>
                <a:path w="25619" h="15745" extrusionOk="0">
                  <a:moveTo>
                    <a:pt x="0" y="0"/>
                  </a:moveTo>
                  <a:lnTo>
                    <a:pt x="0" y="15745"/>
                  </a:lnTo>
                  <a:lnTo>
                    <a:pt x="25618" y="15745"/>
                  </a:lnTo>
                  <a:lnTo>
                    <a:pt x="25618" y="0"/>
                  </a:lnTo>
                  <a:close/>
                </a:path>
              </a:pathLst>
            </a:custGeom>
            <a:solidFill>
              <a:srgbClr val="FFFFFF"/>
            </a:solidFill>
            <a:ln w="20850" cap="flat" cmpd="sng">
              <a:solidFill>
                <a:srgbClr val="979A5F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3"/>
            <p:cNvSpPr/>
            <p:nvPr/>
          </p:nvSpPr>
          <p:spPr>
            <a:xfrm>
              <a:off x="779606" y="2958700"/>
              <a:ext cx="441175" cy="318575"/>
            </a:xfrm>
            <a:custGeom>
              <a:avLst/>
              <a:gdLst/>
              <a:ahLst/>
              <a:cxnLst/>
              <a:rect l="l" t="t" r="r" b="b"/>
              <a:pathLst>
                <a:path w="17647" h="12743" extrusionOk="0">
                  <a:moveTo>
                    <a:pt x="0" y="0"/>
                  </a:moveTo>
                  <a:lnTo>
                    <a:pt x="0" y="12743"/>
                  </a:lnTo>
                  <a:lnTo>
                    <a:pt x="17646" y="12743"/>
                  </a:lnTo>
                  <a:lnTo>
                    <a:pt x="17646" y="0"/>
                  </a:lnTo>
                  <a:close/>
                </a:path>
              </a:pathLst>
            </a:custGeom>
            <a:solidFill>
              <a:srgbClr val="FFFFFF"/>
            </a:solidFill>
            <a:ln w="20850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3"/>
            <p:cNvSpPr/>
            <p:nvPr/>
          </p:nvSpPr>
          <p:spPr>
            <a:xfrm>
              <a:off x="779606" y="2958700"/>
              <a:ext cx="441175" cy="29200"/>
            </a:xfrm>
            <a:custGeom>
              <a:avLst/>
              <a:gdLst/>
              <a:ahLst/>
              <a:cxnLst/>
              <a:rect l="l" t="t" r="r" b="b"/>
              <a:pathLst>
                <a:path w="17647" h="1168" extrusionOk="0">
                  <a:moveTo>
                    <a:pt x="0" y="0"/>
                  </a:moveTo>
                  <a:lnTo>
                    <a:pt x="0" y="1168"/>
                  </a:lnTo>
                  <a:lnTo>
                    <a:pt x="17646" y="1168"/>
                  </a:lnTo>
                  <a:lnTo>
                    <a:pt x="17646" y="0"/>
                  </a:lnTo>
                  <a:close/>
                </a:path>
              </a:pathLst>
            </a:custGeom>
            <a:solidFill>
              <a:srgbClr val="979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3"/>
            <p:cNvSpPr/>
            <p:nvPr/>
          </p:nvSpPr>
          <p:spPr>
            <a:xfrm>
              <a:off x="932206" y="3394825"/>
              <a:ext cx="316925" cy="228525"/>
            </a:xfrm>
            <a:custGeom>
              <a:avLst/>
              <a:gdLst/>
              <a:ahLst/>
              <a:cxnLst/>
              <a:rect l="l" t="t" r="r" b="b"/>
              <a:pathLst>
                <a:path w="12677" h="9141" extrusionOk="0">
                  <a:moveTo>
                    <a:pt x="1" y="1"/>
                  </a:moveTo>
                  <a:lnTo>
                    <a:pt x="1" y="9141"/>
                  </a:lnTo>
                  <a:lnTo>
                    <a:pt x="12676" y="9141"/>
                  </a:lnTo>
                  <a:lnTo>
                    <a:pt x="12676" y="1"/>
                  </a:lnTo>
                  <a:close/>
                </a:path>
              </a:pathLst>
            </a:custGeom>
            <a:solidFill>
              <a:srgbClr val="FFFFFF"/>
            </a:solidFill>
            <a:ln w="20850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3"/>
            <p:cNvSpPr/>
            <p:nvPr/>
          </p:nvSpPr>
          <p:spPr>
            <a:xfrm>
              <a:off x="932206" y="3395675"/>
              <a:ext cx="316925" cy="30050"/>
            </a:xfrm>
            <a:custGeom>
              <a:avLst/>
              <a:gdLst/>
              <a:ahLst/>
              <a:cxnLst/>
              <a:rect l="l" t="t" r="r" b="b"/>
              <a:pathLst>
                <a:path w="12677" h="1202" extrusionOk="0">
                  <a:moveTo>
                    <a:pt x="1" y="0"/>
                  </a:moveTo>
                  <a:lnTo>
                    <a:pt x="1" y="1201"/>
                  </a:lnTo>
                  <a:lnTo>
                    <a:pt x="12676" y="1201"/>
                  </a:lnTo>
                  <a:lnTo>
                    <a:pt x="12676" y="0"/>
                  </a:lnTo>
                  <a:close/>
                </a:path>
              </a:pathLst>
            </a:custGeom>
            <a:solidFill>
              <a:srgbClr val="979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3"/>
            <p:cNvSpPr/>
            <p:nvPr/>
          </p:nvSpPr>
          <p:spPr>
            <a:xfrm>
              <a:off x="1482606" y="3248075"/>
              <a:ext cx="216000" cy="155950"/>
            </a:xfrm>
            <a:custGeom>
              <a:avLst/>
              <a:gdLst/>
              <a:ahLst/>
              <a:cxnLst/>
              <a:rect l="l" t="t" r="r" b="b"/>
              <a:pathLst>
                <a:path w="8640" h="6238" extrusionOk="0">
                  <a:moveTo>
                    <a:pt x="0" y="0"/>
                  </a:moveTo>
                  <a:lnTo>
                    <a:pt x="0" y="6238"/>
                  </a:lnTo>
                  <a:lnTo>
                    <a:pt x="8640" y="6238"/>
                  </a:lnTo>
                  <a:lnTo>
                    <a:pt x="8640" y="0"/>
                  </a:lnTo>
                  <a:close/>
                </a:path>
              </a:pathLst>
            </a:custGeom>
            <a:solidFill>
              <a:srgbClr val="FFFFFF"/>
            </a:solidFill>
            <a:ln w="20850" cap="flat" cmpd="sng">
              <a:solidFill>
                <a:schemeClr val="accen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3"/>
            <p:cNvSpPr/>
            <p:nvPr/>
          </p:nvSpPr>
          <p:spPr>
            <a:xfrm>
              <a:off x="1482606" y="3248900"/>
              <a:ext cx="216000" cy="20875"/>
            </a:xfrm>
            <a:custGeom>
              <a:avLst/>
              <a:gdLst/>
              <a:ahLst/>
              <a:cxnLst/>
              <a:rect l="l" t="t" r="r" b="b"/>
              <a:pathLst>
                <a:path w="8640" h="835" extrusionOk="0">
                  <a:moveTo>
                    <a:pt x="0" y="0"/>
                  </a:moveTo>
                  <a:lnTo>
                    <a:pt x="0" y="834"/>
                  </a:lnTo>
                  <a:lnTo>
                    <a:pt x="8640" y="834"/>
                  </a:lnTo>
                  <a:lnTo>
                    <a:pt x="8640" y="0"/>
                  </a:lnTo>
                  <a:close/>
                </a:path>
              </a:pathLst>
            </a:custGeom>
            <a:solidFill>
              <a:srgbClr val="8F93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1294131" y="3287800"/>
              <a:ext cx="113450" cy="182025"/>
            </a:xfrm>
            <a:custGeom>
              <a:avLst/>
              <a:gdLst/>
              <a:ahLst/>
              <a:cxnLst/>
              <a:rect l="l" t="t" r="r" b="b"/>
              <a:pathLst>
                <a:path w="4538" h="7281" extrusionOk="0">
                  <a:moveTo>
                    <a:pt x="984" y="0"/>
                  </a:moveTo>
                  <a:cubicBezTo>
                    <a:pt x="869" y="0"/>
                    <a:pt x="751" y="25"/>
                    <a:pt x="634" y="79"/>
                  </a:cubicBezTo>
                  <a:lnTo>
                    <a:pt x="601" y="112"/>
                  </a:lnTo>
                  <a:cubicBezTo>
                    <a:pt x="201" y="279"/>
                    <a:pt x="1" y="779"/>
                    <a:pt x="201" y="1180"/>
                  </a:cubicBezTo>
                  <a:lnTo>
                    <a:pt x="2803" y="6784"/>
                  </a:lnTo>
                  <a:cubicBezTo>
                    <a:pt x="2951" y="7106"/>
                    <a:pt x="3266" y="7281"/>
                    <a:pt x="3582" y="7281"/>
                  </a:cubicBezTo>
                  <a:cubicBezTo>
                    <a:pt x="3691" y="7281"/>
                    <a:pt x="3801" y="7260"/>
                    <a:pt x="3903" y="7217"/>
                  </a:cubicBezTo>
                  <a:lnTo>
                    <a:pt x="3937" y="7184"/>
                  </a:lnTo>
                  <a:cubicBezTo>
                    <a:pt x="4370" y="6984"/>
                    <a:pt x="4537" y="6517"/>
                    <a:pt x="4337" y="6083"/>
                  </a:cubicBezTo>
                  <a:lnTo>
                    <a:pt x="1735" y="479"/>
                  </a:lnTo>
                  <a:cubicBezTo>
                    <a:pt x="1589" y="186"/>
                    <a:pt x="1299" y="0"/>
                    <a:pt x="984" y="0"/>
                  </a:cubicBezTo>
                  <a:close/>
                </a:path>
              </a:pathLst>
            </a:custGeom>
            <a:solidFill>
              <a:srgbClr val="8F93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1342506" y="3411100"/>
              <a:ext cx="186825" cy="300375"/>
            </a:xfrm>
            <a:custGeom>
              <a:avLst/>
              <a:gdLst/>
              <a:ahLst/>
              <a:cxnLst/>
              <a:rect l="l" t="t" r="r" b="b"/>
              <a:pathLst>
                <a:path w="7473" h="12015" extrusionOk="0">
                  <a:moveTo>
                    <a:pt x="1599" y="1"/>
                  </a:moveTo>
                  <a:cubicBezTo>
                    <a:pt x="1411" y="1"/>
                    <a:pt x="1219" y="38"/>
                    <a:pt x="1034" y="117"/>
                  </a:cubicBezTo>
                  <a:lnTo>
                    <a:pt x="968" y="150"/>
                  </a:lnTo>
                  <a:cubicBezTo>
                    <a:pt x="301" y="484"/>
                    <a:pt x="0" y="1285"/>
                    <a:pt x="301" y="1985"/>
                  </a:cubicBezTo>
                  <a:lnTo>
                    <a:pt x="4604" y="11225"/>
                  </a:lnTo>
                  <a:cubicBezTo>
                    <a:pt x="4846" y="11734"/>
                    <a:pt x="5335" y="12014"/>
                    <a:pt x="5853" y="12014"/>
                  </a:cubicBezTo>
                  <a:cubicBezTo>
                    <a:pt x="6048" y="12014"/>
                    <a:pt x="6247" y="11974"/>
                    <a:pt x="6438" y="11892"/>
                  </a:cubicBezTo>
                  <a:lnTo>
                    <a:pt x="6505" y="11859"/>
                  </a:lnTo>
                  <a:cubicBezTo>
                    <a:pt x="7172" y="11525"/>
                    <a:pt x="7472" y="10725"/>
                    <a:pt x="7172" y="10058"/>
                  </a:cubicBezTo>
                  <a:lnTo>
                    <a:pt x="2869" y="784"/>
                  </a:lnTo>
                  <a:cubicBezTo>
                    <a:pt x="2623" y="293"/>
                    <a:pt x="2124" y="1"/>
                    <a:pt x="1599" y="1"/>
                  </a:cubicBezTo>
                  <a:close/>
                </a:path>
              </a:pathLst>
            </a:custGeom>
            <a:solidFill>
              <a:srgbClr val="777A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1071481" y="3017875"/>
              <a:ext cx="381125" cy="337825"/>
            </a:xfrm>
            <a:custGeom>
              <a:avLst/>
              <a:gdLst/>
              <a:ahLst/>
              <a:cxnLst/>
              <a:rect l="l" t="t" r="r" b="b"/>
              <a:pathLst>
                <a:path w="15245" h="13513" extrusionOk="0">
                  <a:moveTo>
                    <a:pt x="7627" y="0"/>
                  </a:moveTo>
                  <a:cubicBezTo>
                    <a:pt x="4861" y="0"/>
                    <a:pt x="2263" y="1722"/>
                    <a:pt x="1268" y="4471"/>
                  </a:cubicBezTo>
                  <a:cubicBezTo>
                    <a:pt x="0" y="7974"/>
                    <a:pt x="1835" y="11843"/>
                    <a:pt x="5337" y="13111"/>
                  </a:cubicBezTo>
                  <a:cubicBezTo>
                    <a:pt x="6090" y="13383"/>
                    <a:pt x="6860" y="13512"/>
                    <a:pt x="7618" y="13512"/>
                  </a:cubicBezTo>
                  <a:cubicBezTo>
                    <a:pt x="10383" y="13512"/>
                    <a:pt x="12982" y="11791"/>
                    <a:pt x="13977" y="9041"/>
                  </a:cubicBezTo>
                  <a:cubicBezTo>
                    <a:pt x="15244" y="5539"/>
                    <a:pt x="13410" y="1669"/>
                    <a:pt x="9907" y="402"/>
                  </a:cubicBezTo>
                  <a:cubicBezTo>
                    <a:pt x="9154" y="129"/>
                    <a:pt x="8384" y="0"/>
                    <a:pt x="76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1053131" y="3002575"/>
              <a:ext cx="417825" cy="367600"/>
            </a:xfrm>
            <a:custGeom>
              <a:avLst/>
              <a:gdLst/>
              <a:ahLst/>
              <a:cxnLst/>
              <a:rect l="l" t="t" r="r" b="b"/>
              <a:pathLst>
                <a:path w="16713" h="14704" extrusionOk="0">
                  <a:moveTo>
                    <a:pt x="8361" y="1204"/>
                  </a:moveTo>
                  <a:cubicBezTo>
                    <a:pt x="10677" y="1204"/>
                    <a:pt x="12901" y="2519"/>
                    <a:pt x="13944" y="4750"/>
                  </a:cubicBezTo>
                  <a:cubicBezTo>
                    <a:pt x="15378" y="7852"/>
                    <a:pt x="14010" y="11521"/>
                    <a:pt x="10942" y="12922"/>
                  </a:cubicBezTo>
                  <a:cubicBezTo>
                    <a:pt x="10104" y="13314"/>
                    <a:pt x="9222" y="13499"/>
                    <a:pt x="8352" y="13499"/>
                  </a:cubicBezTo>
                  <a:cubicBezTo>
                    <a:pt x="6036" y="13499"/>
                    <a:pt x="3812" y="12185"/>
                    <a:pt x="2769" y="9953"/>
                  </a:cubicBezTo>
                  <a:cubicBezTo>
                    <a:pt x="1335" y="6885"/>
                    <a:pt x="2669" y="3215"/>
                    <a:pt x="5771" y="1781"/>
                  </a:cubicBezTo>
                  <a:cubicBezTo>
                    <a:pt x="6609" y="1389"/>
                    <a:pt x="7491" y="1204"/>
                    <a:pt x="8361" y="1204"/>
                  </a:cubicBezTo>
                  <a:close/>
                  <a:moveTo>
                    <a:pt x="8345" y="0"/>
                  </a:moveTo>
                  <a:cubicBezTo>
                    <a:pt x="7314" y="0"/>
                    <a:pt x="6266" y="219"/>
                    <a:pt x="5271" y="680"/>
                  </a:cubicBezTo>
                  <a:cubicBezTo>
                    <a:pt x="1602" y="2415"/>
                    <a:pt x="0" y="6785"/>
                    <a:pt x="1702" y="10454"/>
                  </a:cubicBezTo>
                  <a:cubicBezTo>
                    <a:pt x="2941" y="13128"/>
                    <a:pt x="5598" y="14703"/>
                    <a:pt x="8368" y="14703"/>
                  </a:cubicBezTo>
                  <a:cubicBezTo>
                    <a:pt x="9399" y="14703"/>
                    <a:pt x="10446" y="14485"/>
                    <a:pt x="11442" y="14023"/>
                  </a:cubicBezTo>
                  <a:cubicBezTo>
                    <a:pt x="15111" y="12322"/>
                    <a:pt x="16712" y="7919"/>
                    <a:pt x="15011" y="4249"/>
                  </a:cubicBezTo>
                  <a:cubicBezTo>
                    <a:pt x="13772" y="1576"/>
                    <a:pt x="11115" y="0"/>
                    <a:pt x="8345" y="0"/>
                  </a:cubicBezTo>
                  <a:close/>
                </a:path>
              </a:pathLst>
            </a:custGeom>
            <a:solidFill>
              <a:srgbClr val="8F93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8" name="Google Shape;438;p23"/>
          <p:cNvSpPr/>
          <p:nvPr/>
        </p:nvSpPr>
        <p:spPr>
          <a:xfrm>
            <a:off x="5619600" y="1788550"/>
            <a:ext cx="387537" cy="452025"/>
          </a:xfrm>
          <a:custGeom>
            <a:avLst/>
            <a:gdLst/>
            <a:ahLst/>
            <a:cxnLst/>
            <a:rect l="l" t="t" r="r" b="b"/>
            <a:pathLst>
              <a:path w="14911" h="18081" extrusionOk="0">
                <a:moveTo>
                  <a:pt x="1235" y="1"/>
                </a:moveTo>
                <a:cubicBezTo>
                  <a:pt x="567" y="1"/>
                  <a:pt x="0" y="601"/>
                  <a:pt x="0" y="1368"/>
                </a:cubicBezTo>
                <a:lnTo>
                  <a:pt x="0" y="16713"/>
                </a:lnTo>
                <a:cubicBezTo>
                  <a:pt x="0" y="17480"/>
                  <a:pt x="567" y="18080"/>
                  <a:pt x="1235" y="18080"/>
                </a:cubicBezTo>
                <a:lnTo>
                  <a:pt x="13677" y="18080"/>
                </a:lnTo>
                <a:cubicBezTo>
                  <a:pt x="14377" y="18080"/>
                  <a:pt x="14911" y="17480"/>
                  <a:pt x="14911" y="16713"/>
                </a:cubicBezTo>
                <a:lnTo>
                  <a:pt x="14911" y="1368"/>
                </a:lnTo>
                <a:cubicBezTo>
                  <a:pt x="14911" y="601"/>
                  <a:pt x="14344" y="1"/>
                  <a:pt x="13677" y="1"/>
                </a:cubicBezTo>
                <a:close/>
              </a:path>
            </a:pathLst>
          </a:custGeom>
          <a:solidFill>
            <a:srgbClr val="EDBB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3"/>
          <p:cNvSpPr/>
          <p:nvPr/>
        </p:nvSpPr>
        <p:spPr>
          <a:xfrm>
            <a:off x="5820319" y="1788550"/>
            <a:ext cx="186825" cy="452025"/>
          </a:xfrm>
          <a:custGeom>
            <a:avLst/>
            <a:gdLst/>
            <a:ahLst/>
            <a:cxnLst/>
            <a:rect l="l" t="t" r="r" b="b"/>
            <a:pathLst>
              <a:path w="7473" h="18081" extrusionOk="0">
                <a:moveTo>
                  <a:pt x="1" y="1"/>
                </a:moveTo>
                <a:lnTo>
                  <a:pt x="1" y="18080"/>
                </a:lnTo>
                <a:lnTo>
                  <a:pt x="6239" y="18080"/>
                </a:lnTo>
                <a:cubicBezTo>
                  <a:pt x="6906" y="18080"/>
                  <a:pt x="7473" y="17480"/>
                  <a:pt x="7473" y="16713"/>
                </a:cubicBezTo>
                <a:lnTo>
                  <a:pt x="7473" y="1368"/>
                </a:lnTo>
                <a:cubicBezTo>
                  <a:pt x="7473" y="601"/>
                  <a:pt x="6906" y="1"/>
                  <a:pt x="6239" y="1"/>
                </a:cubicBezTo>
                <a:close/>
              </a:path>
            </a:pathLst>
          </a:custGeom>
          <a:solidFill>
            <a:srgbClr val="8347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3"/>
          <p:cNvSpPr/>
          <p:nvPr/>
        </p:nvSpPr>
        <p:spPr>
          <a:xfrm>
            <a:off x="5428394" y="1686925"/>
            <a:ext cx="878150" cy="792975"/>
          </a:xfrm>
          <a:custGeom>
            <a:avLst/>
            <a:gdLst/>
            <a:ahLst/>
            <a:cxnLst/>
            <a:rect l="l" t="t" r="r" b="b"/>
            <a:pathLst>
              <a:path w="35126" h="31719" extrusionOk="0">
                <a:moveTo>
                  <a:pt x="27186" y="7802"/>
                </a:moveTo>
                <a:lnTo>
                  <a:pt x="26519" y="12605"/>
                </a:lnTo>
                <a:lnTo>
                  <a:pt x="24251" y="12739"/>
                </a:lnTo>
                <a:lnTo>
                  <a:pt x="24251" y="12739"/>
                </a:lnTo>
                <a:lnTo>
                  <a:pt x="24851" y="8069"/>
                </a:lnTo>
                <a:lnTo>
                  <a:pt x="27186" y="7802"/>
                </a:lnTo>
                <a:close/>
                <a:moveTo>
                  <a:pt x="22616" y="8369"/>
                </a:moveTo>
                <a:lnTo>
                  <a:pt x="22049" y="12905"/>
                </a:lnTo>
                <a:lnTo>
                  <a:pt x="19014" y="13106"/>
                </a:lnTo>
                <a:lnTo>
                  <a:pt x="19214" y="8769"/>
                </a:lnTo>
                <a:lnTo>
                  <a:pt x="22616" y="8369"/>
                </a:lnTo>
                <a:close/>
                <a:moveTo>
                  <a:pt x="17012" y="9036"/>
                </a:moveTo>
                <a:lnTo>
                  <a:pt x="16845" y="13272"/>
                </a:lnTo>
                <a:lnTo>
                  <a:pt x="13777" y="13472"/>
                </a:lnTo>
                <a:lnTo>
                  <a:pt x="13610" y="9436"/>
                </a:lnTo>
                <a:lnTo>
                  <a:pt x="17012" y="9036"/>
                </a:lnTo>
                <a:close/>
                <a:moveTo>
                  <a:pt x="11408" y="9703"/>
                </a:moveTo>
                <a:lnTo>
                  <a:pt x="11608" y="13639"/>
                </a:lnTo>
                <a:lnTo>
                  <a:pt x="8540" y="13839"/>
                </a:lnTo>
                <a:lnTo>
                  <a:pt x="8006" y="10103"/>
                </a:lnTo>
                <a:lnTo>
                  <a:pt x="11408" y="9703"/>
                </a:lnTo>
                <a:close/>
                <a:moveTo>
                  <a:pt x="5838" y="10370"/>
                </a:moveTo>
                <a:lnTo>
                  <a:pt x="6371" y="13973"/>
                </a:lnTo>
                <a:lnTo>
                  <a:pt x="3302" y="14206"/>
                </a:lnTo>
                <a:lnTo>
                  <a:pt x="2435" y="10771"/>
                </a:lnTo>
                <a:lnTo>
                  <a:pt x="5838" y="10370"/>
                </a:lnTo>
                <a:close/>
                <a:moveTo>
                  <a:pt x="6571" y="15574"/>
                </a:moveTo>
                <a:lnTo>
                  <a:pt x="6872" y="17542"/>
                </a:lnTo>
                <a:lnTo>
                  <a:pt x="4136" y="17542"/>
                </a:lnTo>
                <a:lnTo>
                  <a:pt x="3703" y="15774"/>
                </a:lnTo>
                <a:lnTo>
                  <a:pt x="6571" y="15574"/>
                </a:lnTo>
                <a:close/>
                <a:moveTo>
                  <a:pt x="11675" y="15207"/>
                </a:moveTo>
                <a:lnTo>
                  <a:pt x="11775" y="17542"/>
                </a:lnTo>
                <a:lnTo>
                  <a:pt x="9073" y="17542"/>
                </a:lnTo>
                <a:lnTo>
                  <a:pt x="8773" y="15407"/>
                </a:lnTo>
                <a:lnTo>
                  <a:pt x="11675" y="15207"/>
                </a:lnTo>
                <a:close/>
                <a:moveTo>
                  <a:pt x="16745" y="14873"/>
                </a:moveTo>
                <a:lnTo>
                  <a:pt x="16645" y="17542"/>
                </a:lnTo>
                <a:lnTo>
                  <a:pt x="13977" y="17542"/>
                </a:lnTo>
                <a:lnTo>
                  <a:pt x="13877" y="15074"/>
                </a:lnTo>
                <a:lnTo>
                  <a:pt x="16745" y="14873"/>
                </a:lnTo>
                <a:close/>
                <a:moveTo>
                  <a:pt x="21816" y="14507"/>
                </a:moveTo>
                <a:lnTo>
                  <a:pt x="21449" y="17542"/>
                </a:lnTo>
                <a:lnTo>
                  <a:pt x="18814" y="17542"/>
                </a:lnTo>
                <a:lnTo>
                  <a:pt x="18947" y="14707"/>
                </a:lnTo>
                <a:lnTo>
                  <a:pt x="21816" y="14507"/>
                </a:lnTo>
                <a:close/>
                <a:moveTo>
                  <a:pt x="26319" y="14206"/>
                </a:moveTo>
                <a:lnTo>
                  <a:pt x="25885" y="17542"/>
                </a:lnTo>
                <a:lnTo>
                  <a:pt x="23650" y="17542"/>
                </a:lnTo>
                <a:lnTo>
                  <a:pt x="24051" y="14373"/>
                </a:lnTo>
                <a:lnTo>
                  <a:pt x="26319" y="14206"/>
                </a:lnTo>
                <a:close/>
                <a:moveTo>
                  <a:pt x="7105" y="19143"/>
                </a:moveTo>
                <a:lnTo>
                  <a:pt x="7472" y="21845"/>
                </a:lnTo>
                <a:lnTo>
                  <a:pt x="5204" y="21845"/>
                </a:lnTo>
                <a:lnTo>
                  <a:pt x="4537" y="19143"/>
                </a:lnTo>
                <a:close/>
                <a:moveTo>
                  <a:pt x="11842" y="19143"/>
                </a:moveTo>
                <a:lnTo>
                  <a:pt x="11975" y="21845"/>
                </a:lnTo>
                <a:lnTo>
                  <a:pt x="9707" y="21845"/>
                </a:lnTo>
                <a:lnTo>
                  <a:pt x="9307" y="19143"/>
                </a:lnTo>
                <a:close/>
                <a:moveTo>
                  <a:pt x="16579" y="19143"/>
                </a:moveTo>
                <a:lnTo>
                  <a:pt x="16445" y="21845"/>
                </a:lnTo>
                <a:lnTo>
                  <a:pt x="14177" y="21845"/>
                </a:lnTo>
                <a:lnTo>
                  <a:pt x="14043" y="19143"/>
                </a:lnTo>
                <a:close/>
                <a:moveTo>
                  <a:pt x="21249" y="19143"/>
                </a:moveTo>
                <a:lnTo>
                  <a:pt x="20915" y="21845"/>
                </a:lnTo>
                <a:lnTo>
                  <a:pt x="18647" y="21845"/>
                </a:lnTo>
                <a:lnTo>
                  <a:pt x="18747" y="19143"/>
                </a:lnTo>
                <a:close/>
                <a:moveTo>
                  <a:pt x="25652" y="19143"/>
                </a:moveTo>
                <a:lnTo>
                  <a:pt x="25285" y="21845"/>
                </a:lnTo>
                <a:lnTo>
                  <a:pt x="23117" y="21845"/>
                </a:lnTo>
                <a:lnTo>
                  <a:pt x="23450" y="19143"/>
                </a:lnTo>
                <a:close/>
                <a:moveTo>
                  <a:pt x="33909" y="0"/>
                </a:moveTo>
                <a:cubicBezTo>
                  <a:pt x="33826" y="0"/>
                  <a:pt x="33741" y="10"/>
                  <a:pt x="33657" y="29"/>
                </a:cubicBezTo>
                <a:lnTo>
                  <a:pt x="29288" y="1130"/>
                </a:lnTo>
                <a:cubicBezTo>
                  <a:pt x="28854" y="1230"/>
                  <a:pt x="28520" y="1564"/>
                  <a:pt x="28454" y="1998"/>
                </a:cubicBezTo>
                <a:lnTo>
                  <a:pt x="27887" y="5533"/>
                </a:lnTo>
                <a:lnTo>
                  <a:pt x="967" y="8736"/>
                </a:lnTo>
                <a:cubicBezTo>
                  <a:pt x="934" y="8736"/>
                  <a:pt x="934" y="8769"/>
                  <a:pt x="901" y="8769"/>
                </a:cubicBezTo>
                <a:lnTo>
                  <a:pt x="834" y="8769"/>
                </a:lnTo>
                <a:cubicBezTo>
                  <a:pt x="767" y="8802"/>
                  <a:pt x="701" y="8836"/>
                  <a:pt x="667" y="8836"/>
                </a:cubicBezTo>
                <a:cubicBezTo>
                  <a:pt x="601" y="8869"/>
                  <a:pt x="534" y="8903"/>
                  <a:pt x="467" y="8936"/>
                </a:cubicBezTo>
                <a:cubicBezTo>
                  <a:pt x="400" y="9003"/>
                  <a:pt x="334" y="9036"/>
                  <a:pt x="300" y="9136"/>
                </a:cubicBezTo>
                <a:cubicBezTo>
                  <a:pt x="267" y="9169"/>
                  <a:pt x="200" y="9169"/>
                  <a:pt x="200" y="9203"/>
                </a:cubicBezTo>
                <a:cubicBezTo>
                  <a:pt x="167" y="9236"/>
                  <a:pt x="167" y="9236"/>
                  <a:pt x="167" y="9236"/>
                </a:cubicBezTo>
                <a:cubicBezTo>
                  <a:pt x="100" y="9336"/>
                  <a:pt x="67" y="9436"/>
                  <a:pt x="67" y="9536"/>
                </a:cubicBezTo>
                <a:cubicBezTo>
                  <a:pt x="33" y="9570"/>
                  <a:pt x="33" y="9603"/>
                  <a:pt x="0" y="9670"/>
                </a:cubicBezTo>
                <a:cubicBezTo>
                  <a:pt x="0" y="9803"/>
                  <a:pt x="0" y="9970"/>
                  <a:pt x="33" y="10103"/>
                </a:cubicBezTo>
                <a:lnTo>
                  <a:pt x="3302" y="23213"/>
                </a:lnTo>
                <a:lnTo>
                  <a:pt x="4403" y="27583"/>
                </a:lnTo>
                <a:cubicBezTo>
                  <a:pt x="4403" y="27616"/>
                  <a:pt x="4437" y="27649"/>
                  <a:pt x="4437" y="27683"/>
                </a:cubicBezTo>
                <a:cubicBezTo>
                  <a:pt x="4470" y="27716"/>
                  <a:pt x="4503" y="27783"/>
                  <a:pt x="4503" y="27816"/>
                </a:cubicBezTo>
                <a:cubicBezTo>
                  <a:pt x="4537" y="27916"/>
                  <a:pt x="4603" y="27983"/>
                  <a:pt x="4637" y="28016"/>
                </a:cubicBezTo>
                <a:cubicBezTo>
                  <a:pt x="4670" y="28083"/>
                  <a:pt x="4703" y="28116"/>
                  <a:pt x="4737" y="28150"/>
                </a:cubicBezTo>
                <a:cubicBezTo>
                  <a:pt x="4804" y="28183"/>
                  <a:pt x="4870" y="28250"/>
                  <a:pt x="4970" y="28283"/>
                </a:cubicBezTo>
                <a:cubicBezTo>
                  <a:pt x="5004" y="28316"/>
                  <a:pt x="5037" y="28316"/>
                  <a:pt x="5070" y="28350"/>
                </a:cubicBezTo>
                <a:cubicBezTo>
                  <a:pt x="5204" y="28383"/>
                  <a:pt x="5337" y="28416"/>
                  <a:pt x="5471" y="28416"/>
                </a:cubicBezTo>
                <a:lnTo>
                  <a:pt x="8506" y="28416"/>
                </a:lnTo>
                <a:cubicBezTo>
                  <a:pt x="8339" y="28750"/>
                  <a:pt x="8206" y="29117"/>
                  <a:pt x="8206" y="29551"/>
                </a:cubicBezTo>
                <a:cubicBezTo>
                  <a:pt x="8206" y="30751"/>
                  <a:pt x="9173" y="31719"/>
                  <a:pt x="10408" y="31719"/>
                </a:cubicBezTo>
                <a:cubicBezTo>
                  <a:pt x="11608" y="31719"/>
                  <a:pt x="12576" y="30751"/>
                  <a:pt x="12576" y="29551"/>
                </a:cubicBezTo>
                <a:cubicBezTo>
                  <a:pt x="12576" y="29117"/>
                  <a:pt x="12476" y="28750"/>
                  <a:pt x="12276" y="28416"/>
                </a:cubicBezTo>
                <a:lnTo>
                  <a:pt x="22750" y="28416"/>
                </a:lnTo>
                <a:cubicBezTo>
                  <a:pt x="22550" y="28750"/>
                  <a:pt x="22449" y="29117"/>
                  <a:pt x="22449" y="29551"/>
                </a:cubicBezTo>
                <a:cubicBezTo>
                  <a:pt x="22449" y="30751"/>
                  <a:pt x="23417" y="31719"/>
                  <a:pt x="24618" y="31719"/>
                </a:cubicBezTo>
                <a:cubicBezTo>
                  <a:pt x="25819" y="31719"/>
                  <a:pt x="26819" y="30751"/>
                  <a:pt x="26819" y="29551"/>
                </a:cubicBezTo>
                <a:cubicBezTo>
                  <a:pt x="26819" y="29117"/>
                  <a:pt x="26686" y="28750"/>
                  <a:pt x="26486" y="28416"/>
                </a:cubicBezTo>
                <a:lnTo>
                  <a:pt x="28454" y="28416"/>
                </a:lnTo>
                <a:cubicBezTo>
                  <a:pt x="29054" y="28416"/>
                  <a:pt x="29555" y="27916"/>
                  <a:pt x="29555" y="27316"/>
                </a:cubicBezTo>
                <a:cubicBezTo>
                  <a:pt x="29555" y="26715"/>
                  <a:pt x="29054" y="26248"/>
                  <a:pt x="28454" y="26248"/>
                </a:cubicBezTo>
                <a:lnTo>
                  <a:pt x="6305" y="26248"/>
                </a:lnTo>
                <a:lnTo>
                  <a:pt x="5771" y="24047"/>
                </a:lnTo>
                <a:lnTo>
                  <a:pt x="26252" y="24047"/>
                </a:lnTo>
                <a:cubicBezTo>
                  <a:pt x="26386" y="24047"/>
                  <a:pt x="26519" y="24013"/>
                  <a:pt x="26652" y="23980"/>
                </a:cubicBezTo>
                <a:cubicBezTo>
                  <a:pt x="26686" y="23947"/>
                  <a:pt x="26719" y="23913"/>
                  <a:pt x="26786" y="23913"/>
                </a:cubicBezTo>
                <a:cubicBezTo>
                  <a:pt x="26853" y="23880"/>
                  <a:pt x="26919" y="23847"/>
                  <a:pt x="26986" y="23780"/>
                </a:cubicBezTo>
                <a:cubicBezTo>
                  <a:pt x="27019" y="23746"/>
                  <a:pt x="27053" y="23713"/>
                  <a:pt x="27086" y="23646"/>
                </a:cubicBezTo>
                <a:cubicBezTo>
                  <a:pt x="27119" y="23613"/>
                  <a:pt x="27186" y="23546"/>
                  <a:pt x="27220" y="23480"/>
                </a:cubicBezTo>
                <a:cubicBezTo>
                  <a:pt x="27253" y="23446"/>
                  <a:pt x="27253" y="23380"/>
                  <a:pt x="27286" y="23313"/>
                </a:cubicBezTo>
                <a:cubicBezTo>
                  <a:pt x="27286" y="23246"/>
                  <a:pt x="27320" y="23179"/>
                  <a:pt x="27353" y="23146"/>
                </a:cubicBezTo>
                <a:lnTo>
                  <a:pt x="27353" y="23113"/>
                </a:lnTo>
                <a:lnTo>
                  <a:pt x="27353" y="23079"/>
                </a:lnTo>
                <a:lnTo>
                  <a:pt x="30522" y="3065"/>
                </a:lnTo>
                <a:lnTo>
                  <a:pt x="34191" y="2164"/>
                </a:lnTo>
                <a:cubicBezTo>
                  <a:pt x="34758" y="1998"/>
                  <a:pt x="35125" y="1397"/>
                  <a:pt x="34992" y="830"/>
                </a:cubicBezTo>
                <a:cubicBezTo>
                  <a:pt x="34850" y="318"/>
                  <a:pt x="34392" y="0"/>
                  <a:pt x="33909" y="0"/>
                </a:cubicBezTo>
                <a:close/>
              </a:path>
            </a:pathLst>
          </a:custGeom>
          <a:solidFill>
            <a:srgbClr val="E19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3"/>
          <p:cNvSpPr/>
          <p:nvPr/>
        </p:nvSpPr>
        <p:spPr>
          <a:xfrm>
            <a:off x="5896219" y="1879450"/>
            <a:ext cx="89250" cy="118450"/>
          </a:xfrm>
          <a:custGeom>
            <a:avLst/>
            <a:gdLst/>
            <a:ahLst/>
            <a:cxnLst/>
            <a:rect l="l" t="t" r="r" b="b"/>
            <a:pathLst>
              <a:path w="3570" h="4738" extrusionOk="0">
                <a:moveTo>
                  <a:pt x="3570" y="1"/>
                </a:moveTo>
                <a:lnTo>
                  <a:pt x="167" y="401"/>
                </a:lnTo>
                <a:lnTo>
                  <a:pt x="0" y="4737"/>
                </a:lnTo>
                <a:lnTo>
                  <a:pt x="334" y="4737"/>
                </a:lnTo>
                <a:lnTo>
                  <a:pt x="501" y="1068"/>
                </a:lnTo>
                <a:lnTo>
                  <a:pt x="3470" y="701"/>
                </a:lnTo>
                <a:lnTo>
                  <a:pt x="3570" y="1"/>
                </a:lnTo>
                <a:close/>
              </a:path>
            </a:pathLst>
          </a:custGeom>
          <a:solidFill>
            <a:srgbClr val="7272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3"/>
          <p:cNvSpPr/>
          <p:nvPr/>
        </p:nvSpPr>
        <p:spPr>
          <a:xfrm>
            <a:off x="5886219" y="2148825"/>
            <a:ext cx="65075" cy="67550"/>
          </a:xfrm>
          <a:custGeom>
            <a:avLst/>
            <a:gdLst/>
            <a:ahLst/>
            <a:cxnLst/>
            <a:rect l="l" t="t" r="r" b="b"/>
            <a:pathLst>
              <a:path w="2603" h="2702" extrusionOk="0">
                <a:moveTo>
                  <a:pt x="134" y="0"/>
                </a:moveTo>
                <a:lnTo>
                  <a:pt x="0" y="2702"/>
                </a:lnTo>
                <a:lnTo>
                  <a:pt x="367" y="2702"/>
                </a:lnTo>
                <a:lnTo>
                  <a:pt x="434" y="667"/>
                </a:lnTo>
                <a:lnTo>
                  <a:pt x="2535" y="667"/>
                </a:lnTo>
                <a:lnTo>
                  <a:pt x="2602" y="0"/>
                </a:lnTo>
                <a:close/>
              </a:path>
            </a:pathLst>
          </a:custGeom>
          <a:solidFill>
            <a:srgbClr val="7272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3"/>
          <p:cNvSpPr/>
          <p:nvPr/>
        </p:nvSpPr>
        <p:spPr>
          <a:xfrm>
            <a:off x="5891219" y="2032900"/>
            <a:ext cx="75075" cy="75900"/>
          </a:xfrm>
          <a:custGeom>
            <a:avLst/>
            <a:gdLst/>
            <a:ahLst/>
            <a:cxnLst/>
            <a:rect l="l" t="t" r="r" b="b"/>
            <a:pathLst>
              <a:path w="3003" h="3036" extrusionOk="0">
                <a:moveTo>
                  <a:pt x="3002" y="0"/>
                </a:moveTo>
                <a:lnTo>
                  <a:pt x="100" y="201"/>
                </a:lnTo>
                <a:lnTo>
                  <a:pt x="0" y="3036"/>
                </a:lnTo>
                <a:lnTo>
                  <a:pt x="334" y="3036"/>
                </a:lnTo>
                <a:lnTo>
                  <a:pt x="434" y="868"/>
                </a:lnTo>
                <a:lnTo>
                  <a:pt x="2902" y="701"/>
                </a:lnTo>
                <a:lnTo>
                  <a:pt x="3002" y="0"/>
                </a:lnTo>
                <a:close/>
              </a:path>
            </a:pathLst>
          </a:custGeom>
          <a:solidFill>
            <a:srgbClr val="7272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3"/>
          <p:cNvSpPr/>
          <p:nvPr/>
        </p:nvSpPr>
        <p:spPr>
          <a:xfrm>
            <a:off x="5766969" y="2042075"/>
            <a:ext cx="72575" cy="66725"/>
          </a:xfrm>
          <a:custGeom>
            <a:avLst/>
            <a:gdLst/>
            <a:ahLst/>
            <a:cxnLst/>
            <a:rect l="l" t="t" r="r" b="b"/>
            <a:pathLst>
              <a:path w="2903" h="2669" extrusionOk="0">
                <a:moveTo>
                  <a:pt x="2902" y="0"/>
                </a:moveTo>
                <a:lnTo>
                  <a:pt x="0" y="200"/>
                </a:lnTo>
                <a:lnTo>
                  <a:pt x="100" y="2669"/>
                </a:lnTo>
                <a:lnTo>
                  <a:pt x="400" y="2669"/>
                </a:lnTo>
                <a:lnTo>
                  <a:pt x="334" y="868"/>
                </a:lnTo>
                <a:lnTo>
                  <a:pt x="2869" y="701"/>
                </a:lnTo>
                <a:lnTo>
                  <a:pt x="2902" y="0"/>
                </a:lnTo>
                <a:close/>
              </a:path>
            </a:pathLst>
          </a:custGeom>
          <a:solidFill>
            <a:srgbClr val="7272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23"/>
          <p:cNvSpPr/>
          <p:nvPr/>
        </p:nvSpPr>
        <p:spPr>
          <a:xfrm>
            <a:off x="5760294" y="1896125"/>
            <a:ext cx="85075" cy="110950"/>
          </a:xfrm>
          <a:custGeom>
            <a:avLst/>
            <a:gdLst/>
            <a:ahLst/>
            <a:cxnLst/>
            <a:rect l="l" t="t" r="r" b="b"/>
            <a:pathLst>
              <a:path w="3403" h="4438" extrusionOk="0">
                <a:moveTo>
                  <a:pt x="3403" y="1"/>
                </a:moveTo>
                <a:lnTo>
                  <a:pt x="0" y="401"/>
                </a:lnTo>
                <a:lnTo>
                  <a:pt x="200" y="4437"/>
                </a:lnTo>
                <a:lnTo>
                  <a:pt x="467" y="4437"/>
                </a:lnTo>
                <a:lnTo>
                  <a:pt x="334" y="1068"/>
                </a:lnTo>
                <a:lnTo>
                  <a:pt x="3369" y="701"/>
                </a:lnTo>
                <a:lnTo>
                  <a:pt x="3403" y="1"/>
                </a:lnTo>
                <a:close/>
              </a:path>
            </a:pathLst>
          </a:custGeom>
          <a:solidFill>
            <a:srgbClr val="7272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3"/>
          <p:cNvSpPr/>
          <p:nvPr/>
        </p:nvSpPr>
        <p:spPr>
          <a:xfrm>
            <a:off x="5512619" y="2059575"/>
            <a:ext cx="75075" cy="49225"/>
          </a:xfrm>
          <a:custGeom>
            <a:avLst/>
            <a:gdLst/>
            <a:ahLst/>
            <a:cxnLst/>
            <a:rect l="l" t="t" r="r" b="b"/>
            <a:pathLst>
              <a:path w="3003" h="1969" extrusionOk="0">
                <a:moveTo>
                  <a:pt x="2902" y="1"/>
                </a:moveTo>
                <a:lnTo>
                  <a:pt x="0" y="201"/>
                </a:lnTo>
                <a:lnTo>
                  <a:pt x="434" y="1969"/>
                </a:lnTo>
                <a:lnTo>
                  <a:pt x="601" y="1969"/>
                </a:lnTo>
                <a:lnTo>
                  <a:pt x="334" y="868"/>
                </a:lnTo>
                <a:lnTo>
                  <a:pt x="3002" y="668"/>
                </a:lnTo>
                <a:lnTo>
                  <a:pt x="2902" y="1"/>
                </a:lnTo>
                <a:close/>
              </a:path>
            </a:pathLst>
          </a:custGeom>
          <a:solidFill>
            <a:srgbClr val="7272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3"/>
          <p:cNvSpPr/>
          <p:nvPr/>
        </p:nvSpPr>
        <p:spPr>
          <a:xfrm>
            <a:off x="5533469" y="2148825"/>
            <a:ext cx="66725" cy="67550"/>
          </a:xfrm>
          <a:custGeom>
            <a:avLst/>
            <a:gdLst/>
            <a:ahLst/>
            <a:cxnLst/>
            <a:rect l="l" t="t" r="r" b="b"/>
            <a:pathLst>
              <a:path w="2669" h="2702" extrusionOk="0">
                <a:moveTo>
                  <a:pt x="0" y="0"/>
                </a:moveTo>
                <a:lnTo>
                  <a:pt x="701" y="2702"/>
                </a:lnTo>
                <a:lnTo>
                  <a:pt x="867" y="2702"/>
                </a:lnTo>
                <a:lnTo>
                  <a:pt x="334" y="667"/>
                </a:lnTo>
                <a:lnTo>
                  <a:pt x="2669" y="667"/>
                </a:lnTo>
                <a:lnTo>
                  <a:pt x="2569" y="0"/>
                </a:lnTo>
                <a:close/>
              </a:path>
            </a:pathLst>
          </a:custGeom>
          <a:solidFill>
            <a:srgbClr val="7272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3"/>
          <p:cNvSpPr/>
          <p:nvPr/>
        </p:nvSpPr>
        <p:spPr>
          <a:xfrm>
            <a:off x="5481744" y="1929500"/>
            <a:ext cx="86775" cy="95925"/>
          </a:xfrm>
          <a:custGeom>
            <a:avLst/>
            <a:gdLst/>
            <a:ahLst/>
            <a:cxnLst/>
            <a:rect l="l" t="t" r="r" b="b"/>
            <a:pathLst>
              <a:path w="3471" h="3837" extrusionOk="0">
                <a:moveTo>
                  <a:pt x="3370" y="0"/>
                </a:moveTo>
                <a:lnTo>
                  <a:pt x="1" y="400"/>
                </a:lnTo>
                <a:lnTo>
                  <a:pt x="835" y="3836"/>
                </a:lnTo>
                <a:lnTo>
                  <a:pt x="1002" y="3836"/>
                </a:lnTo>
                <a:lnTo>
                  <a:pt x="301" y="1068"/>
                </a:lnTo>
                <a:lnTo>
                  <a:pt x="3470" y="701"/>
                </a:lnTo>
                <a:lnTo>
                  <a:pt x="3370" y="0"/>
                </a:lnTo>
                <a:close/>
              </a:path>
            </a:pathLst>
          </a:custGeom>
          <a:solidFill>
            <a:srgbClr val="7272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23"/>
          <p:cNvSpPr/>
          <p:nvPr/>
        </p:nvSpPr>
        <p:spPr>
          <a:xfrm>
            <a:off x="5652719" y="2148825"/>
            <a:ext cx="65075" cy="67550"/>
          </a:xfrm>
          <a:custGeom>
            <a:avLst/>
            <a:gdLst/>
            <a:ahLst/>
            <a:cxnLst/>
            <a:rect l="l" t="t" r="r" b="b"/>
            <a:pathLst>
              <a:path w="2603" h="2702" extrusionOk="0">
                <a:moveTo>
                  <a:pt x="0" y="0"/>
                </a:moveTo>
                <a:lnTo>
                  <a:pt x="400" y="2702"/>
                </a:lnTo>
                <a:lnTo>
                  <a:pt x="634" y="2702"/>
                </a:lnTo>
                <a:lnTo>
                  <a:pt x="334" y="667"/>
                </a:lnTo>
                <a:lnTo>
                  <a:pt x="2602" y="667"/>
                </a:lnTo>
                <a:lnTo>
                  <a:pt x="2569" y="0"/>
                </a:lnTo>
                <a:close/>
              </a:path>
            </a:pathLst>
          </a:custGeom>
          <a:solidFill>
            <a:srgbClr val="7272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23"/>
          <p:cNvSpPr/>
          <p:nvPr/>
        </p:nvSpPr>
        <p:spPr>
          <a:xfrm>
            <a:off x="5620194" y="1912800"/>
            <a:ext cx="86750" cy="103450"/>
          </a:xfrm>
          <a:custGeom>
            <a:avLst/>
            <a:gdLst/>
            <a:ahLst/>
            <a:cxnLst/>
            <a:rect l="l" t="t" r="r" b="b"/>
            <a:pathLst>
              <a:path w="3470" h="4138" extrusionOk="0">
                <a:moveTo>
                  <a:pt x="3436" y="1"/>
                </a:moveTo>
                <a:lnTo>
                  <a:pt x="0" y="401"/>
                </a:lnTo>
                <a:lnTo>
                  <a:pt x="534" y="4137"/>
                </a:lnTo>
                <a:lnTo>
                  <a:pt x="767" y="4137"/>
                </a:lnTo>
                <a:lnTo>
                  <a:pt x="334" y="1068"/>
                </a:lnTo>
                <a:lnTo>
                  <a:pt x="3469" y="701"/>
                </a:lnTo>
                <a:lnTo>
                  <a:pt x="3436" y="1"/>
                </a:lnTo>
                <a:close/>
              </a:path>
            </a:pathLst>
          </a:custGeom>
          <a:solidFill>
            <a:srgbClr val="7272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3"/>
          <p:cNvSpPr/>
          <p:nvPr/>
        </p:nvSpPr>
        <p:spPr>
          <a:xfrm>
            <a:off x="5771119" y="2148825"/>
            <a:ext cx="63425" cy="67550"/>
          </a:xfrm>
          <a:custGeom>
            <a:avLst/>
            <a:gdLst/>
            <a:ahLst/>
            <a:cxnLst/>
            <a:rect l="l" t="t" r="r" b="b"/>
            <a:pathLst>
              <a:path w="2537" h="2702" extrusionOk="0">
                <a:moveTo>
                  <a:pt x="1" y="0"/>
                </a:moveTo>
                <a:lnTo>
                  <a:pt x="134" y="2702"/>
                </a:lnTo>
                <a:lnTo>
                  <a:pt x="435" y="2702"/>
                </a:lnTo>
                <a:lnTo>
                  <a:pt x="334" y="667"/>
                </a:lnTo>
                <a:lnTo>
                  <a:pt x="2503" y="667"/>
                </a:lnTo>
                <a:lnTo>
                  <a:pt x="2536" y="0"/>
                </a:lnTo>
                <a:close/>
              </a:path>
            </a:pathLst>
          </a:custGeom>
          <a:solidFill>
            <a:srgbClr val="7272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23"/>
          <p:cNvSpPr/>
          <p:nvPr/>
        </p:nvSpPr>
        <p:spPr>
          <a:xfrm>
            <a:off x="5639369" y="2051250"/>
            <a:ext cx="73400" cy="57550"/>
          </a:xfrm>
          <a:custGeom>
            <a:avLst/>
            <a:gdLst/>
            <a:ahLst/>
            <a:cxnLst/>
            <a:rect l="l" t="t" r="r" b="b"/>
            <a:pathLst>
              <a:path w="2936" h="2302" extrusionOk="0">
                <a:moveTo>
                  <a:pt x="2903" y="0"/>
                </a:moveTo>
                <a:lnTo>
                  <a:pt x="0" y="200"/>
                </a:lnTo>
                <a:lnTo>
                  <a:pt x="301" y="2302"/>
                </a:lnTo>
                <a:lnTo>
                  <a:pt x="534" y="2302"/>
                </a:lnTo>
                <a:lnTo>
                  <a:pt x="334" y="834"/>
                </a:lnTo>
                <a:lnTo>
                  <a:pt x="2936" y="667"/>
                </a:lnTo>
                <a:lnTo>
                  <a:pt x="2903" y="0"/>
                </a:lnTo>
                <a:close/>
              </a:path>
            </a:pathLst>
          </a:custGeom>
          <a:solidFill>
            <a:srgbClr val="7272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23"/>
          <p:cNvSpPr/>
          <p:nvPr/>
        </p:nvSpPr>
        <p:spPr>
          <a:xfrm>
            <a:off x="5428394" y="1817750"/>
            <a:ext cx="753875" cy="469525"/>
          </a:xfrm>
          <a:custGeom>
            <a:avLst/>
            <a:gdLst/>
            <a:ahLst/>
            <a:cxnLst/>
            <a:rect l="l" t="t" r="r" b="b"/>
            <a:pathLst>
              <a:path w="30155" h="18781" extrusionOk="0">
                <a:moveTo>
                  <a:pt x="27186" y="2569"/>
                </a:moveTo>
                <a:lnTo>
                  <a:pt x="26519" y="7372"/>
                </a:lnTo>
                <a:lnTo>
                  <a:pt x="24251" y="7506"/>
                </a:lnTo>
                <a:lnTo>
                  <a:pt x="24251" y="7506"/>
                </a:lnTo>
                <a:lnTo>
                  <a:pt x="24851" y="2836"/>
                </a:lnTo>
                <a:lnTo>
                  <a:pt x="27186" y="2569"/>
                </a:lnTo>
                <a:close/>
                <a:moveTo>
                  <a:pt x="22583" y="3136"/>
                </a:moveTo>
                <a:lnTo>
                  <a:pt x="22049" y="7672"/>
                </a:lnTo>
                <a:lnTo>
                  <a:pt x="19014" y="7873"/>
                </a:lnTo>
                <a:lnTo>
                  <a:pt x="19214" y="3536"/>
                </a:lnTo>
                <a:lnTo>
                  <a:pt x="22583" y="3136"/>
                </a:lnTo>
                <a:close/>
                <a:moveTo>
                  <a:pt x="17012" y="3770"/>
                </a:moveTo>
                <a:lnTo>
                  <a:pt x="16812" y="8039"/>
                </a:lnTo>
                <a:lnTo>
                  <a:pt x="13777" y="8239"/>
                </a:lnTo>
                <a:lnTo>
                  <a:pt x="13610" y="4203"/>
                </a:lnTo>
                <a:lnTo>
                  <a:pt x="17012" y="3770"/>
                </a:lnTo>
                <a:close/>
                <a:moveTo>
                  <a:pt x="11408" y="4470"/>
                </a:moveTo>
                <a:lnTo>
                  <a:pt x="11608" y="8406"/>
                </a:lnTo>
                <a:lnTo>
                  <a:pt x="8540" y="8606"/>
                </a:lnTo>
                <a:lnTo>
                  <a:pt x="8006" y="4870"/>
                </a:lnTo>
                <a:lnTo>
                  <a:pt x="11408" y="4470"/>
                </a:lnTo>
                <a:close/>
                <a:moveTo>
                  <a:pt x="5838" y="5137"/>
                </a:moveTo>
                <a:lnTo>
                  <a:pt x="6371" y="8740"/>
                </a:lnTo>
                <a:lnTo>
                  <a:pt x="3302" y="8973"/>
                </a:lnTo>
                <a:lnTo>
                  <a:pt x="2435" y="5538"/>
                </a:lnTo>
                <a:lnTo>
                  <a:pt x="5838" y="5137"/>
                </a:lnTo>
                <a:close/>
                <a:moveTo>
                  <a:pt x="6571" y="10341"/>
                </a:moveTo>
                <a:lnTo>
                  <a:pt x="6872" y="12309"/>
                </a:lnTo>
                <a:lnTo>
                  <a:pt x="4136" y="12309"/>
                </a:lnTo>
                <a:lnTo>
                  <a:pt x="3703" y="10541"/>
                </a:lnTo>
                <a:lnTo>
                  <a:pt x="6571" y="10341"/>
                </a:lnTo>
                <a:close/>
                <a:moveTo>
                  <a:pt x="11675" y="9974"/>
                </a:moveTo>
                <a:lnTo>
                  <a:pt x="11775" y="12309"/>
                </a:lnTo>
                <a:lnTo>
                  <a:pt x="9073" y="12309"/>
                </a:lnTo>
                <a:lnTo>
                  <a:pt x="8773" y="10174"/>
                </a:lnTo>
                <a:lnTo>
                  <a:pt x="11675" y="9974"/>
                </a:lnTo>
                <a:close/>
                <a:moveTo>
                  <a:pt x="16745" y="9640"/>
                </a:moveTo>
                <a:lnTo>
                  <a:pt x="16645" y="12309"/>
                </a:lnTo>
                <a:lnTo>
                  <a:pt x="13977" y="12309"/>
                </a:lnTo>
                <a:lnTo>
                  <a:pt x="13877" y="9841"/>
                </a:lnTo>
                <a:lnTo>
                  <a:pt x="16745" y="9640"/>
                </a:lnTo>
                <a:close/>
                <a:moveTo>
                  <a:pt x="21816" y="9274"/>
                </a:moveTo>
                <a:lnTo>
                  <a:pt x="21449" y="12309"/>
                </a:lnTo>
                <a:lnTo>
                  <a:pt x="18847" y="12309"/>
                </a:lnTo>
                <a:lnTo>
                  <a:pt x="18947" y="9474"/>
                </a:lnTo>
                <a:lnTo>
                  <a:pt x="21816" y="9274"/>
                </a:lnTo>
                <a:close/>
                <a:moveTo>
                  <a:pt x="26319" y="8973"/>
                </a:moveTo>
                <a:lnTo>
                  <a:pt x="25885" y="12309"/>
                </a:lnTo>
                <a:lnTo>
                  <a:pt x="23650" y="12309"/>
                </a:lnTo>
                <a:lnTo>
                  <a:pt x="24051" y="9140"/>
                </a:lnTo>
                <a:lnTo>
                  <a:pt x="26319" y="8973"/>
                </a:lnTo>
                <a:close/>
                <a:moveTo>
                  <a:pt x="7105" y="13910"/>
                </a:moveTo>
                <a:lnTo>
                  <a:pt x="7472" y="16612"/>
                </a:lnTo>
                <a:lnTo>
                  <a:pt x="5204" y="16612"/>
                </a:lnTo>
                <a:lnTo>
                  <a:pt x="4537" y="13910"/>
                </a:lnTo>
                <a:close/>
                <a:moveTo>
                  <a:pt x="11842" y="13910"/>
                </a:moveTo>
                <a:lnTo>
                  <a:pt x="11975" y="16612"/>
                </a:lnTo>
                <a:lnTo>
                  <a:pt x="9707" y="16612"/>
                </a:lnTo>
                <a:lnTo>
                  <a:pt x="9307" y="13910"/>
                </a:lnTo>
                <a:close/>
                <a:moveTo>
                  <a:pt x="16579" y="13910"/>
                </a:moveTo>
                <a:lnTo>
                  <a:pt x="16445" y="16612"/>
                </a:lnTo>
                <a:lnTo>
                  <a:pt x="14177" y="16612"/>
                </a:lnTo>
                <a:lnTo>
                  <a:pt x="14043" y="13910"/>
                </a:lnTo>
                <a:close/>
                <a:moveTo>
                  <a:pt x="21249" y="13910"/>
                </a:moveTo>
                <a:lnTo>
                  <a:pt x="20915" y="16612"/>
                </a:lnTo>
                <a:lnTo>
                  <a:pt x="18647" y="16612"/>
                </a:lnTo>
                <a:lnTo>
                  <a:pt x="18780" y="13910"/>
                </a:lnTo>
                <a:close/>
                <a:moveTo>
                  <a:pt x="25652" y="13910"/>
                </a:moveTo>
                <a:lnTo>
                  <a:pt x="25285" y="16612"/>
                </a:lnTo>
                <a:lnTo>
                  <a:pt x="23117" y="16612"/>
                </a:lnTo>
                <a:lnTo>
                  <a:pt x="23450" y="13910"/>
                </a:lnTo>
                <a:close/>
                <a:moveTo>
                  <a:pt x="30155" y="0"/>
                </a:moveTo>
                <a:lnTo>
                  <a:pt x="27920" y="267"/>
                </a:lnTo>
                <a:lnTo>
                  <a:pt x="22783" y="901"/>
                </a:lnTo>
                <a:lnTo>
                  <a:pt x="967" y="3503"/>
                </a:lnTo>
                <a:cubicBezTo>
                  <a:pt x="934" y="3503"/>
                  <a:pt x="934" y="3536"/>
                  <a:pt x="901" y="3536"/>
                </a:cubicBezTo>
                <a:lnTo>
                  <a:pt x="834" y="3536"/>
                </a:lnTo>
                <a:cubicBezTo>
                  <a:pt x="767" y="3569"/>
                  <a:pt x="701" y="3603"/>
                  <a:pt x="667" y="3603"/>
                </a:cubicBezTo>
                <a:cubicBezTo>
                  <a:pt x="601" y="3636"/>
                  <a:pt x="534" y="3670"/>
                  <a:pt x="467" y="3703"/>
                </a:cubicBezTo>
                <a:cubicBezTo>
                  <a:pt x="400" y="3770"/>
                  <a:pt x="334" y="3803"/>
                  <a:pt x="300" y="3903"/>
                </a:cubicBezTo>
                <a:cubicBezTo>
                  <a:pt x="267" y="3936"/>
                  <a:pt x="200" y="3936"/>
                  <a:pt x="200" y="3970"/>
                </a:cubicBezTo>
                <a:cubicBezTo>
                  <a:pt x="167" y="4003"/>
                  <a:pt x="167" y="4003"/>
                  <a:pt x="167" y="4003"/>
                </a:cubicBezTo>
                <a:cubicBezTo>
                  <a:pt x="100" y="4103"/>
                  <a:pt x="67" y="4203"/>
                  <a:pt x="67" y="4303"/>
                </a:cubicBezTo>
                <a:cubicBezTo>
                  <a:pt x="33" y="4337"/>
                  <a:pt x="33" y="4370"/>
                  <a:pt x="0" y="4437"/>
                </a:cubicBezTo>
                <a:cubicBezTo>
                  <a:pt x="0" y="4570"/>
                  <a:pt x="0" y="4737"/>
                  <a:pt x="33" y="4870"/>
                </a:cubicBezTo>
                <a:lnTo>
                  <a:pt x="3302" y="17980"/>
                </a:lnTo>
                <a:lnTo>
                  <a:pt x="3503" y="18780"/>
                </a:lnTo>
                <a:lnTo>
                  <a:pt x="26586" y="18780"/>
                </a:lnTo>
                <a:cubicBezTo>
                  <a:pt x="26586" y="18747"/>
                  <a:pt x="26619" y="18747"/>
                  <a:pt x="26652" y="18747"/>
                </a:cubicBezTo>
                <a:cubicBezTo>
                  <a:pt x="26686" y="18714"/>
                  <a:pt x="26719" y="18680"/>
                  <a:pt x="26786" y="18680"/>
                </a:cubicBezTo>
                <a:cubicBezTo>
                  <a:pt x="26853" y="18647"/>
                  <a:pt x="26919" y="18614"/>
                  <a:pt x="26986" y="18547"/>
                </a:cubicBezTo>
                <a:cubicBezTo>
                  <a:pt x="27019" y="18513"/>
                  <a:pt x="27053" y="18447"/>
                  <a:pt x="27086" y="18413"/>
                </a:cubicBezTo>
                <a:cubicBezTo>
                  <a:pt x="27119" y="18380"/>
                  <a:pt x="27186" y="18313"/>
                  <a:pt x="27220" y="18247"/>
                </a:cubicBezTo>
                <a:cubicBezTo>
                  <a:pt x="27253" y="18180"/>
                  <a:pt x="27253" y="18113"/>
                  <a:pt x="27286" y="18080"/>
                </a:cubicBezTo>
                <a:cubicBezTo>
                  <a:pt x="27320" y="18013"/>
                  <a:pt x="27320" y="17946"/>
                  <a:pt x="27353" y="17880"/>
                </a:cubicBezTo>
                <a:lnTo>
                  <a:pt x="27353" y="17846"/>
                </a:lnTo>
                <a:lnTo>
                  <a:pt x="3015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3"/>
          <p:cNvSpPr/>
          <p:nvPr/>
        </p:nvSpPr>
        <p:spPr>
          <a:xfrm>
            <a:off x="5642694" y="2380650"/>
            <a:ext cx="88425" cy="88425"/>
          </a:xfrm>
          <a:custGeom>
            <a:avLst/>
            <a:gdLst/>
            <a:ahLst/>
            <a:cxnLst/>
            <a:rect l="l" t="t" r="r" b="b"/>
            <a:pathLst>
              <a:path w="3537" h="3537" fill="none" extrusionOk="0">
                <a:moveTo>
                  <a:pt x="1" y="1768"/>
                </a:moveTo>
                <a:cubicBezTo>
                  <a:pt x="1" y="2736"/>
                  <a:pt x="801" y="3536"/>
                  <a:pt x="1769" y="3536"/>
                </a:cubicBezTo>
                <a:cubicBezTo>
                  <a:pt x="2736" y="3536"/>
                  <a:pt x="3537" y="2736"/>
                  <a:pt x="3537" y="1768"/>
                </a:cubicBezTo>
                <a:cubicBezTo>
                  <a:pt x="3537" y="801"/>
                  <a:pt x="2770" y="0"/>
                  <a:pt x="1769" y="0"/>
                </a:cubicBezTo>
                <a:cubicBezTo>
                  <a:pt x="801" y="0"/>
                  <a:pt x="1" y="801"/>
                  <a:pt x="1" y="1768"/>
                </a:cubicBezTo>
                <a:close/>
              </a:path>
            </a:pathLst>
          </a:custGeom>
          <a:noFill/>
          <a:ln w="31700" cap="flat" cmpd="sng">
            <a:solidFill>
              <a:srgbClr val="A45AAF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3"/>
          <p:cNvSpPr/>
          <p:nvPr/>
        </p:nvSpPr>
        <p:spPr>
          <a:xfrm>
            <a:off x="6000894" y="2380650"/>
            <a:ext cx="88400" cy="88425"/>
          </a:xfrm>
          <a:custGeom>
            <a:avLst/>
            <a:gdLst/>
            <a:ahLst/>
            <a:cxnLst/>
            <a:rect l="l" t="t" r="r" b="b"/>
            <a:pathLst>
              <a:path w="3536" h="3537" fill="none" extrusionOk="0">
                <a:moveTo>
                  <a:pt x="3536" y="1768"/>
                </a:moveTo>
                <a:cubicBezTo>
                  <a:pt x="3536" y="2736"/>
                  <a:pt x="2735" y="3536"/>
                  <a:pt x="1768" y="3536"/>
                </a:cubicBezTo>
                <a:cubicBezTo>
                  <a:pt x="801" y="3536"/>
                  <a:pt x="0" y="2736"/>
                  <a:pt x="0" y="1768"/>
                </a:cubicBezTo>
                <a:cubicBezTo>
                  <a:pt x="0" y="801"/>
                  <a:pt x="801" y="0"/>
                  <a:pt x="1768" y="0"/>
                </a:cubicBezTo>
                <a:cubicBezTo>
                  <a:pt x="2735" y="0"/>
                  <a:pt x="3536" y="801"/>
                  <a:pt x="3536" y="1768"/>
                </a:cubicBezTo>
                <a:close/>
              </a:path>
            </a:pathLst>
          </a:custGeom>
          <a:noFill/>
          <a:ln w="31700" cap="flat" cmpd="sng">
            <a:solidFill>
              <a:srgbClr val="A45AAF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6" name="Google Shape;456;p23"/>
          <p:cNvGrpSpPr/>
          <p:nvPr/>
        </p:nvGrpSpPr>
        <p:grpSpPr>
          <a:xfrm>
            <a:off x="2942383" y="1680625"/>
            <a:ext cx="693850" cy="823925"/>
            <a:chOff x="2764413" y="1613950"/>
            <a:chExt cx="693850" cy="823925"/>
          </a:xfrm>
        </p:grpSpPr>
        <p:sp>
          <p:nvSpPr>
            <p:cNvPr id="457" name="Google Shape;457;p23"/>
            <p:cNvSpPr/>
            <p:nvPr/>
          </p:nvSpPr>
          <p:spPr>
            <a:xfrm>
              <a:off x="2764413" y="1962525"/>
              <a:ext cx="693850" cy="475350"/>
            </a:xfrm>
            <a:custGeom>
              <a:avLst/>
              <a:gdLst/>
              <a:ahLst/>
              <a:cxnLst/>
              <a:rect l="l" t="t" r="r" b="b"/>
              <a:pathLst>
                <a:path w="27754" h="19014" extrusionOk="0">
                  <a:moveTo>
                    <a:pt x="1702" y="0"/>
                  </a:moveTo>
                  <a:cubicBezTo>
                    <a:pt x="768" y="0"/>
                    <a:pt x="0" y="768"/>
                    <a:pt x="0" y="1702"/>
                  </a:cubicBezTo>
                  <a:lnTo>
                    <a:pt x="0" y="17313"/>
                  </a:lnTo>
                  <a:cubicBezTo>
                    <a:pt x="0" y="18247"/>
                    <a:pt x="768" y="19014"/>
                    <a:pt x="1702" y="19014"/>
                  </a:cubicBezTo>
                  <a:lnTo>
                    <a:pt x="26052" y="19014"/>
                  </a:lnTo>
                  <a:cubicBezTo>
                    <a:pt x="26986" y="19014"/>
                    <a:pt x="27754" y="18247"/>
                    <a:pt x="27754" y="17313"/>
                  </a:cubicBezTo>
                  <a:lnTo>
                    <a:pt x="27754" y="1702"/>
                  </a:lnTo>
                  <a:cubicBezTo>
                    <a:pt x="27754" y="768"/>
                    <a:pt x="26986" y="0"/>
                    <a:pt x="260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3"/>
            <p:cNvSpPr/>
            <p:nvPr/>
          </p:nvSpPr>
          <p:spPr>
            <a:xfrm>
              <a:off x="2764413" y="2038400"/>
              <a:ext cx="693850" cy="103450"/>
            </a:xfrm>
            <a:custGeom>
              <a:avLst/>
              <a:gdLst/>
              <a:ahLst/>
              <a:cxnLst/>
              <a:rect l="l" t="t" r="r" b="b"/>
              <a:pathLst>
                <a:path w="27754" h="4138" extrusionOk="0">
                  <a:moveTo>
                    <a:pt x="0" y="1"/>
                  </a:moveTo>
                  <a:lnTo>
                    <a:pt x="0" y="4137"/>
                  </a:lnTo>
                  <a:lnTo>
                    <a:pt x="27754" y="4137"/>
                  </a:lnTo>
                  <a:lnTo>
                    <a:pt x="27754" y="1"/>
                  </a:lnTo>
                  <a:close/>
                </a:path>
              </a:pathLst>
            </a:custGeom>
            <a:solidFill>
              <a:srgbClr val="2067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3"/>
            <p:cNvSpPr/>
            <p:nvPr/>
          </p:nvSpPr>
          <p:spPr>
            <a:xfrm>
              <a:off x="2835288" y="2246050"/>
              <a:ext cx="326100" cy="45900"/>
            </a:xfrm>
            <a:custGeom>
              <a:avLst/>
              <a:gdLst/>
              <a:ahLst/>
              <a:cxnLst/>
              <a:rect l="l" t="t" r="r" b="b"/>
              <a:pathLst>
                <a:path w="13044" h="1836" extrusionOk="0">
                  <a:moveTo>
                    <a:pt x="1" y="1"/>
                  </a:moveTo>
                  <a:lnTo>
                    <a:pt x="1" y="1835"/>
                  </a:lnTo>
                  <a:lnTo>
                    <a:pt x="13043" y="1835"/>
                  </a:lnTo>
                  <a:lnTo>
                    <a:pt x="13043" y="1"/>
                  </a:lnTo>
                  <a:close/>
                </a:path>
              </a:pathLst>
            </a:custGeom>
            <a:solidFill>
              <a:srgbClr val="7AE0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3"/>
            <p:cNvSpPr/>
            <p:nvPr/>
          </p:nvSpPr>
          <p:spPr>
            <a:xfrm>
              <a:off x="3204713" y="2202700"/>
              <a:ext cx="196000" cy="184325"/>
            </a:xfrm>
            <a:custGeom>
              <a:avLst/>
              <a:gdLst/>
              <a:ahLst/>
              <a:cxnLst/>
              <a:rect l="l" t="t" r="r" b="b"/>
              <a:pathLst>
                <a:path w="7840" h="7373" extrusionOk="0">
                  <a:moveTo>
                    <a:pt x="1" y="0"/>
                  </a:moveTo>
                  <a:lnTo>
                    <a:pt x="1" y="7372"/>
                  </a:lnTo>
                  <a:lnTo>
                    <a:pt x="7840" y="7372"/>
                  </a:lnTo>
                  <a:lnTo>
                    <a:pt x="7840" y="0"/>
                  </a:lnTo>
                  <a:close/>
                </a:path>
              </a:pathLst>
            </a:custGeom>
            <a:solidFill>
              <a:srgbClr val="2067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3"/>
            <p:cNvSpPr/>
            <p:nvPr/>
          </p:nvSpPr>
          <p:spPr>
            <a:xfrm>
              <a:off x="3111313" y="1613950"/>
              <a:ext cx="301925" cy="322750"/>
            </a:xfrm>
            <a:custGeom>
              <a:avLst/>
              <a:gdLst/>
              <a:ahLst/>
              <a:cxnLst/>
              <a:rect l="l" t="t" r="r" b="b"/>
              <a:pathLst>
                <a:path w="12077" h="12910" extrusionOk="0">
                  <a:moveTo>
                    <a:pt x="6039" y="0"/>
                  </a:moveTo>
                  <a:cubicBezTo>
                    <a:pt x="2703" y="0"/>
                    <a:pt x="1" y="2702"/>
                    <a:pt x="1" y="6038"/>
                  </a:cubicBezTo>
                  <a:cubicBezTo>
                    <a:pt x="1" y="7739"/>
                    <a:pt x="701" y="9240"/>
                    <a:pt x="1802" y="10341"/>
                  </a:cubicBezTo>
                  <a:lnTo>
                    <a:pt x="1469" y="12909"/>
                  </a:lnTo>
                  <a:lnTo>
                    <a:pt x="3170" y="11341"/>
                  </a:lnTo>
                  <a:cubicBezTo>
                    <a:pt x="4004" y="11808"/>
                    <a:pt x="5005" y="12075"/>
                    <a:pt x="6039" y="12075"/>
                  </a:cubicBezTo>
                  <a:cubicBezTo>
                    <a:pt x="9374" y="12075"/>
                    <a:pt x="12076" y="9373"/>
                    <a:pt x="12076" y="6038"/>
                  </a:cubicBezTo>
                  <a:cubicBezTo>
                    <a:pt x="12076" y="2702"/>
                    <a:pt x="9374" y="0"/>
                    <a:pt x="6039" y="0"/>
                  </a:cubicBezTo>
                  <a:close/>
                </a:path>
              </a:pathLst>
            </a:custGeom>
            <a:solidFill>
              <a:srgbClr val="1769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3"/>
            <p:cNvSpPr/>
            <p:nvPr/>
          </p:nvSpPr>
          <p:spPr>
            <a:xfrm>
              <a:off x="3198063" y="1679450"/>
              <a:ext cx="135950" cy="157250"/>
            </a:xfrm>
            <a:custGeom>
              <a:avLst/>
              <a:gdLst/>
              <a:ahLst/>
              <a:cxnLst/>
              <a:rect l="l" t="t" r="r" b="b"/>
              <a:pathLst>
                <a:path w="5438" h="6290" extrusionOk="0">
                  <a:moveTo>
                    <a:pt x="3306" y="0"/>
                  </a:moveTo>
                  <a:cubicBezTo>
                    <a:pt x="2891" y="0"/>
                    <a:pt x="2491" y="104"/>
                    <a:pt x="2135" y="282"/>
                  </a:cubicBezTo>
                  <a:cubicBezTo>
                    <a:pt x="1601" y="582"/>
                    <a:pt x="1201" y="1049"/>
                    <a:pt x="1001" y="1650"/>
                  </a:cubicBezTo>
                  <a:lnTo>
                    <a:pt x="734" y="1583"/>
                  </a:lnTo>
                  <a:cubicBezTo>
                    <a:pt x="712" y="1579"/>
                    <a:pt x="691" y="1577"/>
                    <a:pt x="670" y="1577"/>
                  </a:cubicBezTo>
                  <a:cubicBezTo>
                    <a:pt x="526" y="1577"/>
                    <a:pt x="396" y="1671"/>
                    <a:pt x="367" y="1817"/>
                  </a:cubicBezTo>
                  <a:cubicBezTo>
                    <a:pt x="334" y="1950"/>
                    <a:pt x="434" y="2117"/>
                    <a:pt x="601" y="2150"/>
                  </a:cubicBezTo>
                  <a:lnTo>
                    <a:pt x="834" y="2217"/>
                  </a:lnTo>
                  <a:lnTo>
                    <a:pt x="667" y="2951"/>
                  </a:lnTo>
                  <a:lnTo>
                    <a:pt x="400" y="2884"/>
                  </a:lnTo>
                  <a:cubicBezTo>
                    <a:pt x="378" y="2880"/>
                    <a:pt x="357" y="2878"/>
                    <a:pt x="335" y="2878"/>
                  </a:cubicBezTo>
                  <a:cubicBezTo>
                    <a:pt x="192" y="2878"/>
                    <a:pt x="62" y="2968"/>
                    <a:pt x="33" y="3084"/>
                  </a:cubicBezTo>
                  <a:cubicBezTo>
                    <a:pt x="0" y="3251"/>
                    <a:pt x="100" y="3418"/>
                    <a:pt x="267" y="3451"/>
                  </a:cubicBezTo>
                  <a:lnTo>
                    <a:pt x="534" y="3551"/>
                  </a:lnTo>
                  <a:cubicBezTo>
                    <a:pt x="467" y="4152"/>
                    <a:pt x="601" y="4752"/>
                    <a:pt x="934" y="5219"/>
                  </a:cubicBezTo>
                  <a:cubicBezTo>
                    <a:pt x="1301" y="5719"/>
                    <a:pt x="1801" y="6086"/>
                    <a:pt x="2402" y="6220"/>
                  </a:cubicBezTo>
                  <a:cubicBezTo>
                    <a:pt x="2590" y="6267"/>
                    <a:pt x="2778" y="6290"/>
                    <a:pt x="2963" y="6290"/>
                  </a:cubicBezTo>
                  <a:cubicBezTo>
                    <a:pt x="3432" y="6290"/>
                    <a:pt x="3877" y="6140"/>
                    <a:pt x="4236" y="5853"/>
                  </a:cubicBezTo>
                  <a:cubicBezTo>
                    <a:pt x="4337" y="5753"/>
                    <a:pt x="4370" y="5653"/>
                    <a:pt x="4403" y="5519"/>
                  </a:cubicBezTo>
                  <a:cubicBezTo>
                    <a:pt x="4437" y="5386"/>
                    <a:pt x="4437" y="5252"/>
                    <a:pt x="4303" y="5119"/>
                  </a:cubicBezTo>
                  <a:cubicBezTo>
                    <a:pt x="4236" y="5019"/>
                    <a:pt x="4170" y="4952"/>
                    <a:pt x="4070" y="4919"/>
                  </a:cubicBezTo>
                  <a:cubicBezTo>
                    <a:pt x="4030" y="4911"/>
                    <a:pt x="3991" y="4907"/>
                    <a:pt x="3952" y="4907"/>
                  </a:cubicBezTo>
                  <a:cubicBezTo>
                    <a:pt x="3826" y="4907"/>
                    <a:pt x="3705" y="4950"/>
                    <a:pt x="3603" y="5052"/>
                  </a:cubicBezTo>
                  <a:cubicBezTo>
                    <a:pt x="3436" y="5152"/>
                    <a:pt x="3269" y="5252"/>
                    <a:pt x="3136" y="5286"/>
                  </a:cubicBezTo>
                  <a:cubicBezTo>
                    <a:pt x="3087" y="5295"/>
                    <a:pt x="3035" y="5300"/>
                    <a:pt x="2981" y="5300"/>
                  </a:cubicBezTo>
                  <a:cubicBezTo>
                    <a:pt x="2852" y="5300"/>
                    <a:pt x="2710" y="5276"/>
                    <a:pt x="2569" y="5252"/>
                  </a:cubicBezTo>
                  <a:cubicBezTo>
                    <a:pt x="2235" y="5152"/>
                    <a:pt x="1968" y="4985"/>
                    <a:pt x="1768" y="4685"/>
                  </a:cubicBezTo>
                  <a:cubicBezTo>
                    <a:pt x="1568" y="4418"/>
                    <a:pt x="1468" y="4118"/>
                    <a:pt x="1501" y="3785"/>
                  </a:cubicBezTo>
                  <a:lnTo>
                    <a:pt x="1501" y="3785"/>
                  </a:lnTo>
                  <a:lnTo>
                    <a:pt x="2302" y="3985"/>
                  </a:lnTo>
                  <a:cubicBezTo>
                    <a:pt x="2330" y="3990"/>
                    <a:pt x="2357" y="3993"/>
                    <a:pt x="2385" y="3993"/>
                  </a:cubicBezTo>
                  <a:cubicBezTo>
                    <a:pt x="2520" y="3993"/>
                    <a:pt x="2641" y="3924"/>
                    <a:pt x="2669" y="3785"/>
                  </a:cubicBezTo>
                  <a:cubicBezTo>
                    <a:pt x="2735" y="3618"/>
                    <a:pt x="2635" y="3451"/>
                    <a:pt x="2469" y="3418"/>
                  </a:cubicBezTo>
                  <a:lnTo>
                    <a:pt x="1601" y="3184"/>
                  </a:lnTo>
                  <a:lnTo>
                    <a:pt x="1801" y="2450"/>
                  </a:lnTo>
                  <a:lnTo>
                    <a:pt x="2635" y="2684"/>
                  </a:lnTo>
                  <a:cubicBezTo>
                    <a:pt x="2663" y="2689"/>
                    <a:pt x="2691" y="2692"/>
                    <a:pt x="2718" y="2692"/>
                  </a:cubicBezTo>
                  <a:cubicBezTo>
                    <a:pt x="2854" y="2692"/>
                    <a:pt x="2974" y="2623"/>
                    <a:pt x="3002" y="2484"/>
                  </a:cubicBezTo>
                  <a:cubicBezTo>
                    <a:pt x="3036" y="2317"/>
                    <a:pt x="2969" y="2150"/>
                    <a:pt x="2802" y="2117"/>
                  </a:cubicBezTo>
                  <a:lnTo>
                    <a:pt x="1935" y="1883"/>
                  </a:lnTo>
                  <a:cubicBezTo>
                    <a:pt x="2068" y="1583"/>
                    <a:pt x="2302" y="1283"/>
                    <a:pt x="2635" y="1149"/>
                  </a:cubicBezTo>
                  <a:cubicBezTo>
                    <a:pt x="2839" y="1036"/>
                    <a:pt x="3059" y="969"/>
                    <a:pt x="3283" y="969"/>
                  </a:cubicBezTo>
                  <a:cubicBezTo>
                    <a:pt x="3389" y="969"/>
                    <a:pt x="3496" y="984"/>
                    <a:pt x="3603" y="1016"/>
                  </a:cubicBezTo>
                  <a:cubicBezTo>
                    <a:pt x="3836" y="1083"/>
                    <a:pt x="4003" y="1149"/>
                    <a:pt x="4136" y="1249"/>
                  </a:cubicBezTo>
                  <a:cubicBezTo>
                    <a:pt x="4236" y="1350"/>
                    <a:pt x="4337" y="1516"/>
                    <a:pt x="4437" y="1683"/>
                  </a:cubicBezTo>
                  <a:cubicBezTo>
                    <a:pt x="4503" y="1850"/>
                    <a:pt x="4637" y="1950"/>
                    <a:pt x="4804" y="2017"/>
                  </a:cubicBezTo>
                  <a:cubicBezTo>
                    <a:pt x="4833" y="2026"/>
                    <a:pt x="4862" y="2030"/>
                    <a:pt x="4891" y="2030"/>
                  </a:cubicBezTo>
                  <a:cubicBezTo>
                    <a:pt x="4962" y="2030"/>
                    <a:pt x="5033" y="2007"/>
                    <a:pt x="5104" y="1983"/>
                  </a:cubicBezTo>
                  <a:cubicBezTo>
                    <a:pt x="5271" y="1917"/>
                    <a:pt x="5371" y="1783"/>
                    <a:pt x="5404" y="1616"/>
                  </a:cubicBezTo>
                  <a:cubicBezTo>
                    <a:pt x="5437" y="1516"/>
                    <a:pt x="5437" y="1383"/>
                    <a:pt x="5371" y="1283"/>
                  </a:cubicBezTo>
                  <a:cubicBezTo>
                    <a:pt x="5137" y="682"/>
                    <a:pt x="4637" y="249"/>
                    <a:pt x="3936" y="82"/>
                  </a:cubicBezTo>
                  <a:cubicBezTo>
                    <a:pt x="3725" y="26"/>
                    <a:pt x="3514" y="0"/>
                    <a:pt x="33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3" name="Google Shape;463;p23"/>
          <p:cNvSpPr/>
          <p:nvPr/>
        </p:nvSpPr>
        <p:spPr>
          <a:xfrm>
            <a:off x="7310382" y="2782425"/>
            <a:ext cx="808025" cy="819500"/>
          </a:xfrm>
          <a:custGeom>
            <a:avLst/>
            <a:gdLst/>
            <a:ahLst/>
            <a:cxnLst/>
            <a:rect l="l" t="t" r="r" b="b"/>
            <a:pathLst>
              <a:path w="32321" h="32780" extrusionOk="0">
                <a:moveTo>
                  <a:pt x="9300" y="0"/>
                </a:moveTo>
                <a:cubicBezTo>
                  <a:pt x="9195" y="0"/>
                  <a:pt x="9090" y="13"/>
                  <a:pt x="8987" y="40"/>
                </a:cubicBezTo>
                <a:cubicBezTo>
                  <a:pt x="6452" y="708"/>
                  <a:pt x="3950" y="1375"/>
                  <a:pt x="1448" y="2042"/>
                </a:cubicBezTo>
                <a:cubicBezTo>
                  <a:pt x="0" y="2442"/>
                  <a:pt x="459" y="4522"/>
                  <a:pt x="1772" y="4522"/>
                </a:cubicBezTo>
                <a:cubicBezTo>
                  <a:pt x="1881" y="4522"/>
                  <a:pt x="1996" y="4508"/>
                  <a:pt x="2115" y="4477"/>
                </a:cubicBezTo>
                <a:cubicBezTo>
                  <a:pt x="4184" y="3910"/>
                  <a:pt x="6285" y="3343"/>
                  <a:pt x="8387" y="2809"/>
                </a:cubicBezTo>
                <a:cubicBezTo>
                  <a:pt x="10622" y="12483"/>
                  <a:pt x="12856" y="22156"/>
                  <a:pt x="15091" y="31863"/>
                </a:cubicBezTo>
                <a:cubicBezTo>
                  <a:pt x="15230" y="32391"/>
                  <a:pt x="15785" y="32780"/>
                  <a:pt x="16314" y="32780"/>
                </a:cubicBezTo>
                <a:cubicBezTo>
                  <a:pt x="16420" y="32780"/>
                  <a:pt x="16525" y="32764"/>
                  <a:pt x="16626" y="32731"/>
                </a:cubicBezTo>
                <a:cubicBezTo>
                  <a:pt x="21963" y="30929"/>
                  <a:pt x="25632" y="29595"/>
                  <a:pt x="30936" y="27760"/>
                </a:cubicBezTo>
                <a:cubicBezTo>
                  <a:pt x="32320" y="27309"/>
                  <a:pt x="31913" y="25283"/>
                  <a:pt x="30693" y="25283"/>
                </a:cubicBezTo>
                <a:cubicBezTo>
                  <a:pt x="30561" y="25283"/>
                  <a:pt x="30419" y="25306"/>
                  <a:pt x="30269" y="25359"/>
                </a:cubicBezTo>
                <a:cubicBezTo>
                  <a:pt x="25365" y="27026"/>
                  <a:pt x="22130" y="28227"/>
                  <a:pt x="17226" y="29895"/>
                </a:cubicBezTo>
                <a:cubicBezTo>
                  <a:pt x="14991" y="20255"/>
                  <a:pt x="12756" y="10581"/>
                  <a:pt x="10521" y="908"/>
                </a:cubicBezTo>
                <a:cubicBezTo>
                  <a:pt x="10382" y="349"/>
                  <a:pt x="9844" y="0"/>
                  <a:pt x="93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23"/>
          <p:cNvSpPr/>
          <p:nvPr/>
        </p:nvSpPr>
        <p:spPr>
          <a:xfrm>
            <a:off x="7580082" y="3124800"/>
            <a:ext cx="447850" cy="505425"/>
          </a:xfrm>
          <a:custGeom>
            <a:avLst/>
            <a:gdLst/>
            <a:ahLst/>
            <a:cxnLst/>
            <a:rect l="l" t="t" r="r" b="b"/>
            <a:pathLst>
              <a:path w="17914" h="20217" extrusionOk="0">
                <a:moveTo>
                  <a:pt x="13527" y="0"/>
                </a:moveTo>
                <a:cubicBezTo>
                  <a:pt x="13455" y="0"/>
                  <a:pt x="13383" y="7"/>
                  <a:pt x="13310" y="22"/>
                </a:cubicBezTo>
                <a:lnTo>
                  <a:pt x="1101" y="2457"/>
                </a:lnTo>
                <a:cubicBezTo>
                  <a:pt x="434" y="2590"/>
                  <a:pt x="0" y="3291"/>
                  <a:pt x="167" y="4025"/>
                </a:cubicBezTo>
                <a:lnTo>
                  <a:pt x="3136" y="19069"/>
                </a:lnTo>
                <a:cubicBezTo>
                  <a:pt x="3257" y="19767"/>
                  <a:pt x="3821" y="20216"/>
                  <a:pt x="4424" y="20216"/>
                </a:cubicBezTo>
                <a:cubicBezTo>
                  <a:pt x="4483" y="20216"/>
                  <a:pt x="4543" y="20212"/>
                  <a:pt x="4604" y="20203"/>
                </a:cubicBezTo>
                <a:lnTo>
                  <a:pt x="16812" y="17768"/>
                </a:lnTo>
                <a:cubicBezTo>
                  <a:pt x="17479" y="17635"/>
                  <a:pt x="17913" y="16934"/>
                  <a:pt x="17746" y="16200"/>
                </a:cubicBezTo>
                <a:lnTo>
                  <a:pt x="14778" y="1123"/>
                </a:lnTo>
                <a:cubicBezTo>
                  <a:pt x="14659" y="469"/>
                  <a:pt x="14116" y="0"/>
                  <a:pt x="13527" y="0"/>
                </a:cubicBezTo>
                <a:close/>
              </a:path>
            </a:pathLst>
          </a:custGeom>
          <a:solidFill>
            <a:srgbClr val="C7B9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3"/>
          <p:cNvSpPr/>
          <p:nvPr/>
        </p:nvSpPr>
        <p:spPr>
          <a:xfrm>
            <a:off x="7763532" y="3611525"/>
            <a:ext cx="145975" cy="131775"/>
          </a:xfrm>
          <a:custGeom>
            <a:avLst/>
            <a:gdLst/>
            <a:ahLst/>
            <a:cxnLst/>
            <a:rect l="l" t="t" r="r" b="b"/>
            <a:pathLst>
              <a:path w="5839" h="5271" extrusionOk="0">
                <a:moveTo>
                  <a:pt x="2336" y="0"/>
                </a:moveTo>
                <a:cubicBezTo>
                  <a:pt x="2169" y="367"/>
                  <a:pt x="1969" y="734"/>
                  <a:pt x="1669" y="1034"/>
                </a:cubicBezTo>
                <a:cubicBezTo>
                  <a:pt x="1168" y="1568"/>
                  <a:pt x="601" y="2002"/>
                  <a:pt x="1" y="2335"/>
                </a:cubicBezTo>
                <a:cubicBezTo>
                  <a:pt x="1" y="2369"/>
                  <a:pt x="1" y="2369"/>
                  <a:pt x="1" y="2369"/>
                </a:cubicBezTo>
                <a:cubicBezTo>
                  <a:pt x="1" y="3970"/>
                  <a:pt x="1302" y="5271"/>
                  <a:pt x="2936" y="5271"/>
                </a:cubicBezTo>
                <a:cubicBezTo>
                  <a:pt x="4537" y="5271"/>
                  <a:pt x="5838" y="3970"/>
                  <a:pt x="5838" y="2369"/>
                </a:cubicBezTo>
                <a:cubicBezTo>
                  <a:pt x="5838" y="2168"/>
                  <a:pt x="5805" y="2002"/>
                  <a:pt x="5772" y="1801"/>
                </a:cubicBezTo>
                <a:cubicBezTo>
                  <a:pt x="5071" y="1401"/>
                  <a:pt x="4638" y="734"/>
                  <a:pt x="4437" y="0"/>
                </a:cubicBezTo>
                <a:close/>
              </a:path>
            </a:pathLst>
          </a:custGeom>
          <a:solidFill>
            <a:srgbClr val="72727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3"/>
          <p:cNvSpPr/>
          <p:nvPr/>
        </p:nvSpPr>
        <p:spPr>
          <a:xfrm>
            <a:off x="7776882" y="3611525"/>
            <a:ext cx="116775" cy="117600"/>
          </a:xfrm>
          <a:custGeom>
            <a:avLst/>
            <a:gdLst/>
            <a:ahLst/>
            <a:cxnLst/>
            <a:rect l="l" t="t" r="r" b="b"/>
            <a:pathLst>
              <a:path w="4671" h="4704" fill="none" extrusionOk="0">
                <a:moveTo>
                  <a:pt x="4671" y="2335"/>
                </a:moveTo>
                <a:cubicBezTo>
                  <a:pt x="4671" y="3636"/>
                  <a:pt x="3637" y="4704"/>
                  <a:pt x="2336" y="4704"/>
                </a:cubicBezTo>
                <a:cubicBezTo>
                  <a:pt x="1035" y="4704"/>
                  <a:pt x="1" y="3636"/>
                  <a:pt x="1" y="2335"/>
                </a:cubicBezTo>
                <a:cubicBezTo>
                  <a:pt x="1" y="1068"/>
                  <a:pt x="1035" y="0"/>
                  <a:pt x="2336" y="0"/>
                </a:cubicBezTo>
                <a:cubicBezTo>
                  <a:pt x="3637" y="0"/>
                  <a:pt x="4671" y="1068"/>
                  <a:pt x="4671" y="2335"/>
                </a:cubicBezTo>
                <a:close/>
              </a:path>
            </a:pathLst>
          </a:custGeom>
          <a:noFill/>
          <a:ln w="31700" cap="flat" cmpd="sng">
            <a:solidFill>
              <a:srgbClr val="505655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3"/>
          <p:cNvSpPr/>
          <p:nvPr/>
        </p:nvSpPr>
        <p:spPr>
          <a:xfrm>
            <a:off x="7761032" y="3595675"/>
            <a:ext cx="148475" cy="149300"/>
          </a:xfrm>
          <a:custGeom>
            <a:avLst/>
            <a:gdLst/>
            <a:ahLst/>
            <a:cxnLst/>
            <a:rect l="l" t="t" r="r" b="b"/>
            <a:pathLst>
              <a:path w="5939" h="5972" extrusionOk="0">
                <a:moveTo>
                  <a:pt x="2970" y="0"/>
                </a:moveTo>
                <a:cubicBezTo>
                  <a:pt x="1335" y="0"/>
                  <a:pt x="1" y="1335"/>
                  <a:pt x="1" y="2969"/>
                </a:cubicBezTo>
                <a:cubicBezTo>
                  <a:pt x="1" y="4637"/>
                  <a:pt x="1335" y="5971"/>
                  <a:pt x="2970" y="5971"/>
                </a:cubicBezTo>
                <a:cubicBezTo>
                  <a:pt x="3904" y="5971"/>
                  <a:pt x="4738" y="5538"/>
                  <a:pt x="5271" y="4871"/>
                </a:cubicBezTo>
                <a:cubicBezTo>
                  <a:pt x="5338" y="4804"/>
                  <a:pt x="5405" y="4704"/>
                  <a:pt x="5438" y="4637"/>
                </a:cubicBezTo>
                <a:cubicBezTo>
                  <a:pt x="5505" y="4570"/>
                  <a:pt x="5538" y="4470"/>
                  <a:pt x="5605" y="4404"/>
                </a:cubicBezTo>
                <a:cubicBezTo>
                  <a:pt x="5805" y="3970"/>
                  <a:pt x="5938" y="3503"/>
                  <a:pt x="5938" y="2969"/>
                </a:cubicBezTo>
                <a:cubicBezTo>
                  <a:pt x="5938" y="1335"/>
                  <a:pt x="4604" y="0"/>
                  <a:pt x="2970" y="0"/>
                </a:cubicBezTo>
                <a:close/>
              </a:path>
            </a:pathLst>
          </a:custGeom>
          <a:solidFill>
            <a:srgbClr val="5948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3"/>
          <p:cNvSpPr/>
          <p:nvPr/>
        </p:nvSpPr>
        <p:spPr>
          <a:xfrm>
            <a:off x="7249507" y="2879150"/>
            <a:ext cx="849875" cy="819525"/>
          </a:xfrm>
          <a:custGeom>
            <a:avLst/>
            <a:gdLst/>
            <a:ahLst/>
            <a:cxnLst/>
            <a:rect l="l" t="t" r="r" b="b"/>
            <a:pathLst>
              <a:path w="33995" h="32781" extrusionOk="0">
                <a:moveTo>
                  <a:pt x="9300" y="1"/>
                </a:moveTo>
                <a:cubicBezTo>
                  <a:pt x="9195" y="1"/>
                  <a:pt x="9090" y="14"/>
                  <a:pt x="8987" y="41"/>
                </a:cubicBezTo>
                <a:cubicBezTo>
                  <a:pt x="6485" y="708"/>
                  <a:pt x="3950" y="1375"/>
                  <a:pt x="1448" y="2042"/>
                </a:cubicBezTo>
                <a:cubicBezTo>
                  <a:pt x="0" y="2443"/>
                  <a:pt x="459" y="4522"/>
                  <a:pt x="1772" y="4522"/>
                </a:cubicBezTo>
                <a:cubicBezTo>
                  <a:pt x="1881" y="4522"/>
                  <a:pt x="1996" y="4508"/>
                  <a:pt x="2115" y="4477"/>
                </a:cubicBezTo>
                <a:cubicBezTo>
                  <a:pt x="4217" y="3910"/>
                  <a:pt x="6285" y="3343"/>
                  <a:pt x="8387" y="2810"/>
                </a:cubicBezTo>
                <a:cubicBezTo>
                  <a:pt x="10621" y="12483"/>
                  <a:pt x="12856" y="22157"/>
                  <a:pt x="15125" y="31864"/>
                </a:cubicBezTo>
                <a:cubicBezTo>
                  <a:pt x="15236" y="32391"/>
                  <a:pt x="15786" y="32780"/>
                  <a:pt x="16333" y="32780"/>
                </a:cubicBezTo>
                <a:cubicBezTo>
                  <a:pt x="16443" y="32780"/>
                  <a:pt x="16553" y="32764"/>
                  <a:pt x="16659" y="32731"/>
                </a:cubicBezTo>
                <a:cubicBezTo>
                  <a:pt x="21963" y="30930"/>
                  <a:pt x="27300" y="29128"/>
                  <a:pt x="32604" y="27327"/>
                </a:cubicBezTo>
                <a:cubicBezTo>
                  <a:pt x="33995" y="26843"/>
                  <a:pt x="33576" y="24824"/>
                  <a:pt x="32343" y="24824"/>
                </a:cubicBezTo>
                <a:cubicBezTo>
                  <a:pt x="32216" y="24824"/>
                  <a:pt x="32080" y="24845"/>
                  <a:pt x="31937" y="24892"/>
                </a:cubicBezTo>
                <a:cubicBezTo>
                  <a:pt x="27033" y="26560"/>
                  <a:pt x="22130" y="28228"/>
                  <a:pt x="17226" y="29896"/>
                </a:cubicBezTo>
                <a:cubicBezTo>
                  <a:pt x="14991" y="20222"/>
                  <a:pt x="12756" y="10582"/>
                  <a:pt x="10521" y="908"/>
                </a:cubicBezTo>
                <a:cubicBezTo>
                  <a:pt x="10382" y="349"/>
                  <a:pt x="9844" y="1"/>
                  <a:pt x="930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3"/>
          <p:cNvSpPr/>
          <p:nvPr/>
        </p:nvSpPr>
        <p:spPr>
          <a:xfrm>
            <a:off x="7711832" y="3667400"/>
            <a:ext cx="145975" cy="131775"/>
          </a:xfrm>
          <a:custGeom>
            <a:avLst/>
            <a:gdLst/>
            <a:ahLst/>
            <a:cxnLst/>
            <a:rect l="l" t="t" r="r" b="b"/>
            <a:pathLst>
              <a:path w="5839" h="5271" extrusionOk="0">
                <a:moveTo>
                  <a:pt x="2336" y="0"/>
                </a:moveTo>
                <a:cubicBezTo>
                  <a:pt x="2202" y="367"/>
                  <a:pt x="1969" y="734"/>
                  <a:pt x="1669" y="1034"/>
                </a:cubicBezTo>
                <a:cubicBezTo>
                  <a:pt x="1202" y="1568"/>
                  <a:pt x="635" y="2002"/>
                  <a:pt x="34" y="2335"/>
                </a:cubicBezTo>
                <a:cubicBezTo>
                  <a:pt x="34" y="2335"/>
                  <a:pt x="1" y="2368"/>
                  <a:pt x="1" y="2368"/>
                </a:cubicBezTo>
                <a:cubicBezTo>
                  <a:pt x="1" y="3970"/>
                  <a:pt x="1335" y="5271"/>
                  <a:pt x="2936" y="5271"/>
                </a:cubicBezTo>
                <a:cubicBezTo>
                  <a:pt x="4537" y="5271"/>
                  <a:pt x="5838" y="3970"/>
                  <a:pt x="5838" y="2368"/>
                </a:cubicBezTo>
                <a:cubicBezTo>
                  <a:pt x="5838" y="2168"/>
                  <a:pt x="5838" y="2002"/>
                  <a:pt x="5805" y="1801"/>
                </a:cubicBezTo>
                <a:cubicBezTo>
                  <a:pt x="5104" y="1401"/>
                  <a:pt x="4671" y="734"/>
                  <a:pt x="447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3"/>
          <p:cNvSpPr/>
          <p:nvPr/>
        </p:nvSpPr>
        <p:spPr>
          <a:xfrm>
            <a:off x="7725182" y="3667400"/>
            <a:ext cx="117600" cy="117600"/>
          </a:xfrm>
          <a:custGeom>
            <a:avLst/>
            <a:gdLst/>
            <a:ahLst/>
            <a:cxnLst/>
            <a:rect l="l" t="t" r="r" b="b"/>
            <a:pathLst>
              <a:path w="4704" h="4704" fill="none" extrusionOk="0">
                <a:moveTo>
                  <a:pt x="0" y="2335"/>
                </a:moveTo>
                <a:cubicBezTo>
                  <a:pt x="0" y="3636"/>
                  <a:pt x="1068" y="4703"/>
                  <a:pt x="2335" y="4703"/>
                </a:cubicBezTo>
                <a:cubicBezTo>
                  <a:pt x="3636" y="4703"/>
                  <a:pt x="4704" y="3636"/>
                  <a:pt x="4704" y="2335"/>
                </a:cubicBezTo>
                <a:cubicBezTo>
                  <a:pt x="4704" y="1034"/>
                  <a:pt x="3636" y="0"/>
                  <a:pt x="2335" y="0"/>
                </a:cubicBezTo>
                <a:cubicBezTo>
                  <a:pt x="1068" y="0"/>
                  <a:pt x="0" y="1034"/>
                  <a:pt x="0" y="2335"/>
                </a:cubicBezTo>
                <a:close/>
              </a:path>
            </a:pathLst>
          </a:custGeom>
          <a:solidFill>
            <a:srgbClr val="B3A1E0"/>
          </a:solidFill>
          <a:ln w="31700" cap="flat" cmpd="sng">
            <a:solidFill>
              <a:srgbClr val="B3A1E0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3"/>
          <p:cNvSpPr txBox="1"/>
          <p:nvPr/>
        </p:nvSpPr>
        <p:spPr>
          <a:xfrm>
            <a:off x="2286408" y="2580849"/>
            <a:ext cx="2138148" cy="989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200" dirty="0">
                <a:solidFill>
                  <a:schemeClr val="accent4">
                    <a:lumMod val="50000"/>
                  </a:schemeClr>
                </a:solidFill>
                <a:latin typeface="Palatino Linotype" panose="02040502050505030304" pitchFamily="18" charset="0"/>
                <a:ea typeface="Roboto"/>
                <a:cs typeface="Roboto"/>
                <a:sym typeface="Roboto"/>
              </a:rPr>
              <a:t>Maintaining consistent branding across all touch points such as websites, social media , packaging</a:t>
            </a:r>
            <a:r>
              <a:rPr lang="en-GB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p23"/>
          <p:cNvSpPr txBox="1"/>
          <p:nvPr/>
        </p:nvSpPr>
        <p:spPr>
          <a:xfrm>
            <a:off x="6595075" y="3836350"/>
            <a:ext cx="2219182" cy="1112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accent4">
                    <a:lumMod val="50000"/>
                  </a:schemeClr>
                </a:solidFill>
                <a:latin typeface="Palatino Linotype" panose="02040502050505030304" pitchFamily="18" charset="0"/>
                <a:ea typeface="Roboto"/>
                <a:cs typeface="Roboto"/>
                <a:sym typeface="Roboto"/>
              </a:rPr>
              <a:t>Conduct business professionally, be honest, admit mistakes , encouraging social proof in the form of reviews and testimonials</a:t>
            </a:r>
            <a:endParaRPr sz="1200" dirty="0">
              <a:solidFill>
                <a:schemeClr val="accent4">
                  <a:lumMod val="50000"/>
                </a:schemeClr>
              </a:solidFill>
              <a:latin typeface="Palatino Linotype" panose="02040502050505030304" pitchFamily="18" charset="0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23"/>
          <p:cNvSpPr txBox="1"/>
          <p:nvPr/>
        </p:nvSpPr>
        <p:spPr>
          <a:xfrm>
            <a:off x="4848611" y="2218561"/>
            <a:ext cx="1823365" cy="93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200" dirty="0">
                <a:solidFill>
                  <a:schemeClr val="accent4">
                    <a:lumMod val="50000"/>
                  </a:schemeClr>
                </a:solidFill>
                <a:latin typeface="Palatino Linotype" panose="02040502050505030304" pitchFamily="18" charset="0"/>
                <a:ea typeface="Roboto"/>
                <a:cs typeface="Roboto"/>
                <a:sym typeface="Roboto"/>
              </a:rPr>
              <a:t>Demonstrate social responsibility by supporting causes and initiatives that align with your values</a:t>
            </a:r>
            <a:r>
              <a:rPr lang="en-GB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23"/>
          <p:cNvSpPr txBox="1"/>
          <p:nvPr/>
        </p:nvSpPr>
        <p:spPr>
          <a:xfrm>
            <a:off x="457143" y="3804009"/>
            <a:ext cx="2219182" cy="1186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accent4">
                    <a:lumMod val="50000"/>
                  </a:schemeClr>
                </a:solidFill>
                <a:latin typeface="Palatino Linotype" panose="02040502050505030304" pitchFamily="18" charset="0"/>
                <a:ea typeface="Roboto"/>
                <a:cs typeface="Roboto"/>
                <a:sym typeface="Roboto"/>
              </a:rPr>
              <a:t>Open responsive communication with customers by addressing inquiries concerns and feedback</a:t>
            </a:r>
            <a:endParaRPr sz="1200" dirty="0">
              <a:solidFill>
                <a:schemeClr val="accent4">
                  <a:lumMod val="50000"/>
                </a:schemeClr>
              </a:solidFill>
              <a:latin typeface="Palatino Linotype" panose="02040502050505030304" pitchFamily="18" charset="0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23"/>
          <p:cNvSpPr/>
          <p:nvPr/>
        </p:nvSpPr>
        <p:spPr>
          <a:xfrm>
            <a:off x="494248" y="1379802"/>
            <a:ext cx="1882420" cy="1294710"/>
          </a:xfrm>
          <a:custGeom>
            <a:avLst/>
            <a:gdLst/>
            <a:ahLst/>
            <a:cxnLst/>
            <a:rect l="l" t="t" r="r" b="b"/>
            <a:pathLst>
              <a:path w="14146" h="14134" extrusionOk="0">
                <a:moveTo>
                  <a:pt x="7073" y="0"/>
                </a:moveTo>
                <a:cubicBezTo>
                  <a:pt x="3168" y="0"/>
                  <a:pt x="1" y="3167"/>
                  <a:pt x="1" y="7073"/>
                </a:cubicBezTo>
                <a:cubicBezTo>
                  <a:pt x="1" y="10978"/>
                  <a:pt x="3168" y="14133"/>
                  <a:pt x="7073" y="14133"/>
                </a:cubicBezTo>
                <a:cubicBezTo>
                  <a:pt x="10978" y="14133"/>
                  <a:pt x="14145" y="10978"/>
                  <a:pt x="14145" y="7073"/>
                </a:cubicBezTo>
                <a:cubicBezTo>
                  <a:pt x="14145" y="3167"/>
                  <a:pt x="10978" y="0"/>
                  <a:pt x="70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rgbClr val="FFFFFF"/>
                </a:solidFill>
                <a:latin typeface="Fira Sans Extra Condensed Medium"/>
                <a:sym typeface="Fira Sans Extra Condensed Medium"/>
              </a:rPr>
              <a:t>communication</a:t>
            </a:r>
            <a:endParaRPr sz="1900" dirty="0">
              <a:solidFill>
                <a:srgbClr val="FFFFFF"/>
              </a:solidFill>
            </a:endParaRPr>
          </a:p>
        </p:txBody>
      </p:sp>
      <p:sp>
        <p:nvSpPr>
          <p:cNvPr id="476" name="Google Shape;476;p23"/>
          <p:cNvSpPr/>
          <p:nvPr/>
        </p:nvSpPr>
        <p:spPr>
          <a:xfrm>
            <a:off x="2376668" y="831525"/>
            <a:ext cx="2487901" cy="819075"/>
          </a:xfrm>
          <a:custGeom>
            <a:avLst/>
            <a:gdLst/>
            <a:ahLst/>
            <a:cxnLst/>
            <a:rect l="l" t="t" r="r" b="b"/>
            <a:pathLst>
              <a:path w="14146" h="14134" extrusionOk="0">
                <a:moveTo>
                  <a:pt x="7073" y="0"/>
                </a:moveTo>
                <a:cubicBezTo>
                  <a:pt x="3168" y="0"/>
                  <a:pt x="1" y="3167"/>
                  <a:pt x="1" y="7073"/>
                </a:cubicBezTo>
                <a:cubicBezTo>
                  <a:pt x="1" y="10978"/>
                  <a:pt x="3168" y="14133"/>
                  <a:pt x="7073" y="14133"/>
                </a:cubicBezTo>
                <a:cubicBezTo>
                  <a:pt x="10978" y="14133"/>
                  <a:pt x="14145" y="10978"/>
                  <a:pt x="14145" y="7073"/>
                </a:cubicBezTo>
                <a:cubicBezTo>
                  <a:pt x="14145" y="3167"/>
                  <a:pt x="10978" y="0"/>
                  <a:pt x="707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solidFill>
                  <a:srgbClr val="FFFFFF"/>
                </a:solidFill>
                <a:latin typeface="Fira Sans Extra Condensed Medium"/>
                <a:sym typeface="Fira Sans Extra Condensed Medium"/>
              </a:rPr>
              <a:t>C</a:t>
            </a:r>
            <a:r>
              <a:rPr lang="en" sz="2200" dirty="0">
                <a:solidFill>
                  <a:srgbClr val="FFFFFF"/>
                </a:solidFill>
                <a:latin typeface="Fira Sans Extra Condensed Medium"/>
                <a:sym typeface="Fira Sans Extra Condensed Medium"/>
              </a:rPr>
              <a:t>onsistent branding</a:t>
            </a:r>
            <a:endParaRPr sz="1900" dirty="0">
              <a:solidFill>
                <a:srgbClr val="FFFFFF"/>
              </a:solidFill>
            </a:endParaRPr>
          </a:p>
        </p:txBody>
      </p:sp>
      <p:sp>
        <p:nvSpPr>
          <p:cNvPr id="477" name="Google Shape;477;p23"/>
          <p:cNvSpPr/>
          <p:nvPr/>
        </p:nvSpPr>
        <p:spPr>
          <a:xfrm>
            <a:off x="4989600" y="782693"/>
            <a:ext cx="2390401" cy="797700"/>
          </a:xfrm>
          <a:custGeom>
            <a:avLst/>
            <a:gdLst/>
            <a:ahLst/>
            <a:cxnLst/>
            <a:rect l="l" t="t" r="r" b="b"/>
            <a:pathLst>
              <a:path w="14146" h="14134" extrusionOk="0">
                <a:moveTo>
                  <a:pt x="7073" y="0"/>
                </a:moveTo>
                <a:cubicBezTo>
                  <a:pt x="3168" y="0"/>
                  <a:pt x="1" y="3167"/>
                  <a:pt x="1" y="7073"/>
                </a:cubicBezTo>
                <a:cubicBezTo>
                  <a:pt x="1" y="10978"/>
                  <a:pt x="3168" y="14133"/>
                  <a:pt x="7073" y="14133"/>
                </a:cubicBezTo>
                <a:cubicBezTo>
                  <a:pt x="10978" y="14133"/>
                  <a:pt x="14145" y="10978"/>
                  <a:pt x="14145" y="7073"/>
                </a:cubicBezTo>
                <a:cubicBezTo>
                  <a:pt x="14145" y="3167"/>
                  <a:pt x="10978" y="0"/>
                  <a:pt x="707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solidFill>
                  <a:srgbClr val="FFFFFF"/>
                </a:solidFill>
                <a:latin typeface="Fira Sans Extra Condensed Medium"/>
                <a:sym typeface="Fira Sans Extra Condensed Medium"/>
              </a:rPr>
              <a:t>S</a:t>
            </a:r>
            <a:r>
              <a:rPr lang="en" sz="2200" dirty="0">
                <a:solidFill>
                  <a:srgbClr val="FFFFFF"/>
                </a:solidFill>
                <a:latin typeface="Fira Sans Extra Condensed Medium"/>
                <a:sym typeface="Fira Sans Extra Condensed Medium"/>
              </a:rPr>
              <a:t>ocial responsibility</a:t>
            </a:r>
            <a:endParaRPr sz="1900" dirty="0">
              <a:solidFill>
                <a:srgbClr val="FFFFFF"/>
              </a:solidFill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6863182" y="1817751"/>
            <a:ext cx="2086418" cy="855236"/>
          </a:xfrm>
          <a:custGeom>
            <a:avLst/>
            <a:gdLst/>
            <a:ahLst/>
            <a:cxnLst/>
            <a:rect l="l" t="t" r="r" b="b"/>
            <a:pathLst>
              <a:path w="14146" h="14134" extrusionOk="0">
                <a:moveTo>
                  <a:pt x="7073" y="0"/>
                </a:moveTo>
                <a:cubicBezTo>
                  <a:pt x="3168" y="0"/>
                  <a:pt x="1" y="3167"/>
                  <a:pt x="1" y="7073"/>
                </a:cubicBezTo>
                <a:cubicBezTo>
                  <a:pt x="1" y="10978"/>
                  <a:pt x="3168" y="14133"/>
                  <a:pt x="7073" y="14133"/>
                </a:cubicBezTo>
                <a:cubicBezTo>
                  <a:pt x="10978" y="14133"/>
                  <a:pt x="14145" y="10978"/>
                  <a:pt x="14145" y="7073"/>
                </a:cubicBezTo>
                <a:cubicBezTo>
                  <a:pt x="14145" y="3167"/>
                  <a:pt x="10978" y="0"/>
                  <a:pt x="707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 dirty="0" err="1">
                <a:solidFill>
                  <a:srgbClr val="FFFFFF"/>
                </a:solidFill>
              </a:rPr>
              <a:t>proffesionalism</a:t>
            </a:r>
            <a:endParaRPr sz="1900" dirty="0">
              <a:solidFill>
                <a:srgbClr val="FFFFFF"/>
              </a:solidFill>
            </a:endParaRPr>
          </a:p>
        </p:txBody>
      </p:sp>
      <p:sp>
        <p:nvSpPr>
          <p:cNvPr id="479" name="Google Shape;479;p23"/>
          <p:cNvSpPr/>
          <p:nvPr/>
        </p:nvSpPr>
        <p:spPr>
          <a:xfrm>
            <a:off x="3776700" y="4608903"/>
            <a:ext cx="1590600" cy="27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23"/>
          <p:cNvSpPr/>
          <p:nvPr/>
        </p:nvSpPr>
        <p:spPr>
          <a:xfrm>
            <a:off x="4540325" y="3601925"/>
            <a:ext cx="63300" cy="633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4"/>
          <p:cNvSpPr txBox="1">
            <a:spLocks noGrp="1"/>
          </p:cNvSpPr>
          <p:nvPr>
            <p:ph type="title"/>
          </p:nvPr>
        </p:nvSpPr>
        <p:spPr>
          <a:xfrm>
            <a:off x="2514574" y="409574"/>
            <a:ext cx="4195825" cy="7316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2">
                    <a:lumMod val="25000"/>
                  </a:schemeClr>
                </a:solidFill>
                <a:latin typeface="Elephant" panose="02020904090505020303" pitchFamily="18" charset="0"/>
              </a:rPr>
              <a:t>Effective marketing and sales strategies</a:t>
            </a:r>
            <a:endParaRPr dirty="0">
              <a:solidFill>
                <a:schemeClr val="tx2">
                  <a:lumMod val="25000"/>
                </a:schemeClr>
              </a:solidFill>
              <a:latin typeface="Elephant" panose="02020904090505020303" pitchFamily="18" charset="0"/>
            </a:endParaRPr>
          </a:p>
        </p:txBody>
      </p:sp>
      <p:sp>
        <p:nvSpPr>
          <p:cNvPr id="486" name="Google Shape;486;p24"/>
          <p:cNvSpPr/>
          <p:nvPr/>
        </p:nvSpPr>
        <p:spPr>
          <a:xfrm>
            <a:off x="753050" y="1562575"/>
            <a:ext cx="2222593" cy="1267066"/>
          </a:xfrm>
          <a:custGeom>
            <a:avLst/>
            <a:gdLst/>
            <a:ahLst/>
            <a:cxnLst/>
            <a:rect l="l" t="t" r="r" b="b"/>
            <a:pathLst>
              <a:path w="32311" h="18420" extrusionOk="0">
                <a:moveTo>
                  <a:pt x="0" y="0"/>
                </a:moveTo>
                <a:lnTo>
                  <a:pt x="7964" y="9210"/>
                </a:lnTo>
                <a:lnTo>
                  <a:pt x="0" y="18420"/>
                </a:lnTo>
                <a:lnTo>
                  <a:pt x="24347" y="18420"/>
                </a:lnTo>
                <a:lnTo>
                  <a:pt x="32311" y="9210"/>
                </a:lnTo>
                <a:lnTo>
                  <a:pt x="2434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4"/>
          <p:cNvSpPr/>
          <p:nvPr/>
        </p:nvSpPr>
        <p:spPr>
          <a:xfrm>
            <a:off x="1740830" y="2801007"/>
            <a:ext cx="69" cy="499810"/>
          </a:xfrm>
          <a:custGeom>
            <a:avLst/>
            <a:gdLst/>
            <a:ahLst/>
            <a:cxnLst/>
            <a:rect l="l" t="t" r="r" b="b"/>
            <a:pathLst>
              <a:path w="1" h="7266" fill="none" extrusionOk="0">
                <a:moveTo>
                  <a:pt x="0" y="1"/>
                </a:moveTo>
                <a:lnTo>
                  <a:pt x="0" y="7265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4"/>
          <p:cNvSpPr txBox="1"/>
          <p:nvPr/>
        </p:nvSpPr>
        <p:spPr>
          <a:xfrm>
            <a:off x="872774" y="3794998"/>
            <a:ext cx="1827399" cy="118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000000"/>
                </a:solidFill>
                <a:latin typeface="Poor Richard" panose="02080502050505020702" pitchFamily="18" charset="0"/>
                <a:ea typeface="Roboto"/>
                <a:cs typeface="Roboto"/>
                <a:sym typeface="Roboto"/>
              </a:rPr>
              <a:t>Conduct thorough market research to understand needs, preferences and behaviours</a:t>
            </a:r>
            <a:r>
              <a:rPr lang="en-GB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24"/>
          <p:cNvSpPr txBox="1"/>
          <p:nvPr/>
        </p:nvSpPr>
        <p:spPr>
          <a:xfrm>
            <a:off x="872763" y="3474400"/>
            <a:ext cx="17331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Market research </a:t>
            </a:r>
            <a:endParaRPr sz="2000" dirty="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90" name="Google Shape;490;p24"/>
          <p:cNvSpPr/>
          <p:nvPr/>
        </p:nvSpPr>
        <p:spPr>
          <a:xfrm>
            <a:off x="4363920" y="1562575"/>
            <a:ext cx="2220529" cy="1267066"/>
          </a:xfrm>
          <a:custGeom>
            <a:avLst/>
            <a:gdLst/>
            <a:ahLst/>
            <a:cxnLst/>
            <a:rect l="l" t="t" r="r" b="b"/>
            <a:pathLst>
              <a:path w="32281" h="18420" extrusionOk="0">
                <a:moveTo>
                  <a:pt x="1" y="0"/>
                </a:moveTo>
                <a:lnTo>
                  <a:pt x="7934" y="9210"/>
                </a:lnTo>
                <a:lnTo>
                  <a:pt x="1" y="18420"/>
                </a:lnTo>
                <a:lnTo>
                  <a:pt x="24348" y="18420"/>
                </a:lnTo>
                <a:lnTo>
                  <a:pt x="32281" y="9210"/>
                </a:lnTo>
                <a:lnTo>
                  <a:pt x="2434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4"/>
          <p:cNvSpPr/>
          <p:nvPr/>
        </p:nvSpPr>
        <p:spPr>
          <a:xfrm>
            <a:off x="5347813" y="2801007"/>
            <a:ext cx="69" cy="499810"/>
          </a:xfrm>
          <a:custGeom>
            <a:avLst/>
            <a:gdLst/>
            <a:ahLst/>
            <a:cxnLst/>
            <a:rect l="l" t="t" r="r" b="b"/>
            <a:pathLst>
              <a:path w="1" h="7266" fill="none" extrusionOk="0">
                <a:moveTo>
                  <a:pt x="1" y="1"/>
                </a:moveTo>
                <a:lnTo>
                  <a:pt x="1" y="7265"/>
                </a:ln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4"/>
          <p:cNvSpPr txBox="1"/>
          <p:nvPr/>
        </p:nvSpPr>
        <p:spPr>
          <a:xfrm>
            <a:off x="4505071" y="3810873"/>
            <a:ext cx="1687500" cy="7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Poor Richard" panose="02080502050505020702" pitchFamily="18" charset="0"/>
                <a:ea typeface="Roboto"/>
                <a:cs typeface="Roboto"/>
                <a:sym typeface="Roboto"/>
              </a:rPr>
              <a:t>Optimize content and website for search engines to improve your visibility in SERPs</a:t>
            </a:r>
            <a:r>
              <a:rPr lang="en-GB" dirty="0">
                <a:latin typeface="Roboto"/>
                <a:ea typeface="Roboto"/>
                <a:cs typeface="Roboto"/>
                <a:sym typeface="Roboto"/>
              </a:rPr>
              <a:t>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24"/>
          <p:cNvSpPr txBox="1"/>
          <p:nvPr/>
        </p:nvSpPr>
        <p:spPr>
          <a:xfrm>
            <a:off x="4505070" y="3300817"/>
            <a:ext cx="1732751" cy="3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SEO</a:t>
            </a:r>
            <a:endParaRPr sz="2000" dirty="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94" name="Google Shape;494;p24"/>
          <p:cNvSpPr/>
          <p:nvPr/>
        </p:nvSpPr>
        <p:spPr>
          <a:xfrm>
            <a:off x="2557419" y="1562575"/>
            <a:ext cx="2222662" cy="1267066"/>
          </a:xfrm>
          <a:custGeom>
            <a:avLst/>
            <a:gdLst/>
            <a:ahLst/>
            <a:cxnLst/>
            <a:rect l="l" t="t" r="r" b="b"/>
            <a:pathLst>
              <a:path w="32312" h="18420" extrusionOk="0">
                <a:moveTo>
                  <a:pt x="1" y="0"/>
                </a:moveTo>
                <a:lnTo>
                  <a:pt x="7964" y="9210"/>
                </a:lnTo>
                <a:lnTo>
                  <a:pt x="1" y="18420"/>
                </a:lnTo>
                <a:lnTo>
                  <a:pt x="24378" y="18420"/>
                </a:lnTo>
                <a:lnTo>
                  <a:pt x="32311" y="9210"/>
                </a:lnTo>
                <a:lnTo>
                  <a:pt x="2437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4"/>
          <p:cNvSpPr/>
          <p:nvPr/>
        </p:nvSpPr>
        <p:spPr>
          <a:xfrm>
            <a:off x="3544941" y="2801007"/>
            <a:ext cx="69" cy="499810"/>
          </a:xfrm>
          <a:custGeom>
            <a:avLst/>
            <a:gdLst/>
            <a:ahLst/>
            <a:cxnLst/>
            <a:rect l="l" t="t" r="r" b="b"/>
            <a:pathLst>
              <a:path w="1" h="7266" fill="none" extrusionOk="0">
                <a:moveTo>
                  <a:pt x="1" y="1"/>
                </a:moveTo>
                <a:lnTo>
                  <a:pt x="1" y="7265"/>
                </a:ln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24"/>
          <p:cNvSpPr txBox="1"/>
          <p:nvPr/>
        </p:nvSpPr>
        <p:spPr>
          <a:xfrm>
            <a:off x="2700192" y="3816620"/>
            <a:ext cx="1742208" cy="110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Poor Richard" panose="02080502050505020702" pitchFamily="18" charset="0"/>
                <a:ea typeface="Roboto"/>
                <a:cs typeface="Roboto"/>
                <a:sym typeface="Roboto"/>
              </a:rPr>
              <a:t>To reach specific segments of audience</a:t>
            </a:r>
            <a:r>
              <a:rPr lang="en-GB" dirty="0">
                <a:latin typeface="Roboto"/>
                <a:ea typeface="Roboto"/>
                <a:cs typeface="Roboto"/>
                <a:sym typeface="Roboto"/>
              </a:rPr>
              <a:t>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p24"/>
          <p:cNvSpPr txBox="1"/>
          <p:nvPr/>
        </p:nvSpPr>
        <p:spPr>
          <a:xfrm>
            <a:off x="2700174" y="3474400"/>
            <a:ext cx="16875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</a:t>
            </a:r>
            <a:r>
              <a:rPr lang="en" sz="20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arget advertising</a:t>
            </a:r>
            <a:endParaRPr sz="2000" dirty="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98" name="Google Shape;498;p24"/>
          <p:cNvSpPr/>
          <p:nvPr/>
        </p:nvSpPr>
        <p:spPr>
          <a:xfrm>
            <a:off x="6168357" y="1562575"/>
            <a:ext cx="2222593" cy="1267066"/>
          </a:xfrm>
          <a:custGeom>
            <a:avLst/>
            <a:gdLst/>
            <a:ahLst/>
            <a:cxnLst/>
            <a:rect l="l" t="t" r="r" b="b"/>
            <a:pathLst>
              <a:path w="32311" h="18420" extrusionOk="0">
                <a:moveTo>
                  <a:pt x="0" y="0"/>
                </a:moveTo>
                <a:lnTo>
                  <a:pt x="7933" y="9210"/>
                </a:lnTo>
                <a:lnTo>
                  <a:pt x="0" y="18420"/>
                </a:lnTo>
                <a:lnTo>
                  <a:pt x="24347" y="18420"/>
                </a:lnTo>
                <a:lnTo>
                  <a:pt x="32311" y="9210"/>
                </a:lnTo>
                <a:lnTo>
                  <a:pt x="2434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4"/>
          <p:cNvSpPr/>
          <p:nvPr/>
        </p:nvSpPr>
        <p:spPr>
          <a:xfrm>
            <a:off x="7152817" y="2801007"/>
            <a:ext cx="69" cy="499810"/>
          </a:xfrm>
          <a:custGeom>
            <a:avLst/>
            <a:gdLst/>
            <a:ahLst/>
            <a:cxnLst/>
            <a:rect l="l" t="t" r="r" b="b"/>
            <a:pathLst>
              <a:path w="1" h="7266" fill="none" extrusionOk="0">
                <a:moveTo>
                  <a:pt x="0" y="1"/>
                </a:moveTo>
                <a:lnTo>
                  <a:pt x="0" y="7265"/>
                </a:ln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4"/>
          <p:cNvSpPr txBox="1"/>
          <p:nvPr/>
        </p:nvSpPr>
        <p:spPr>
          <a:xfrm>
            <a:off x="6290458" y="3826787"/>
            <a:ext cx="1827399" cy="114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Poor Richard" panose="02080502050505020702" pitchFamily="18" charset="0"/>
                <a:ea typeface="Roboto"/>
                <a:cs typeface="Roboto"/>
                <a:sym typeface="Roboto"/>
              </a:rPr>
              <a:t>Email marketing , social media marketing , influencer marketing.</a:t>
            </a:r>
            <a:endParaRPr dirty="0">
              <a:latin typeface="Poor Richard" panose="02080502050505020702" pitchFamily="18" charset="0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24"/>
          <p:cNvSpPr txBox="1"/>
          <p:nvPr/>
        </p:nvSpPr>
        <p:spPr>
          <a:xfrm>
            <a:off x="6309938" y="3474400"/>
            <a:ext cx="16875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</a:t>
            </a:r>
            <a:r>
              <a:rPr lang="en" sz="2000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ocial marketing</a:t>
            </a:r>
            <a:endParaRPr sz="2000" dirty="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502" name="Google Shape;502;p24"/>
          <p:cNvGrpSpPr/>
          <p:nvPr/>
        </p:nvGrpSpPr>
        <p:grpSpPr>
          <a:xfrm>
            <a:off x="1543324" y="1885294"/>
            <a:ext cx="642047" cy="621627"/>
            <a:chOff x="1539481" y="5965820"/>
            <a:chExt cx="642047" cy="621627"/>
          </a:xfrm>
        </p:grpSpPr>
        <p:sp>
          <p:nvSpPr>
            <p:cNvPr id="503" name="Google Shape;503;p24"/>
            <p:cNvSpPr/>
            <p:nvPr/>
          </p:nvSpPr>
          <p:spPr>
            <a:xfrm>
              <a:off x="1539481" y="6110771"/>
              <a:ext cx="642047" cy="476677"/>
            </a:xfrm>
            <a:custGeom>
              <a:avLst/>
              <a:gdLst/>
              <a:ahLst/>
              <a:cxnLst/>
              <a:rect l="l" t="t" r="r" b="b"/>
              <a:pathLst>
                <a:path w="74268" h="55139" extrusionOk="0">
                  <a:moveTo>
                    <a:pt x="67353" y="2420"/>
                  </a:moveTo>
                  <a:lnTo>
                    <a:pt x="67930" y="4840"/>
                  </a:lnTo>
                  <a:lnTo>
                    <a:pt x="6338" y="4840"/>
                  </a:lnTo>
                  <a:lnTo>
                    <a:pt x="6914" y="2420"/>
                  </a:lnTo>
                  <a:close/>
                  <a:moveTo>
                    <a:pt x="71847" y="7202"/>
                  </a:moveTo>
                  <a:lnTo>
                    <a:pt x="71847" y="9622"/>
                  </a:lnTo>
                  <a:lnTo>
                    <a:pt x="2362" y="9622"/>
                  </a:lnTo>
                  <a:lnTo>
                    <a:pt x="2362" y="7202"/>
                  </a:lnTo>
                  <a:close/>
                  <a:moveTo>
                    <a:pt x="67065" y="11984"/>
                  </a:moveTo>
                  <a:lnTo>
                    <a:pt x="67065" y="16766"/>
                  </a:lnTo>
                  <a:lnTo>
                    <a:pt x="7202" y="16766"/>
                  </a:lnTo>
                  <a:lnTo>
                    <a:pt x="7202" y="11984"/>
                  </a:lnTo>
                  <a:close/>
                  <a:moveTo>
                    <a:pt x="28981" y="19186"/>
                  </a:moveTo>
                  <a:lnTo>
                    <a:pt x="25236" y="25178"/>
                  </a:lnTo>
                  <a:lnTo>
                    <a:pt x="7202" y="25178"/>
                  </a:lnTo>
                  <a:lnTo>
                    <a:pt x="7202" y="19186"/>
                  </a:lnTo>
                  <a:close/>
                  <a:moveTo>
                    <a:pt x="23968" y="27598"/>
                  </a:moveTo>
                  <a:lnTo>
                    <a:pt x="23968" y="28751"/>
                  </a:lnTo>
                  <a:lnTo>
                    <a:pt x="7202" y="28751"/>
                  </a:lnTo>
                  <a:lnTo>
                    <a:pt x="7202" y="27598"/>
                  </a:lnTo>
                  <a:close/>
                  <a:moveTo>
                    <a:pt x="66432" y="19186"/>
                  </a:moveTo>
                  <a:lnTo>
                    <a:pt x="71847" y="26734"/>
                  </a:lnTo>
                  <a:lnTo>
                    <a:pt x="71847" y="29211"/>
                  </a:lnTo>
                  <a:lnTo>
                    <a:pt x="70580" y="29845"/>
                  </a:lnTo>
                  <a:lnTo>
                    <a:pt x="68275" y="29096"/>
                  </a:lnTo>
                  <a:lnTo>
                    <a:pt x="68275" y="27310"/>
                  </a:lnTo>
                  <a:lnTo>
                    <a:pt x="64242" y="19186"/>
                  </a:lnTo>
                  <a:close/>
                  <a:moveTo>
                    <a:pt x="33994" y="19186"/>
                  </a:moveTo>
                  <a:lnTo>
                    <a:pt x="29961" y="27310"/>
                  </a:lnTo>
                  <a:lnTo>
                    <a:pt x="29961" y="29096"/>
                  </a:lnTo>
                  <a:lnTo>
                    <a:pt x="27656" y="29903"/>
                  </a:lnTo>
                  <a:lnTo>
                    <a:pt x="26331" y="29211"/>
                  </a:lnTo>
                  <a:lnTo>
                    <a:pt x="26331" y="28751"/>
                  </a:lnTo>
                  <a:lnTo>
                    <a:pt x="26331" y="27944"/>
                  </a:lnTo>
                  <a:lnTo>
                    <a:pt x="31804" y="19186"/>
                  </a:lnTo>
                  <a:close/>
                  <a:moveTo>
                    <a:pt x="40159" y="19186"/>
                  </a:moveTo>
                  <a:lnTo>
                    <a:pt x="37105" y="27368"/>
                  </a:lnTo>
                  <a:lnTo>
                    <a:pt x="37105" y="29096"/>
                  </a:lnTo>
                  <a:lnTo>
                    <a:pt x="34743" y="29903"/>
                  </a:lnTo>
                  <a:lnTo>
                    <a:pt x="32323" y="29096"/>
                  </a:lnTo>
                  <a:lnTo>
                    <a:pt x="32323" y="27829"/>
                  </a:lnTo>
                  <a:lnTo>
                    <a:pt x="36644" y="19186"/>
                  </a:lnTo>
                  <a:close/>
                  <a:moveTo>
                    <a:pt x="45344" y="19186"/>
                  </a:moveTo>
                  <a:lnTo>
                    <a:pt x="44307" y="27425"/>
                  </a:lnTo>
                  <a:lnTo>
                    <a:pt x="44307" y="29096"/>
                  </a:lnTo>
                  <a:lnTo>
                    <a:pt x="41945" y="29903"/>
                  </a:lnTo>
                  <a:lnTo>
                    <a:pt x="39525" y="29096"/>
                  </a:lnTo>
                  <a:lnTo>
                    <a:pt x="39525" y="27771"/>
                  </a:lnTo>
                  <a:lnTo>
                    <a:pt x="42751" y="19186"/>
                  </a:lnTo>
                  <a:close/>
                  <a:moveTo>
                    <a:pt x="50472" y="19186"/>
                  </a:moveTo>
                  <a:lnTo>
                    <a:pt x="51509" y="27656"/>
                  </a:lnTo>
                  <a:lnTo>
                    <a:pt x="51509" y="29096"/>
                  </a:lnTo>
                  <a:lnTo>
                    <a:pt x="49089" y="29903"/>
                  </a:lnTo>
                  <a:lnTo>
                    <a:pt x="46727" y="29096"/>
                  </a:lnTo>
                  <a:lnTo>
                    <a:pt x="46727" y="27656"/>
                  </a:lnTo>
                  <a:lnTo>
                    <a:pt x="47764" y="19186"/>
                  </a:lnTo>
                  <a:close/>
                  <a:moveTo>
                    <a:pt x="55484" y="19186"/>
                  </a:moveTo>
                  <a:lnTo>
                    <a:pt x="58711" y="27771"/>
                  </a:lnTo>
                  <a:lnTo>
                    <a:pt x="58711" y="29096"/>
                  </a:lnTo>
                  <a:lnTo>
                    <a:pt x="56291" y="29903"/>
                  </a:lnTo>
                  <a:lnTo>
                    <a:pt x="53871" y="29096"/>
                  </a:lnTo>
                  <a:lnTo>
                    <a:pt x="53871" y="27598"/>
                  </a:lnTo>
                  <a:lnTo>
                    <a:pt x="52834" y="19186"/>
                  </a:lnTo>
                  <a:close/>
                  <a:moveTo>
                    <a:pt x="61534" y="19186"/>
                  </a:moveTo>
                  <a:lnTo>
                    <a:pt x="65855" y="27886"/>
                  </a:lnTo>
                  <a:lnTo>
                    <a:pt x="65855" y="29096"/>
                  </a:lnTo>
                  <a:lnTo>
                    <a:pt x="63493" y="29903"/>
                  </a:lnTo>
                  <a:lnTo>
                    <a:pt x="61073" y="29096"/>
                  </a:lnTo>
                  <a:lnTo>
                    <a:pt x="61073" y="27368"/>
                  </a:lnTo>
                  <a:lnTo>
                    <a:pt x="58020" y="19186"/>
                  </a:lnTo>
                  <a:close/>
                  <a:moveTo>
                    <a:pt x="59863" y="31228"/>
                  </a:moveTo>
                  <a:lnTo>
                    <a:pt x="61073" y="31631"/>
                  </a:lnTo>
                  <a:lnTo>
                    <a:pt x="61073" y="41945"/>
                  </a:lnTo>
                  <a:lnTo>
                    <a:pt x="38315" y="41945"/>
                  </a:lnTo>
                  <a:lnTo>
                    <a:pt x="38315" y="31228"/>
                  </a:lnTo>
                  <a:lnTo>
                    <a:pt x="41945" y="32438"/>
                  </a:lnTo>
                  <a:lnTo>
                    <a:pt x="45517" y="31228"/>
                  </a:lnTo>
                  <a:lnTo>
                    <a:pt x="49089" y="32438"/>
                  </a:lnTo>
                  <a:lnTo>
                    <a:pt x="52719" y="31228"/>
                  </a:lnTo>
                  <a:lnTo>
                    <a:pt x="56291" y="32438"/>
                  </a:lnTo>
                  <a:lnTo>
                    <a:pt x="59863" y="31228"/>
                  </a:lnTo>
                  <a:close/>
                  <a:moveTo>
                    <a:pt x="10774" y="31170"/>
                  </a:moveTo>
                  <a:lnTo>
                    <a:pt x="10774" y="47937"/>
                  </a:lnTo>
                  <a:lnTo>
                    <a:pt x="7202" y="47937"/>
                  </a:lnTo>
                  <a:lnTo>
                    <a:pt x="7202" y="31170"/>
                  </a:lnTo>
                  <a:close/>
                  <a:moveTo>
                    <a:pt x="23968" y="31170"/>
                  </a:moveTo>
                  <a:lnTo>
                    <a:pt x="23968" y="47937"/>
                  </a:lnTo>
                  <a:lnTo>
                    <a:pt x="13194" y="47937"/>
                  </a:lnTo>
                  <a:lnTo>
                    <a:pt x="13194" y="31170"/>
                  </a:lnTo>
                  <a:close/>
                  <a:moveTo>
                    <a:pt x="29961" y="31631"/>
                  </a:moveTo>
                  <a:lnTo>
                    <a:pt x="29961" y="47937"/>
                  </a:lnTo>
                  <a:lnTo>
                    <a:pt x="26331" y="47937"/>
                  </a:lnTo>
                  <a:lnTo>
                    <a:pt x="26331" y="31919"/>
                  </a:lnTo>
                  <a:lnTo>
                    <a:pt x="27425" y="32438"/>
                  </a:lnTo>
                  <a:lnTo>
                    <a:pt x="29961" y="31631"/>
                  </a:lnTo>
                  <a:close/>
                  <a:moveTo>
                    <a:pt x="67065" y="31228"/>
                  </a:moveTo>
                  <a:lnTo>
                    <a:pt x="67065" y="47937"/>
                  </a:lnTo>
                  <a:lnTo>
                    <a:pt x="32323" y="47937"/>
                  </a:lnTo>
                  <a:lnTo>
                    <a:pt x="32323" y="31631"/>
                  </a:lnTo>
                  <a:lnTo>
                    <a:pt x="34743" y="32438"/>
                  </a:lnTo>
                  <a:lnTo>
                    <a:pt x="35895" y="32035"/>
                  </a:lnTo>
                  <a:lnTo>
                    <a:pt x="35895" y="44365"/>
                  </a:lnTo>
                  <a:lnTo>
                    <a:pt x="63493" y="44365"/>
                  </a:lnTo>
                  <a:lnTo>
                    <a:pt x="63493" y="32438"/>
                  </a:lnTo>
                  <a:lnTo>
                    <a:pt x="67065" y="31228"/>
                  </a:lnTo>
                  <a:close/>
                  <a:moveTo>
                    <a:pt x="71847" y="50357"/>
                  </a:moveTo>
                  <a:lnTo>
                    <a:pt x="71847" y="52719"/>
                  </a:lnTo>
                  <a:lnTo>
                    <a:pt x="2362" y="52719"/>
                  </a:lnTo>
                  <a:lnTo>
                    <a:pt x="2362" y="50357"/>
                  </a:lnTo>
                  <a:close/>
                  <a:moveTo>
                    <a:pt x="5070" y="0"/>
                  </a:moveTo>
                  <a:lnTo>
                    <a:pt x="3860" y="4840"/>
                  </a:lnTo>
                  <a:lnTo>
                    <a:pt x="0" y="4840"/>
                  </a:lnTo>
                  <a:lnTo>
                    <a:pt x="0" y="11984"/>
                  </a:lnTo>
                  <a:lnTo>
                    <a:pt x="4782" y="11984"/>
                  </a:lnTo>
                  <a:lnTo>
                    <a:pt x="4782" y="25178"/>
                  </a:lnTo>
                  <a:lnTo>
                    <a:pt x="4782" y="31170"/>
                  </a:lnTo>
                  <a:lnTo>
                    <a:pt x="4782" y="47937"/>
                  </a:lnTo>
                  <a:lnTo>
                    <a:pt x="0" y="47937"/>
                  </a:lnTo>
                  <a:lnTo>
                    <a:pt x="0" y="55139"/>
                  </a:lnTo>
                  <a:lnTo>
                    <a:pt x="74267" y="55139"/>
                  </a:lnTo>
                  <a:lnTo>
                    <a:pt x="74267" y="47937"/>
                  </a:lnTo>
                  <a:lnTo>
                    <a:pt x="69485" y="47937"/>
                  </a:lnTo>
                  <a:lnTo>
                    <a:pt x="69485" y="32035"/>
                  </a:lnTo>
                  <a:lnTo>
                    <a:pt x="70753" y="32496"/>
                  </a:lnTo>
                  <a:lnTo>
                    <a:pt x="74267" y="30709"/>
                  </a:lnTo>
                  <a:lnTo>
                    <a:pt x="74267" y="25985"/>
                  </a:lnTo>
                  <a:lnTo>
                    <a:pt x="69428" y="19186"/>
                  </a:lnTo>
                  <a:lnTo>
                    <a:pt x="69485" y="19186"/>
                  </a:lnTo>
                  <a:lnTo>
                    <a:pt x="69485" y="11984"/>
                  </a:lnTo>
                  <a:lnTo>
                    <a:pt x="74267" y="11984"/>
                  </a:lnTo>
                  <a:lnTo>
                    <a:pt x="74267" y="4840"/>
                  </a:lnTo>
                  <a:lnTo>
                    <a:pt x="70407" y="4840"/>
                  </a:lnTo>
                  <a:lnTo>
                    <a:pt x="69197" y="0"/>
                  </a:lnTo>
                  <a:close/>
                </a:path>
              </a:pathLst>
            </a:custGeom>
            <a:solidFill>
              <a:srgbClr val="6D7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4"/>
            <p:cNvSpPr/>
            <p:nvPr/>
          </p:nvSpPr>
          <p:spPr>
            <a:xfrm>
              <a:off x="1632623" y="5965820"/>
              <a:ext cx="455764" cy="165872"/>
            </a:xfrm>
            <a:custGeom>
              <a:avLst/>
              <a:gdLst/>
              <a:ahLst/>
              <a:cxnLst/>
              <a:rect l="l" t="t" r="r" b="b"/>
              <a:pathLst>
                <a:path w="52720" h="19187" extrusionOk="0">
                  <a:moveTo>
                    <a:pt x="3573" y="1"/>
                  </a:moveTo>
                  <a:cubicBezTo>
                    <a:pt x="1614" y="1"/>
                    <a:pt x="0" y="1614"/>
                    <a:pt x="0" y="3631"/>
                  </a:cubicBezTo>
                  <a:lnTo>
                    <a:pt x="0" y="19187"/>
                  </a:lnTo>
                  <a:lnTo>
                    <a:pt x="52719" y="19187"/>
                  </a:lnTo>
                  <a:lnTo>
                    <a:pt x="52719" y="3631"/>
                  </a:lnTo>
                  <a:cubicBezTo>
                    <a:pt x="52719" y="1614"/>
                    <a:pt x="51106" y="1"/>
                    <a:pt x="49089" y="1"/>
                  </a:cubicBezTo>
                  <a:close/>
                </a:path>
              </a:pathLst>
            </a:custGeom>
            <a:solidFill>
              <a:srgbClr val="F2EF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4"/>
            <p:cNvSpPr/>
            <p:nvPr/>
          </p:nvSpPr>
          <p:spPr>
            <a:xfrm>
              <a:off x="1673963" y="5997202"/>
              <a:ext cx="72730" cy="103610"/>
            </a:xfrm>
            <a:custGeom>
              <a:avLst/>
              <a:gdLst/>
              <a:ahLst/>
              <a:cxnLst/>
              <a:rect l="l" t="t" r="r" b="b"/>
              <a:pathLst>
                <a:path w="8413" h="11985" extrusionOk="0">
                  <a:moveTo>
                    <a:pt x="3630" y="1"/>
                  </a:moveTo>
                  <a:cubicBezTo>
                    <a:pt x="1614" y="1"/>
                    <a:pt x="0" y="1614"/>
                    <a:pt x="0" y="3573"/>
                  </a:cubicBezTo>
                  <a:cubicBezTo>
                    <a:pt x="0" y="5589"/>
                    <a:pt x="1614" y="7203"/>
                    <a:pt x="3630" y="7203"/>
                  </a:cubicBezTo>
                  <a:lnTo>
                    <a:pt x="4783" y="7203"/>
                  </a:lnTo>
                  <a:cubicBezTo>
                    <a:pt x="5474" y="7203"/>
                    <a:pt x="5993" y="7721"/>
                    <a:pt x="5993" y="8355"/>
                  </a:cubicBezTo>
                  <a:cubicBezTo>
                    <a:pt x="5993" y="9046"/>
                    <a:pt x="5474" y="9565"/>
                    <a:pt x="4783" y="9565"/>
                  </a:cubicBezTo>
                  <a:lnTo>
                    <a:pt x="3630" y="9565"/>
                  </a:lnTo>
                  <a:cubicBezTo>
                    <a:pt x="2939" y="9565"/>
                    <a:pt x="2420" y="9046"/>
                    <a:pt x="2420" y="8355"/>
                  </a:cubicBezTo>
                  <a:lnTo>
                    <a:pt x="0" y="8355"/>
                  </a:lnTo>
                  <a:cubicBezTo>
                    <a:pt x="0" y="10371"/>
                    <a:pt x="1614" y="11985"/>
                    <a:pt x="3630" y="11985"/>
                  </a:cubicBezTo>
                  <a:lnTo>
                    <a:pt x="4783" y="11985"/>
                  </a:lnTo>
                  <a:cubicBezTo>
                    <a:pt x="6799" y="11985"/>
                    <a:pt x="8412" y="10371"/>
                    <a:pt x="8412" y="8355"/>
                  </a:cubicBezTo>
                  <a:cubicBezTo>
                    <a:pt x="8412" y="6396"/>
                    <a:pt x="6799" y="4783"/>
                    <a:pt x="4783" y="4783"/>
                  </a:cubicBezTo>
                  <a:lnTo>
                    <a:pt x="3630" y="4783"/>
                  </a:lnTo>
                  <a:cubicBezTo>
                    <a:pt x="2939" y="4783"/>
                    <a:pt x="2420" y="4264"/>
                    <a:pt x="2420" y="3573"/>
                  </a:cubicBezTo>
                  <a:cubicBezTo>
                    <a:pt x="2420" y="2939"/>
                    <a:pt x="2939" y="2363"/>
                    <a:pt x="3630" y="2363"/>
                  </a:cubicBezTo>
                  <a:lnTo>
                    <a:pt x="4783" y="2363"/>
                  </a:lnTo>
                  <a:cubicBezTo>
                    <a:pt x="5474" y="2363"/>
                    <a:pt x="5993" y="2939"/>
                    <a:pt x="5993" y="3573"/>
                  </a:cubicBezTo>
                  <a:lnTo>
                    <a:pt x="8412" y="3573"/>
                  </a:lnTo>
                  <a:cubicBezTo>
                    <a:pt x="8412" y="1614"/>
                    <a:pt x="6799" y="1"/>
                    <a:pt x="4783" y="1"/>
                  </a:cubicBezTo>
                  <a:close/>
                </a:path>
              </a:pathLst>
            </a:custGeom>
            <a:solidFill>
              <a:srgbClr val="6D7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4"/>
            <p:cNvSpPr/>
            <p:nvPr/>
          </p:nvSpPr>
          <p:spPr>
            <a:xfrm>
              <a:off x="1767104" y="5997202"/>
              <a:ext cx="83191" cy="103610"/>
            </a:xfrm>
            <a:custGeom>
              <a:avLst/>
              <a:gdLst/>
              <a:ahLst/>
              <a:cxnLst/>
              <a:rect l="l" t="t" r="r" b="b"/>
              <a:pathLst>
                <a:path w="9623" h="11985" extrusionOk="0">
                  <a:moveTo>
                    <a:pt x="1" y="1"/>
                  </a:moveTo>
                  <a:lnTo>
                    <a:pt x="1" y="11985"/>
                  </a:lnTo>
                  <a:lnTo>
                    <a:pt x="2421" y="11985"/>
                  </a:lnTo>
                  <a:lnTo>
                    <a:pt x="2421" y="7145"/>
                  </a:lnTo>
                  <a:lnTo>
                    <a:pt x="7203" y="7145"/>
                  </a:lnTo>
                  <a:lnTo>
                    <a:pt x="7203" y="11985"/>
                  </a:lnTo>
                  <a:lnTo>
                    <a:pt x="9623" y="11985"/>
                  </a:lnTo>
                  <a:lnTo>
                    <a:pt x="9623" y="1"/>
                  </a:lnTo>
                  <a:lnTo>
                    <a:pt x="7203" y="1"/>
                  </a:lnTo>
                  <a:lnTo>
                    <a:pt x="7203" y="4783"/>
                  </a:lnTo>
                  <a:lnTo>
                    <a:pt x="2421" y="4783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rgbClr val="6D7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4"/>
            <p:cNvSpPr/>
            <p:nvPr/>
          </p:nvSpPr>
          <p:spPr>
            <a:xfrm>
              <a:off x="1870706" y="5997202"/>
              <a:ext cx="82698" cy="103610"/>
            </a:xfrm>
            <a:custGeom>
              <a:avLst/>
              <a:gdLst/>
              <a:ahLst/>
              <a:cxnLst/>
              <a:rect l="l" t="t" r="r" b="b"/>
              <a:pathLst>
                <a:path w="9566" h="11985" extrusionOk="0">
                  <a:moveTo>
                    <a:pt x="4783" y="2363"/>
                  </a:moveTo>
                  <a:cubicBezTo>
                    <a:pt x="6108" y="2363"/>
                    <a:pt x="7203" y="3458"/>
                    <a:pt x="7203" y="4783"/>
                  </a:cubicBezTo>
                  <a:lnTo>
                    <a:pt x="7203" y="7145"/>
                  </a:lnTo>
                  <a:cubicBezTo>
                    <a:pt x="7203" y="8470"/>
                    <a:pt x="6108" y="9565"/>
                    <a:pt x="4783" y="9565"/>
                  </a:cubicBezTo>
                  <a:cubicBezTo>
                    <a:pt x="3458" y="9565"/>
                    <a:pt x="2421" y="8470"/>
                    <a:pt x="2421" y="7145"/>
                  </a:cubicBezTo>
                  <a:lnTo>
                    <a:pt x="2421" y="4783"/>
                  </a:lnTo>
                  <a:cubicBezTo>
                    <a:pt x="2421" y="3458"/>
                    <a:pt x="3458" y="2363"/>
                    <a:pt x="4783" y="2363"/>
                  </a:cubicBezTo>
                  <a:close/>
                  <a:moveTo>
                    <a:pt x="4783" y="1"/>
                  </a:moveTo>
                  <a:cubicBezTo>
                    <a:pt x="2133" y="1"/>
                    <a:pt x="1" y="2132"/>
                    <a:pt x="1" y="4783"/>
                  </a:cubicBezTo>
                  <a:lnTo>
                    <a:pt x="1" y="7145"/>
                  </a:lnTo>
                  <a:cubicBezTo>
                    <a:pt x="1" y="9795"/>
                    <a:pt x="2133" y="11985"/>
                    <a:pt x="4783" y="11985"/>
                  </a:cubicBezTo>
                  <a:cubicBezTo>
                    <a:pt x="7433" y="11985"/>
                    <a:pt x="9565" y="9795"/>
                    <a:pt x="9565" y="7145"/>
                  </a:cubicBezTo>
                  <a:lnTo>
                    <a:pt x="9565" y="4783"/>
                  </a:lnTo>
                  <a:cubicBezTo>
                    <a:pt x="9565" y="2132"/>
                    <a:pt x="7433" y="1"/>
                    <a:pt x="4783" y="1"/>
                  </a:cubicBezTo>
                  <a:close/>
                </a:path>
              </a:pathLst>
            </a:custGeom>
            <a:solidFill>
              <a:srgbClr val="6D7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4"/>
            <p:cNvSpPr/>
            <p:nvPr/>
          </p:nvSpPr>
          <p:spPr>
            <a:xfrm>
              <a:off x="1974316" y="5997202"/>
              <a:ext cx="72722" cy="103610"/>
            </a:xfrm>
            <a:custGeom>
              <a:avLst/>
              <a:gdLst/>
              <a:ahLst/>
              <a:cxnLst/>
              <a:rect l="l" t="t" r="r" b="b"/>
              <a:pathLst>
                <a:path w="8412" h="11985" extrusionOk="0">
                  <a:moveTo>
                    <a:pt x="4782" y="2363"/>
                  </a:moveTo>
                  <a:cubicBezTo>
                    <a:pt x="5474" y="2363"/>
                    <a:pt x="5992" y="2939"/>
                    <a:pt x="5992" y="3573"/>
                  </a:cubicBezTo>
                  <a:cubicBezTo>
                    <a:pt x="5992" y="4207"/>
                    <a:pt x="5474" y="4783"/>
                    <a:pt x="4782" y="4783"/>
                  </a:cubicBezTo>
                  <a:lnTo>
                    <a:pt x="2420" y="4783"/>
                  </a:lnTo>
                  <a:lnTo>
                    <a:pt x="2420" y="2363"/>
                  </a:lnTo>
                  <a:close/>
                  <a:moveTo>
                    <a:pt x="0" y="1"/>
                  </a:moveTo>
                  <a:lnTo>
                    <a:pt x="0" y="11985"/>
                  </a:lnTo>
                  <a:lnTo>
                    <a:pt x="2420" y="11985"/>
                  </a:lnTo>
                  <a:lnTo>
                    <a:pt x="2420" y="7145"/>
                  </a:lnTo>
                  <a:lnTo>
                    <a:pt x="4782" y="7145"/>
                  </a:lnTo>
                  <a:cubicBezTo>
                    <a:pt x="6799" y="7145"/>
                    <a:pt x="8412" y="5532"/>
                    <a:pt x="8412" y="3573"/>
                  </a:cubicBezTo>
                  <a:cubicBezTo>
                    <a:pt x="8412" y="1614"/>
                    <a:pt x="6799" y="1"/>
                    <a:pt x="4782" y="1"/>
                  </a:cubicBezTo>
                  <a:close/>
                </a:path>
              </a:pathLst>
            </a:custGeom>
            <a:solidFill>
              <a:srgbClr val="6D7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9" name="Google Shape;509;p24"/>
          <p:cNvGrpSpPr/>
          <p:nvPr/>
        </p:nvGrpSpPr>
        <p:grpSpPr>
          <a:xfrm>
            <a:off x="3342245" y="1869854"/>
            <a:ext cx="653009" cy="652507"/>
            <a:chOff x="1576836" y="5097154"/>
            <a:chExt cx="653009" cy="652507"/>
          </a:xfrm>
        </p:grpSpPr>
        <p:sp>
          <p:nvSpPr>
            <p:cNvPr id="510" name="Google Shape;510;p24"/>
            <p:cNvSpPr/>
            <p:nvPr/>
          </p:nvSpPr>
          <p:spPr>
            <a:xfrm>
              <a:off x="1777072" y="5170870"/>
              <a:ext cx="199743" cy="199743"/>
            </a:xfrm>
            <a:custGeom>
              <a:avLst/>
              <a:gdLst/>
              <a:ahLst/>
              <a:cxnLst/>
              <a:rect l="l" t="t" r="r" b="b"/>
              <a:pathLst>
                <a:path w="23105" h="23105" extrusionOk="0">
                  <a:moveTo>
                    <a:pt x="11523" y="0"/>
                  </a:moveTo>
                  <a:cubicBezTo>
                    <a:pt x="5185" y="0"/>
                    <a:pt x="0" y="5128"/>
                    <a:pt x="0" y="11524"/>
                  </a:cubicBezTo>
                  <a:cubicBezTo>
                    <a:pt x="0" y="17919"/>
                    <a:pt x="5185" y="23104"/>
                    <a:pt x="11523" y="23104"/>
                  </a:cubicBezTo>
                  <a:cubicBezTo>
                    <a:pt x="17919" y="23104"/>
                    <a:pt x="23104" y="17919"/>
                    <a:pt x="23104" y="11524"/>
                  </a:cubicBezTo>
                  <a:cubicBezTo>
                    <a:pt x="23104" y="5128"/>
                    <a:pt x="17919" y="0"/>
                    <a:pt x="11523" y="0"/>
                  </a:cubicBezTo>
                  <a:close/>
                </a:path>
              </a:pathLst>
            </a:custGeom>
            <a:solidFill>
              <a:srgbClr val="78E8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4"/>
            <p:cNvSpPr/>
            <p:nvPr/>
          </p:nvSpPr>
          <p:spPr>
            <a:xfrm>
              <a:off x="1576836" y="5097154"/>
              <a:ext cx="653009" cy="652507"/>
            </a:xfrm>
            <a:custGeom>
              <a:avLst/>
              <a:gdLst/>
              <a:ahLst/>
              <a:cxnLst/>
              <a:rect l="l" t="t" r="r" b="b"/>
              <a:pathLst>
                <a:path w="75536" h="75478" extrusionOk="0">
                  <a:moveTo>
                    <a:pt x="10947" y="2420"/>
                  </a:moveTo>
                  <a:lnTo>
                    <a:pt x="10947" y="21261"/>
                  </a:lnTo>
                  <a:lnTo>
                    <a:pt x="10947" y="40159"/>
                  </a:lnTo>
                  <a:lnTo>
                    <a:pt x="3688" y="40159"/>
                  </a:lnTo>
                  <a:cubicBezTo>
                    <a:pt x="2996" y="40159"/>
                    <a:pt x="2420" y="39640"/>
                    <a:pt x="2420" y="38949"/>
                  </a:cubicBezTo>
                  <a:lnTo>
                    <a:pt x="2420" y="21261"/>
                  </a:lnTo>
                  <a:lnTo>
                    <a:pt x="2420" y="3630"/>
                  </a:lnTo>
                  <a:cubicBezTo>
                    <a:pt x="2420" y="2939"/>
                    <a:pt x="2996" y="2420"/>
                    <a:pt x="3630" y="2420"/>
                  </a:cubicBezTo>
                  <a:close/>
                  <a:moveTo>
                    <a:pt x="63320" y="2420"/>
                  </a:moveTo>
                  <a:lnTo>
                    <a:pt x="63320" y="34973"/>
                  </a:lnTo>
                  <a:cubicBezTo>
                    <a:pt x="62456" y="34397"/>
                    <a:pt x="61419" y="34051"/>
                    <a:pt x="60267" y="34051"/>
                  </a:cubicBezTo>
                  <a:cubicBezTo>
                    <a:pt x="58999" y="34051"/>
                    <a:pt x="57847" y="34512"/>
                    <a:pt x="56925" y="35261"/>
                  </a:cubicBezTo>
                  <a:cubicBezTo>
                    <a:pt x="56118" y="33129"/>
                    <a:pt x="54160" y="31631"/>
                    <a:pt x="51740" y="31631"/>
                  </a:cubicBezTo>
                  <a:cubicBezTo>
                    <a:pt x="50299" y="31631"/>
                    <a:pt x="48974" y="32208"/>
                    <a:pt x="47937" y="33187"/>
                  </a:cubicBezTo>
                  <a:cubicBezTo>
                    <a:pt x="47015" y="31516"/>
                    <a:pt x="45287" y="30421"/>
                    <a:pt x="43212" y="30421"/>
                  </a:cubicBezTo>
                  <a:cubicBezTo>
                    <a:pt x="42118" y="30421"/>
                    <a:pt x="41081" y="30767"/>
                    <a:pt x="40159" y="31343"/>
                  </a:cubicBezTo>
                  <a:lnTo>
                    <a:pt x="40159" y="21261"/>
                  </a:lnTo>
                  <a:cubicBezTo>
                    <a:pt x="40159" y="18264"/>
                    <a:pt x="37739" y="15787"/>
                    <a:pt x="34685" y="15787"/>
                  </a:cubicBezTo>
                  <a:cubicBezTo>
                    <a:pt x="31689" y="15787"/>
                    <a:pt x="29212" y="18264"/>
                    <a:pt x="29212" y="21261"/>
                  </a:cubicBezTo>
                  <a:lnTo>
                    <a:pt x="29212" y="40159"/>
                  </a:lnTo>
                  <a:lnTo>
                    <a:pt x="13425" y="40159"/>
                  </a:lnTo>
                  <a:lnTo>
                    <a:pt x="13425" y="2420"/>
                  </a:lnTo>
                  <a:close/>
                  <a:moveTo>
                    <a:pt x="71848" y="2420"/>
                  </a:moveTo>
                  <a:cubicBezTo>
                    <a:pt x="72539" y="2420"/>
                    <a:pt x="73058" y="2939"/>
                    <a:pt x="73058" y="3630"/>
                  </a:cubicBezTo>
                  <a:lnTo>
                    <a:pt x="73058" y="38949"/>
                  </a:lnTo>
                  <a:cubicBezTo>
                    <a:pt x="73058" y="39640"/>
                    <a:pt x="72539" y="40159"/>
                    <a:pt x="71848" y="40159"/>
                  </a:cubicBezTo>
                  <a:lnTo>
                    <a:pt x="65740" y="40159"/>
                  </a:lnTo>
                  <a:lnTo>
                    <a:pt x="65740" y="39525"/>
                  </a:lnTo>
                  <a:lnTo>
                    <a:pt x="65740" y="2420"/>
                  </a:lnTo>
                  <a:close/>
                  <a:moveTo>
                    <a:pt x="29212" y="42579"/>
                  </a:moveTo>
                  <a:lnTo>
                    <a:pt x="29212" y="48225"/>
                  </a:lnTo>
                  <a:lnTo>
                    <a:pt x="23969" y="42982"/>
                  </a:lnTo>
                  <a:cubicBezTo>
                    <a:pt x="23853" y="42867"/>
                    <a:pt x="23681" y="42751"/>
                    <a:pt x="23508" y="42579"/>
                  </a:cubicBezTo>
                  <a:close/>
                  <a:moveTo>
                    <a:pt x="3688" y="0"/>
                  </a:moveTo>
                  <a:cubicBezTo>
                    <a:pt x="1671" y="0"/>
                    <a:pt x="0" y="1613"/>
                    <a:pt x="0" y="3630"/>
                  </a:cubicBezTo>
                  <a:lnTo>
                    <a:pt x="0" y="38949"/>
                  </a:lnTo>
                  <a:cubicBezTo>
                    <a:pt x="0" y="40965"/>
                    <a:pt x="1671" y="42579"/>
                    <a:pt x="3688" y="42579"/>
                  </a:cubicBezTo>
                  <a:lnTo>
                    <a:pt x="16709" y="42579"/>
                  </a:lnTo>
                  <a:cubicBezTo>
                    <a:pt x="16536" y="42694"/>
                    <a:pt x="16363" y="42809"/>
                    <a:pt x="16248" y="42982"/>
                  </a:cubicBezTo>
                  <a:cubicBezTo>
                    <a:pt x="15211" y="44019"/>
                    <a:pt x="14635" y="45402"/>
                    <a:pt x="14635" y="46842"/>
                  </a:cubicBezTo>
                  <a:cubicBezTo>
                    <a:pt x="14635" y="48340"/>
                    <a:pt x="15211" y="49665"/>
                    <a:pt x="16248" y="50702"/>
                  </a:cubicBezTo>
                  <a:lnTo>
                    <a:pt x="29212" y="63724"/>
                  </a:lnTo>
                  <a:lnTo>
                    <a:pt x="29212" y="75477"/>
                  </a:lnTo>
                  <a:lnTo>
                    <a:pt x="31689" y="75477"/>
                  </a:lnTo>
                  <a:lnTo>
                    <a:pt x="31689" y="62744"/>
                  </a:lnTo>
                  <a:lnTo>
                    <a:pt x="17977" y="48974"/>
                  </a:lnTo>
                  <a:cubicBezTo>
                    <a:pt x="17400" y="48398"/>
                    <a:pt x="17055" y="47649"/>
                    <a:pt x="17055" y="46842"/>
                  </a:cubicBezTo>
                  <a:cubicBezTo>
                    <a:pt x="17055" y="46035"/>
                    <a:pt x="17343" y="45286"/>
                    <a:pt x="17977" y="44710"/>
                  </a:cubicBezTo>
                  <a:cubicBezTo>
                    <a:pt x="18553" y="44134"/>
                    <a:pt x="19331" y="43846"/>
                    <a:pt x="20108" y="43846"/>
                  </a:cubicBezTo>
                  <a:cubicBezTo>
                    <a:pt x="20886" y="43846"/>
                    <a:pt x="21664" y="44134"/>
                    <a:pt x="22240" y="44710"/>
                  </a:cubicBezTo>
                  <a:lnTo>
                    <a:pt x="31689" y="54102"/>
                  </a:lnTo>
                  <a:lnTo>
                    <a:pt x="31689" y="21261"/>
                  </a:lnTo>
                  <a:cubicBezTo>
                    <a:pt x="31689" y="19590"/>
                    <a:pt x="33014" y="18207"/>
                    <a:pt x="34685" y="18207"/>
                  </a:cubicBezTo>
                  <a:cubicBezTo>
                    <a:pt x="36356" y="18207"/>
                    <a:pt x="37739" y="19590"/>
                    <a:pt x="37739" y="21261"/>
                  </a:cubicBezTo>
                  <a:lnTo>
                    <a:pt x="37739" y="35895"/>
                  </a:lnTo>
                  <a:lnTo>
                    <a:pt x="37739" y="38949"/>
                  </a:lnTo>
                  <a:lnTo>
                    <a:pt x="40159" y="38949"/>
                  </a:lnTo>
                  <a:lnTo>
                    <a:pt x="40159" y="35895"/>
                  </a:lnTo>
                  <a:cubicBezTo>
                    <a:pt x="40159" y="34224"/>
                    <a:pt x="41542" y="32841"/>
                    <a:pt x="43212" y="32841"/>
                  </a:cubicBezTo>
                  <a:cubicBezTo>
                    <a:pt x="44941" y="32841"/>
                    <a:pt x="46266" y="34224"/>
                    <a:pt x="46266" y="35895"/>
                  </a:cubicBezTo>
                  <a:lnTo>
                    <a:pt x="46266" y="37105"/>
                  </a:lnTo>
                  <a:lnTo>
                    <a:pt x="46266" y="38949"/>
                  </a:lnTo>
                  <a:lnTo>
                    <a:pt x="48744" y="38949"/>
                  </a:lnTo>
                  <a:lnTo>
                    <a:pt x="48744" y="37105"/>
                  </a:lnTo>
                  <a:cubicBezTo>
                    <a:pt x="48744" y="35434"/>
                    <a:pt x="50069" y="34051"/>
                    <a:pt x="51740" y="34051"/>
                  </a:cubicBezTo>
                  <a:cubicBezTo>
                    <a:pt x="53468" y="34051"/>
                    <a:pt x="54793" y="35434"/>
                    <a:pt x="54793" y="37105"/>
                  </a:cubicBezTo>
                  <a:lnTo>
                    <a:pt x="54793" y="39525"/>
                  </a:lnTo>
                  <a:lnTo>
                    <a:pt x="54793" y="40159"/>
                  </a:lnTo>
                  <a:lnTo>
                    <a:pt x="57271" y="40159"/>
                  </a:lnTo>
                  <a:lnTo>
                    <a:pt x="57271" y="39525"/>
                  </a:lnTo>
                  <a:cubicBezTo>
                    <a:pt x="57271" y="37854"/>
                    <a:pt x="58596" y="36529"/>
                    <a:pt x="60267" y="36529"/>
                  </a:cubicBezTo>
                  <a:cubicBezTo>
                    <a:pt x="61995" y="36529"/>
                    <a:pt x="63320" y="37854"/>
                    <a:pt x="63320" y="39525"/>
                  </a:cubicBezTo>
                  <a:lnTo>
                    <a:pt x="63320" y="41369"/>
                  </a:lnTo>
                  <a:lnTo>
                    <a:pt x="63320" y="65740"/>
                  </a:lnTo>
                  <a:cubicBezTo>
                    <a:pt x="63320" y="67757"/>
                    <a:pt x="61707" y="69370"/>
                    <a:pt x="59691" y="69370"/>
                  </a:cubicBezTo>
                  <a:lnTo>
                    <a:pt x="58481" y="69370"/>
                  </a:lnTo>
                  <a:lnTo>
                    <a:pt x="58481" y="75477"/>
                  </a:lnTo>
                  <a:lnTo>
                    <a:pt x="60901" y="75477"/>
                  </a:lnTo>
                  <a:lnTo>
                    <a:pt x="60901" y="71675"/>
                  </a:lnTo>
                  <a:cubicBezTo>
                    <a:pt x="63666" y="71099"/>
                    <a:pt x="65740" y="68679"/>
                    <a:pt x="65740" y="65740"/>
                  </a:cubicBezTo>
                  <a:lnTo>
                    <a:pt x="65740" y="42579"/>
                  </a:lnTo>
                  <a:lnTo>
                    <a:pt x="71848" y="42579"/>
                  </a:lnTo>
                  <a:cubicBezTo>
                    <a:pt x="73864" y="42579"/>
                    <a:pt x="75478" y="40965"/>
                    <a:pt x="75478" y="38949"/>
                  </a:cubicBezTo>
                  <a:lnTo>
                    <a:pt x="75478" y="3630"/>
                  </a:lnTo>
                  <a:cubicBezTo>
                    <a:pt x="75535" y="1613"/>
                    <a:pt x="73864" y="0"/>
                    <a:pt x="71848" y="0"/>
                  </a:cubicBezTo>
                  <a:close/>
                </a:path>
              </a:pathLst>
            </a:custGeom>
            <a:solidFill>
              <a:srgbClr val="166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4"/>
            <p:cNvSpPr/>
            <p:nvPr/>
          </p:nvSpPr>
          <p:spPr>
            <a:xfrm>
              <a:off x="2166572" y="5307348"/>
              <a:ext cx="20930" cy="20930"/>
            </a:xfrm>
            <a:custGeom>
              <a:avLst/>
              <a:gdLst/>
              <a:ahLst/>
              <a:cxnLst/>
              <a:rect l="l" t="t" r="r" b="b"/>
              <a:pathLst>
                <a:path w="2421" h="2421" extrusionOk="0">
                  <a:moveTo>
                    <a:pt x="1" y="0"/>
                  </a:moveTo>
                  <a:lnTo>
                    <a:pt x="1" y="2420"/>
                  </a:lnTo>
                  <a:lnTo>
                    <a:pt x="2421" y="2420"/>
                  </a:lnTo>
                  <a:lnTo>
                    <a:pt x="2421" y="0"/>
                  </a:lnTo>
                  <a:close/>
                </a:path>
              </a:pathLst>
            </a:custGeom>
            <a:solidFill>
              <a:srgbClr val="166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4"/>
            <p:cNvSpPr/>
            <p:nvPr/>
          </p:nvSpPr>
          <p:spPr>
            <a:xfrm>
              <a:off x="2166572" y="5233624"/>
              <a:ext cx="20930" cy="63273"/>
            </a:xfrm>
            <a:custGeom>
              <a:avLst/>
              <a:gdLst/>
              <a:ahLst/>
              <a:cxnLst/>
              <a:rect l="l" t="t" r="r" b="b"/>
              <a:pathLst>
                <a:path w="2421" h="7319" extrusionOk="0">
                  <a:moveTo>
                    <a:pt x="1" y="1"/>
                  </a:moveTo>
                  <a:lnTo>
                    <a:pt x="1" y="7318"/>
                  </a:lnTo>
                  <a:lnTo>
                    <a:pt x="2421" y="7318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rgbClr val="166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4"/>
            <p:cNvSpPr/>
            <p:nvPr/>
          </p:nvSpPr>
          <p:spPr>
            <a:xfrm>
              <a:off x="1597757" y="5244084"/>
              <a:ext cx="73725" cy="73733"/>
            </a:xfrm>
            <a:custGeom>
              <a:avLst/>
              <a:gdLst/>
              <a:ahLst/>
              <a:cxnLst/>
              <a:rect l="l" t="t" r="r" b="b"/>
              <a:pathLst>
                <a:path w="8528" h="8529" extrusionOk="0">
                  <a:moveTo>
                    <a:pt x="4264" y="2478"/>
                  </a:moveTo>
                  <a:cubicBezTo>
                    <a:pt x="5301" y="2478"/>
                    <a:pt x="6108" y="3285"/>
                    <a:pt x="6108" y="4265"/>
                  </a:cubicBezTo>
                  <a:cubicBezTo>
                    <a:pt x="6108" y="5302"/>
                    <a:pt x="5301" y="6108"/>
                    <a:pt x="4264" y="6108"/>
                  </a:cubicBezTo>
                  <a:cubicBezTo>
                    <a:pt x="3284" y="6108"/>
                    <a:pt x="2478" y="5302"/>
                    <a:pt x="2478" y="4265"/>
                  </a:cubicBezTo>
                  <a:cubicBezTo>
                    <a:pt x="2478" y="3285"/>
                    <a:pt x="3284" y="2478"/>
                    <a:pt x="4264" y="2478"/>
                  </a:cubicBezTo>
                  <a:close/>
                  <a:moveTo>
                    <a:pt x="4264" y="1"/>
                  </a:moveTo>
                  <a:cubicBezTo>
                    <a:pt x="1902" y="1"/>
                    <a:pt x="0" y="1960"/>
                    <a:pt x="0" y="4265"/>
                  </a:cubicBezTo>
                  <a:cubicBezTo>
                    <a:pt x="0" y="6627"/>
                    <a:pt x="1959" y="8528"/>
                    <a:pt x="4264" y="8528"/>
                  </a:cubicBezTo>
                  <a:cubicBezTo>
                    <a:pt x="6626" y="8528"/>
                    <a:pt x="8527" y="6627"/>
                    <a:pt x="8527" y="4265"/>
                  </a:cubicBezTo>
                  <a:cubicBezTo>
                    <a:pt x="8527" y="1960"/>
                    <a:pt x="6626" y="1"/>
                    <a:pt x="4264" y="1"/>
                  </a:cubicBezTo>
                  <a:close/>
                </a:path>
              </a:pathLst>
            </a:custGeom>
            <a:solidFill>
              <a:srgbClr val="166A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5" name="Google Shape;515;p24"/>
          <p:cNvGrpSpPr/>
          <p:nvPr/>
        </p:nvGrpSpPr>
        <p:grpSpPr>
          <a:xfrm>
            <a:off x="5080188" y="1859143"/>
            <a:ext cx="787992" cy="673930"/>
            <a:chOff x="2413128" y="5015960"/>
            <a:chExt cx="787992" cy="673930"/>
          </a:xfrm>
        </p:grpSpPr>
        <p:sp>
          <p:nvSpPr>
            <p:cNvPr id="516" name="Google Shape;516;p24"/>
            <p:cNvSpPr/>
            <p:nvPr/>
          </p:nvSpPr>
          <p:spPr>
            <a:xfrm>
              <a:off x="2781223" y="5194280"/>
              <a:ext cx="203728" cy="203227"/>
            </a:xfrm>
            <a:custGeom>
              <a:avLst/>
              <a:gdLst/>
              <a:ahLst/>
              <a:cxnLst/>
              <a:rect l="l" t="t" r="r" b="b"/>
              <a:pathLst>
                <a:path w="23566" h="23508" extrusionOk="0">
                  <a:moveTo>
                    <a:pt x="11812" y="0"/>
                  </a:moveTo>
                  <a:cubicBezTo>
                    <a:pt x="5301" y="0"/>
                    <a:pt x="0" y="5243"/>
                    <a:pt x="0" y="11754"/>
                  </a:cubicBezTo>
                  <a:cubicBezTo>
                    <a:pt x="0" y="18207"/>
                    <a:pt x="5301" y="23508"/>
                    <a:pt x="11812" y="23508"/>
                  </a:cubicBezTo>
                  <a:cubicBezTo>
                    <a:pt x="18265" y="23508"/>
                    <a:pt x="23565" y="18207"/>
                    <a:pt x="23565" y="11754"/>
                  </a:cubicBezTo>
                  <a:cubicBezTo>
                    <a:pt x="23565" y="5243"/>
                    <a:pt x="18265" y="0"/>
                    <a:pt x="11812" y="0"/>
                  </a:cubicBezTo>
                  <a:close/>
                </a:path>
              </a:pathLst>
            </a:custGeom>
            <a:solidFill>
              <a:srgbClr val="E9AD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4"/>
            <p:cNvSpPr/>
            <p:nvPr/>
          </p:nvSpPr>
          <p:spPr>
            <a:xfrm>
              <a:off x="2755816" y="5524511"/>
              <a:ext cx="102123" cy="101622"/>
            </a:xfrm>
            <a:custGeom>
              <a:avLst/>
              <a:gdLst/>
              <a:ahLst/>
              <a:cxnLst/>
              <a:rect l="l" t="t" r="r" b="b"/>
              <a:pathLst>
                <a:path w="11813" h="11755" extrusionOk="0">
                  <a:moveTo>
                    <a:pt x="5878" y="2939"/>
                  </a:moveTo>
                  <a:cubicBezTo>
                    <a:pt x="7549" y="2939"/>
                    <a:pt x="8816" y="4264"/>
                    <a:pt x="8816" y="5878"/>
                  </a:cubicBezTo>
                  <a:cubicBezTo>
                    <a:pt x="8816" y="7491"/>
                    <a:pt x="7549" y="8816"/>
                    <a:pt x="5878" y="8816"/>
                  </a:cubicBezTo>
                  <a:cubicBezTo>
                    <a:pt x="4264" y="8816"/>
                    <a:pt x="2939" y="7491"/>
                    <a:pt x="2939" y="5878"/>
                  </a:cubicBezTo>
                  <a:cubicBezTo>
                    <a:pt x="2939" y="4264"/>
                    <a:pt x="4264" y="2939"/>
                    <a:pt x="5878" y="2939"/>
                  </a:cubicBezTo>
                  <a:close/>
                  <a:moveTo>
                    <a:pt x="5878" y="1"/>
                  </a:moveTo>
                  <a:cubicBezTo>
                    <a:pt x="2651" y="1"/>
                    <a:pt x="1" y="2651"/>
                    <a:pt x="1" y="5878"/>
                  </a:cubicBezTo>
                  <a:cubicBezTo>
                    <a:pt x="1" y="9104"/>
                    <a:pt x="2651" y="11755"/>
                    <a:pt x="5878" y="11755"/>
                  </a:cubicBezTo>
                  <a:cubicBezTo>
                    <a:pt x="9162" y="11755"/>
                    <a:pt x="11812" y="9162"/>
                    <a:pt x="11812" y="5878"/>
                  </a:cubicBezTo>
                  <a:cubicBezTo>
                    <a:pt x="11812" y="2651"/>
                    <a:pt x="9162" y="1"/>
                    <a:pt x="5878" y="1"/>
                  </a:cubicBezTo>
                  <a:close/>
                </a:path>
              </a:pathLst>
            </a:custGeom>
            <a:solidFill>
              <a:srgbClr val="6731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4"/>
            <p:cNvSpPr/>
            <p:nvPr/>
          </p:nvSpPr>
          <p:spPr>
            <a:xfrm>
              <a:off x="2413128" y="5015960"/>
              <a:ext cx="787992" cy="673930"/>
            </a:xfrm>
            <a:custGeom>
              <a:avLst/>
              <a:gdLst/>
              <a:ahLst/>
              <a:cxnLst/>
              <a:rect l="l" t="t" r="r" b="b"/>
              <a:pathLst>
                <a:path w="91150" h="77956" extrusionOk="0">
                  <a:moveTo>
                    <a:pt x="49320" y="15442"/>
                  </a:moveTo>
                  <a:lnTo>
                    <a:pt x="53872" y="25698"/>
                  </a:lnTo>
                  <a:lnTo>
                    <a:pt x="49263" y="27541"/>
                  </a:lnTo>
                  <a:lnTo>
                    <a:pt x="44653" y="17113"/>
                  </a:lnTo>
                  <a:lnTo>
                    <a:pt x="49320" y="15442"/>
                  </a:lnTo>
                  <a:close/>
                  <a:moveTo>
                    <a:pt x="18092" y="2997"/>
                  </a:moveTo>
                  <a:lnTo>
                    <a:pt x="39007" y="53238"/>
                  </a:lnTo>
                  <a:cubicBezTo>
                    <a:pt x="38143" y="53699"/>
                    <a:pt x="37336" y="54275"/>
                    <a:pt x="36645" y="54967"/>
                  </a:cubicBezTo>
                  <a:lnTo>
                    <a:pt x="15615" y="5935"/>
                  </a:lnTo>
                  <a:lnTo>
                    <a:pt x="4380" y="5935"/>
                  </a:lnTo>
                  <a:cubicBezTo>
                    <a:pt x="3573" y="5935"/>
                    <a:pt x="2882" y="5244"/>
                    <a:pt x="2882" y="4437"/>
                  </a:cubicBezTo>
                  <a:cubicBezTo>
                    <a:pt x="2882" y="3631"/>
                    <a:pt x="3573" y="2997"/>
                    <a:pt x="4380" y="2997"/>
                  </a:cubicBezTo>
                  <a:close/>
                  <a:moveTo>
                    <a:pt x="66778" y="9219"/>
                  </a:moveTo>
                  <a:lnTo>
                    <a:pt x="81585" y="45575"/>
                  </a:lnTo>
                  <a:lnTo>
                    <a:pt x="55024" y="55543"/>
                  </a:lnTo>
                  <a:cubicBezTo>
                    <a:pt x="52662" y="53065"/>
                    <a:pt x="49263" y="51510"/>
                    <a:pt x="45518" y="51510"/>
                  </a:cubicBezTo>
                  <a:cubicBezTo>
                    <a:pt x="44192" y="51510"/>
                    <a:pt x="42925" y="51682"/>
                    <a:pt x="41715" y="52028"/>
                  </a:cubicBezTo>
                  <a:lnTo>
                    <a:pt x="29443" y="22586"/>
                  </a:lnTo>
                  <a:lnTo>
                    <a:pt x="41830" y="18150"/>
                  </a:lnTo>
                  <a:lnTo>
                    <a:pt x="47707" y="31344"/>
                  </a:lnTo>
                  <a:lnTo>
                    <a:pt x="57790" y="27311"/>
                  </a:lnTo>
                  <a:lnTo>
                    <a:pt x="52086" y="14462"/>
                  </a:lnTo>
                  <a:lnTo>
                    <a:pt x="66778" y="9219"/>
                  </a:lnTo>
                  <a:close/>
                  <a:moveTo>
                    <a:pt x="86246" y="47111"/>
                  </a:moveTo>
                  <a:cubicBezTo>
                    <a:pt x="86617" y="47111"/>
                    <a:pt x="86993" y="47228"/>
                    <a:pt x="87347" y="47476"/>
                  </a:cubicBezTo>
                  <a:cubicBezTo>
                    <a:pt x="87866" y="47822"/>
                    <a:pt x="88211" y="48398"/>
                    <a:pt x="88211" y="49090"/>
                  </a:cubicBezTo>
                  <a:cubicBezTo>
                    <a:pt x="88154" y="49896"/>
                    <a:pt x="87635" y="50645"/>
                    <a:pt x="86886" y="50933"/>
                  </a:cubicBezTo>
                  <a:lnTo>
                    <a:pt x="58308" y="61304"/>
                  </a:lnTo>
                  <a:cubicBezTo>
                    <a:pt x="58020" y="60094"/>
                    <a:pt x="57502" y="59000"/>
                    <a:pt x="56926" y="57963"/>
                  </a:cubicBezTo>
                  <a:lnTo>
                    <a:pt x="85561" y="47246"/>
                  </a:lnTo>
                  <a:cubicBezTo>
                    <a:pt x="85783" y="47157"/>
                    <a:pt x="86013" y="47111"/>
                    <a:pt x="86246" y="47111"/>
                  </a:cubicBezTo>
                  <a:close/>
                  <a:moveTo>
                    <a:pt x="45518" y="54448"/>
                  </a:moveTo>
                  <a:cubicBezTo>
                    <a:pt x="51222" y="54448"/>
                    <a:pt x="55831" y="59057"/>
                    <a:pt x="55831" y="64704"/>
                  </a:cubicBezTo>
                  <a:cubicBezTo>
                    <a:pt x="55831" y="70408"/>
                    <a:pt x="51222" y="75017"/>
                    <a:pt x="45518" y="75017"/>
                  </a:cubicBezTo>
                  <a:cubicBezTo>
                    <a:pt x="39871" y="75017"/>
                    <a:pt x="35262" y="70408"/>
                    <a:pt x="35262" y="64704"/>
                  </a:cubicBezTo>
                  <a:cubicBezTo>
                    <a:pt x="35262" y="59057"/>
                    <a:pt x="39871" y="54448"/>
                    <a:pt x="45518" y="54448"/>
                  </a:cubicBezTo>
                  <a:close/>
                  <a:moveTo>
                    <a:pt x="4380" y="1"/>
                  </a:moveTo>
                  <a:cubicBezTo>
                    <a:pt x="1960" y="1"/>
                    <a:pt x="1" y="2017"/>
                    <a:pt x="1" y="4437"/>
                  </a:cubicBezTo>
                  <a:cubicBezTo>
                    <a:pt x="1" y="6857"/>
                    <a:pt x="1960" y="8816"/>
                    <a:pt x="4380" y="8816"/>
                  </a:cubicBezTo>
                  <a:lnTo>
                    <a:pt x="13714" y="8816"/>
                  </a:lnTo>
                  <a:lnTo>
                    <a:pt x="34513" y="57444"/>
                  </a:lnTo>
                  <a:cubicBezTo>
                    <a:pt x="33130" y="59518"/>
                    <a:pt x="32324" y="62053"/>
                    <a:pt x="32324" y="64704"/>
                  </a:cubicBezTo>
                  <a:cubicBezTo>
                    <a:pt x="32324" y="72021"/>
                    <a:pt x="38258" y="77955"/>
                    <a:pt x="45575" y="77955"/>
                  </a:cubicBezTo>
                  <a:cubicBezTo>
                    <a:pt x="52835" y="77955"/>
                    <a:pt x="58769" y="72021"/>
                    <a:pt x="58769" y="64704"/>
                  </a:cubicBezTo>
                  <a:cubicBezTo>
                    <a:pt x="58769" y="64588"/>
                    <a:pt x="58769" y="64416"/>
                    <a:pt x="58769" y="64300"/>
                  </a:cubicBezTo>
                  <a:lnTo>
                    <a:pt x="87923" y="53699"/>
                  </a:lnTo>
                  <a:cubicBezTo>
                    <a:pt x="89824" y="52950"/>
                    <a:pt x="91150" y="51106"/>
                    <a:pt x="91150" y="49090"/>
                  </a:cubicBezTo>
                  <a:cubicBezTo>
                    <a:pt x="91092" y="47476"/>
                    <a:pt x="90343" y="45978"/>
                    <a:pt x="89018" y="45057"/>
                  </a:cubicBezTo>
                  <a:cubicBezTo>
                    <a:pt x="88179" y="44473"/>
                    <a:pt x="87201" y="44166"/>
                    <a:pt x="86216" y="44166"/>
                  </a:cubicBezTo>
                  <a:cubicBezTo>
                    <a:pt x="85646" y="44166"/>
                    <a:pt x="85073" y="44269"/>
                    <a:pt x="84524" y="44480"/>
                  </a:cubicBezTo>
                  <a:lnTo>
                    <a:pt x="84351" y="44538"/>
                  </a:lnTo>
                  <a:lnTo>
                    <a:pt x="68449" y="5532"/>
                  </a:lnTo>
                  <a:lnTo>
                    <a:pt x="28348" y="19821"/>
                  </a:lnTo>
                  <a:lnTo>
                    <a:pt x="20051" y="1"/>
                  </a:lnTo>
                  <a:close/>
                </a:path>
              </a:pathLst>
            </a:custGeom>
            <a:solidFill>
              <a:srgbClr val="6731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9" name="Google Shape;519;p24"/>
          <p:cNvGrpSpPr/>
          <p:nvPr/>
        </p:nvGrpSpPr>
        <p:grpSpPr>
          <a:xfrm>
            <a:off x="6904088" y="1820293"/>
            <a:ext cx="751129" cy="751631"/>
            <a:chOff x="2415125" y="5869688"/>
            <a:chExt cx="751129" cy="751631"/>
          </a:xfrm>
        </p:grpSpPr>
        <p:sp>
          <p:nvSpPr>
            <p:cNvPr id="520" name="Google Shape;520;p24"/>
            <p:cNvSpPr/>
            <p:nvPr/>
          </p:nvSpPr>
          <p:spPr>
            <a:xfrm>
              <a:off x="2948080" y="5869688"/>
              <a:ext cx="218174" cy="218174"/>
            </a:xfrm>
            <a:custGeom>
              <a:avLst/>
              <a:gdLst/>
              <a:ahLst/>
              <a:cxnLst/>
              <a:rect l="l" t="t" r="r" b="b"/>
              <a:pathLst>
                <a:path w="25237" h="25237" extrusionOk="0">
                  <a:moveTo>
                    <a:pt x="12619" y="1"/>
                  </a:moveTo>
                  <a:cubicBezTo>
                    <a:pt x="5647" y="1"/>
                    <a:pt x="1" y="5647"/>
                    <a:pt x="1" y="12619"/>
                  </a:cubicBezTo>
                  <a:cubicBezTo>
                    <a:pt x="1" y="19590"/>
                    <a:pt x="5647" y="25237"/>
                    <a:pt x="12619" y="25237"/>
                  </a:cubicBezTo>
                  <a:cubicBezTo>
                    <a:pt x="19590" y="25237"/>
                    <a:pt x="25237" y="19590"/>
                    <a:pt x="25237" y="12619"/>
                  </a:cubicBezTo>
                  <a:cubicBezTo>
                    <a:pt x="25237" y="5647"/>
                    <a:pt x="19590" y="1"/>
                    <a:pt x="12619" y="1"/>
                  </a:cubicBezTo>
                  <a:close/>
                </a:path>
              </a:pathLst>
            </a:custGeom>
            <a:solidFill>
              <a:srgbClr val="DACC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4"/>
            <p:cNvSpPr/>
            <p:nvPr/>
          </p:nvSpPr>
          <p:spPr>
            <a:xfrm>
              <a:off x="2415125" y="6100311"/>
              <a:ext cx="751129" cy="521008"/>
            </a:xfrm>
            <a:custGeom>
              <a:avLst/>
              <a:gdLst/>
              <a:ahLst/>
              <a:cxnLst/>
              <a:rect l="l" t="t" r="r" b="b"/>
              <a:pathLst>
                <a:path w="86886" h="60267" extrusionOk="0">
                  <a:moveTo>
                    <a:pt x="58826" y="2766"/>
                  </a:moveTo>
                  <a:lnTo>
                    <a:pt x="58826" y="12618"/>
                  </a:lnTo>
                  <a:lnTo>
                    <a:pt x="8412" y="12618"/>
                  </a:lnTo>
                  <a:lnTo>
                    <a:pt x="8412" y="2766"/>
                  </a:lnTo>
                  <a:close/>
                  <a:moveTo>
                    <a:pt x="71617" y="15384"/>
                  </a:moveTo>
                  <a:lnTo>
                    <a:pt x="72712" y="26619"/>
                  </a:lnTo>
                  <a:lnTo>
                    <a:pt x="61650" y="26619"/>
                  </a:lnTo>
                  <a:lnTo>
                    <a:pt x="61650" y="15384"/>
                  </a:lnTo>
                  <a:close/>
                  <a:moveTo>
                    <a:pt x="58826" y="15384"/>
                  </a:moveTo>
                  <a:lnTo>
                    <a:pt x="58826" y="26619"/>
                  </a:lnTo>
                  <a:lnTo>
                    <a:pt x="58826" y="29442"/>
                  </a:lnTo>
                  <a:lnTo>
                    <a:pt x="58826" y="35031"/>
                  </a:lnTo>
                  <a:lnTo>
                    <a:pt x="8412" y="35031"/>
                  </a:lnTo>
                  <a:lnTo>
                    <a:pt x="8412" y="15384"/>
                  </a:lnTo>
                  <a:close/>
                  <a:moveTo>
                    <a:pt x="5589" y="44826"/>
                  </a:moveTo>
                  <a:lnTo>
                    <a:pt x="5589" y="47649"/>
                  </a:lnTo>
                  <a:lnTo>
                    <a:pt x="4206" y="47649"/>
                  </a:lnTo>
                  <a:cubicBezTo>
                    <a:pt x="3400" y="47649"/>
                    <a:pt x="2766" y="47015"/>
                    <a:pt x="2766" y="46266"/>
                  </a:cubicBezTo>
                  <a:cubicBezTo>
                    <a:pt x="2766" y="45459"/>
                    <a:pt x="3400" y="44826"/>
                    <a:pt x="4206" y="44826"/>
                  </a:cubicBezTo>
                  <a:close/>
                  <a:moveTo>
                    <a:pt x="58826" y="37854"/>
                  </a:moveTo>
                  <a:lnTo>
                    <a:pt x="58826" y="47649"/>
                  </a:lnTo>
                  <a:lnTo>
                    <a:pt x="31804" y="47649"/>
                  </a:lnTo>
                  <a:cubicBezTo>
                    <a:pt x="30595" y="43616"/>
                    <a:pt x="26849" y="40620"/>
                    <a:pt x="22413" y="40620"/>
                  </a:cubicBezTo>
                  <a:cubicBezTo>
                    <a:pt x="17977" y="40620"/>
                    <a:pt x="14232" y="43616"/>
                    <a:pt x="13022" y="47649"/>
                  </a:cubicBezTo>
                  <a:lnTo>
                    <a:pt x="8412" y="47649"/>
                  </a:lnTo>
                  <a:lnTo>
                    <a:pt x="8412" y="42060"/>
                  </a:lnTo>
                  <a:lnTo>
                    <a:pt x="8412" y="37854"/>
                  </a:lnTo>
                  <a:close/>
                  <a:moveTo>
                    <a:pt x="78474" y="29442"/>
                  </a:moveTo>
                  <a:lnTo>
                    <a:pt x="78474" y="42060"/>
                  </a:lnTo>
                  <a:lnTo>
                    <a:pt x="78474" y="47649"/>
                  </a:lnTo>
                  <a:lnTo>
                    <a:pt x="78070" y="47649"/>
                  </a:lnTo>
                  <a:cubicBezTo>
                    <a:pt x="76860" y="43616"/>
                    <a:pt x="73115" y="40620"/>
                    <a:pt x="68679" y="40620"/>
                  </a:cubicBezTo>
                  <a:cubicBezTo>
                    <a:pt x="65913" y="40620"/>
                    <a:pt x="63436" y="41772"/>
                    <a:pt x="61650" y="43616"/>
                  </a:cubicBezTo>
                  <a:lnTo>
                    <a:pt x="61650" y="37854"/>
                  </a:lnTo>
                  <a:lnTo>
                    <a:pt x="61650" y="29442"/>
                  </a:lnTo>
                  <a:close/>
                  <a:moveTo>
                    <a:pt x="82680" y="44826"/>
                  </a:moveTo>
                  <a:cubicBezTo>
                    <a:pt x="83429" y="44826"/>
                    <a:pt x="84062" y="45459"/>
                    <a:pt x="84062" y="46266"/>
                  </a:cubicBezTo>
                  <a:cubicBezTo>
                    <a:pt x="84062" y="47015"/>
                    <a:pt x="83429" y="47649"/>
                    <a:pt x="82680" y="47649"/>
                  </a:cubicBezTo>
                  <a:lnTo>
                    <a:pt x="81297" y="47649"/>
                  </a:lnTo>
                  <a:lnTo>
                    <a:pt x="81297" y="44826"/>
                  </a:lnTo>
                  <a:close/>
                  <a:moveTo>
                    <a:pt x="22413" y="43443"/>
                  </a:moveTo>
                  <a:cubicBezTo>
                    <a:pt x="26273" y="43443"/>
                    <a:pt x="29442" y="46554"/>
                    <a:pt x="29442" y="50472"/>
                  </a:cubicBezTo>
                  <a:cubicBezTo>
                    <a:pt x="29442" y="54332"/>
                    <a:pt x="26273" y="57443"/>
                    <a:pt x="22413" y="57443"/>
                  </a:cubicBezTo>
                  <a:cubicBezTo>
                    <a:pt x="18553" y="57443"/>
                    <a:pt x="15384" y="54332"/>
                    <a:pt x="15384" y="50472"/>
                  </a:cubicBezTo>
                  <a:cubicBezTo>
                    <a:pt x="15384" y="46554"/>
                    <a:pt x="18553" y="43443"/>
                    <a:pt x="22413" y="43443"/>
                  </a:cubicBezTo>
                  <a:close/>
                  <a:moveTo>
                    <a:pt x="68679" y="43443"/>
                  </a:moveTo>
                  <a:cubicBezTo>
                    <a:pt x="72539" y="43443"/>
                    <a:pt x="75650" y="46554"/>
                    <a:pt x="75650" y="50472"/>
                  </a:cubicBezTo>
                  <a:cubicBezTo>
                    <a:pt x="75650" y="54332"/>
                    <a:pt x="72539" y="57443"/>
                    <a:pt x="68679" y="57443"/>
                  </a:cubicBezTo>
                  <a:cubicBezTo>
                    <a:pt x="64819" y="57443"/>
                    <a:pt x="61650" y="54332"/>
                    <a:pt x="61650" y="50472"/>
                  </a:cubicBezTo>
                  <a:cubicBezTo>
                    <a:pt x="61650" y="46554"/>
                    <a:pt x="64819" y="43443"/>
                    <a:pt x="68679" y="43443"/>
                  </a:cubicBezTo>
                  <a:close/>
                  <a:moveTo>
                    <a:pt x="5589" y="0"/>
                  </a:moveTo>
                  <a:lnTo>
                    <a:pt x="5589" y="12618"/>
                  </a:lnTo>
                  <a:lnTo>
                    <a:pt x="5589" y="37854"/>
                  </a:lnTo>
                  <a:lnTo>
                    <a:pt x="5589" y="42002"/>
                  </a:lnTo>
                  <a:lnTo>
                    <a:pt x="4206" y="42002"/>
                  </a:lnTo>
                  <a:cubicBezTo>
                    <a:pt x="1844" y="42002"/>
                    <a:pt x="0" y="43904"/>
                    <a:pt x="0" y="46208"/>
                  </a:cubicBezTo>
                  <a:cubicBezTo>
                    <a:pt x="0" y="48571"/>
                    <a:pt x="1844" y="50414"/>
                    <a:pt x="4206" y="50414"/>
                  </a:cubicBezTo>
                  <a:lnTo>
                    <a:pt x="12618" y="50414"/>
                  </a:lnTo>
                  <a:cubicBezTo>
                    <a:pt x="12618" y="55830"/>
                    <a:pt x="16997" y="60267"/>
                    <a:pt x="22413" y="60267"/>
                  </a:cubicBezTo>
                  <a:cubicBezTo>
                    <a:pt x="27829" y="60267"/>
                    <a:pt x="32208" y="55830"/>
                    <a:pt x="32208" y="50414"/>
                  </a:cubicBezTo>
                  <a:lnTo>
                    <a:pt x="58826" y="50414"/>
                  </a:lnTo>
                  <a:cubicBezTo>
                    <a:pt x="58826" y="55830"/>
                    <a:pt x="63263" y="60267"/>
                    <a:pt x="68679" y="60267"/>
                  </a:cubicBezTo>
                  <a:cubicBezTo>
                    <a:pt x="74037" y="60267"/>
                    <a:pt x="78474" y="55830"/>
                    <a:pt x="78474" y="50414"/>
                  </a:cubicBezTo>
                  <a:lnTo>
                    <a:pt x="82680" y="50414"/>
                  </a:lnTo>
                  <a:cubicBezTo>
                    <a:pt x="84984" y="50414"/>
                    <a:pt x="86886" y="48571"/>
                    <a:pt x="86886" y="46208"/>
                  </a:cubicBezTo>
                  <a:cubicBezTo>
                    <a:pt x="86886" y="43904"/>
                    <a:pt x="84984" y="42002"/>
                    <a:pt x="82680" y="42002"/>
                  </a:cubicBezTo>
                  <a:lnTo>
                    <a:pt x="81297" y="42002"/>
                  </a:lnTo>
                  <a:lnTo>
                    <a:pt x="81297" y="26619"/>
                  </a:lnTo>
                  <a:lnTo>
                    <a:pt x="75535" y="26619"/>
                  </a:lnTo>
                  <a:lnTo>
                    <a:pt x="74152" y="12618"/>
                  </a:lnTo>
                  <a:lnTo>
                    <a:pt x="61650" y="12618"/>
                  </a:lnTo>
                  <a:lnTo>
                    <a:pt x="61650" y="0"/>
                  </a:lnTo>
                  <a:close/>
                </a:path>
              </a:pathLst>
            </a:custGeom>
            <a:solidFill>
              <a:srgbClr val="3B29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4"/>
            <p:cNvSpPr/>
            <p:nvPr/>
          </p:nvSpPr>
          <p:spPr>
            <a:xfrm>
              <a:off x="2572524" y="6500272"/>
              <a:ext cx="72722" cy="72238"/>
            </a:xfrm>
            <a:custGeom>
              <a:avLst/>
              <a:gdLst/>
              <a:ahLst/>
              <a:cxnLst/>
              <a:rect l="l" t="t" r="r" b="b"/>
              <a:pathLst>
                <a:path w="8412" h="8356" extrusionOk="0">
                  <a:moveTo>
                    <a:pt x="4206" y="2766"/>
                  </a:moveTo>
                  <a:cubicBezTo>
                    <a:pt x="4955" y="2766"/>
                    <a:pt x="5589" y="3400"/>
                    <a:pt x="5589" y="4149"/>
                  </a:cubicBezTo>
                  <a:cubicBezTo>
                    <a:pt x="5589" y="4956"/>
                    <a:pt x="4955" y="5590"/>
                    <a:pt x="4206" y="5590"/>
                  </a:cubicBezTo>
                  <a:cubicBezTo>
                    <a:pt x="3457" y="5590"/>
                    <a:pt x="2823" y="4956"/>
                    <a:pt x="2823" y="4149"/>
                  </a:cubicBezTo>
                  <a:cubicBezTo>
                    <a:pt x="2823" y="3400"/>
                    <a:pt x="3399" y="2766"/>
                    <a:pt x="4206" y="2766"/>
                  </a:cubicBezTo>
                  <a:close/>
                  <a:moveTo>
                    <a:pt x="4206" y="1"/>
                  </a:moveTo>
                  <a:cubicBezTo>
                    <a:pt x="1901" y="1"/>
                    <a:pt x="0" y="1845"/>
                    <a:pt x="0" y="4207"/>
                  </a:cubicBezTo>
                  <a:cubicBezTo>
                    <a:pt x="0" y="6512"/>
                    <a:pt x="1901" y="8355"/>
                    <a:pt x="4206" y="8355"/>
                  </a:cubicBezTo>
                  <a:cubicBezTo>
                    <a:pt x="6511" y="8355"/>
                    <a:pt x="8412" y="6512"/>
                    <a:pt x="8412" y="4207"/>
                  </a:cubicBezTo>
                  <a:cubicBezTo>
                    <a:pt x="8412" y="1845"/>
                    <a:pt x="6511" y="1"/>
                    <a:pt x="4206" y="1"/>
                  </a:cubicBezTo>
                  <a:close/>
                </a:path>
              </a:pathLst>
            </a:custGeom>
            <a:solidFill>
              <a:srgbClr val="3B29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4"/>
            <p:cNvSpPr/>
            <p:nvPr/>
          </p:nvSpPr>
          <p:spPr>
            <a:xfrm>
              <a:off x="2972485" y="6500272"/>
              <a:ext cx="72730" cy="72238"/>
            </a:xfrm>
            <a:custGeom>
              <a:avLst/>
              <a:gdLst/>
              <a:ahLst/>
              <a:cxnLst/>
              <a:rect l="l" t="t" r="r" b="b"/>
              <a:pathLst>
                <a:path w="8413" h="8356" extrusionOk="0">
                  <a:moveTo>
                    <a:pt x="4207" y="2766"/>
                  </a:moveTo>
                  <a:cubicBezTo>
                    <a:pt x="4956" y="2766"/>
                    <a:pt x="5590" y="3400"/>
                    <a:pt x="5590" y="4149"/>
                  </a:cubicBezTo>
                  <a:cubicBezTo>
                    <a:pt x="5590" y="4956"/>
                    <a:pt x="4956" y="5590"/>
                    <a:pt x="4207" y="5590"/>
                  </a:cubicBezTo>
                  <a:cubicBezTo>
                    <a:pt x="3400" y="5590"/>
                    <a:pt x="2766" y="4956"/>
                    <a:pt x="2766" y="4149"/>
                  </a:cubicBezTo>
                  <a:cubicBezTo>
                    <a:pt x="2766" y="3400"/>
                    <a:pt x="3400" y="2766"/>
                    <a:pt x="4207" y="2766"/>
                  </a:cubicBezTo>
                  <a:close/>
                  <a:moveTo>
                    <a:pt x="4207" y="1"/>
                  </a:moveTo>
                  <a:cubicBezTo>
                    <a:pt x="1845" y="1"/>
                    <a:pt x="1" y="1845"/>
                    <a:pt x="1" y="4207"/>
                  </a:cubicBezTo>
                  <a:cubicBezTo>
                    <a:pt x="1" y="6512"/>
                    <a:pt x="1845" y="8355"/>
                    <a:pt x="4207" y="8355"/>
                  </a:cubicBezTo>
                  <a:cubicBezTo>
                    <a:pt x="6511" y="8355"/>
                    <a:pt x="8413" y="6512"/>
                    <a:pt x="8413" y="4207"/>
                  </a:cubicBezTo>
                  <a:cubicBezTo>
                    <a:pt x="8413" y="1845"/>
                    <a:pt x="6511" y="1"/>
                    <a:pt x="4207" y="1"/>
                  </a:cubicBezTo>
                  <a:close/>
                </a:path>
              </a:pathLst>
            </a:custGeom>
            <a:solidFill>
              <a:srgbClr val="3B29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4"/>
            <p:cNvSpPr/>
            <p:nvPr/>
          </p:nvSpPr>
          <p:spPr>
            <a:xfrm>
              <a:off x="2475389" y="5894102"/>
              <a:ext cx="448295" cy="24413"/>
            </a:xfrm>
            <a:custGeom>
              <a:avLst/>
              <a:gdLst/>
              <a:ahLst/>
              <a:cxnLst/>
              <a:rect l="l" t="t" r="r" b="b"/>
              <a:pathLst>
                <a:path w="51856" h="2824" extrusionOk="0">
                  <a:moveTo>
                    <a:pt x="1" y="0"/>
                  </a:moveTo>
                  <a:lnTo>
                    <a:pt x="1" y="2823"/>
                  </a:lnTo>
                  <a:lnTo>
                    <a:pt x="51855" y="2823"/>
                  </a:lnTo>
                  <a:lnTo>
                    <a:pt x="51855" y="0"/>
                  </a:lnTo>
                  <a:close/>
                </a:path>
              </a:pathLst>
            </a:custGeom>
            <a:solidFill>
              <a:srgbClr val="3B29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4"/>
            <p:cNvSpPr/>
            <p:nvPr/>
          </p:nvSpPr>
          <p:spPr>
            <a:xfrm>
              <a:off x="2427081" y="5954867"/>
              <a:ext cx="484647" cy="23912"/>
            </a:xfrm>
            <a:custGeom>
              <a:avLst/>
              <a:gdLst/>
              <a:ahLst/>
              <a:cxnLst/>
              <a:rect l="l" t="t" r="r" b="b"/>
              <a:pathLst>
                <a:path w="56061" h="2766" extrusionOk="0">
                  <a:moveTo>
                    <a:pt x="0" y="0"/>
                  </a:moveTo>
                  <a:lnTo>
                    <a:pt x="0" y="2766"/>
                  </a:lnTo>
                  <a:lnTo>
                    <a:pt x="56061" y="2766"/>
                  </a:lnTo>
                  <a:lnTo>
                    <a:pt x="56061" y="0"/>
                  </a:lnTo>
                  <a:close/>
                </a:path>
              </a:pathLst>
            </a:custGeom>
            <a:solidFill>
              <a:srgbClr val="3B29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4"/>
            <p:cNvSpPr/>
            <p:nvPr/>
          </p:nvSpPr>
          <p:spPr>
            <a:xfrm>
              <a:off x="2475389" y="6015132"/>
              <a:ext cx="448295" cy="24413"/>
            </a:xfrm>
            <a:custGeom>
              <a:avLst/>
              <a:gdLst/>
              <a:ahLst/>
              <a:cxnLst/>
              <a:rect l="l" t="t" r="r" b="b"/>
              <a:pathLst>
                <a:path w="51856" h="2824" extrusionOk="0">
                  <a:moveTo>
                    <a:pt x="1" y="1"/>
                  </a:moveTo>
                  <a:lnTo>
                    <a:pt x="1" y="2824"/>
                  </a:lnTo>
                  <a:lnTo>
                    <a:pt x="51855" y="2824"/>
                  </a:lnTo>
                  <a:lnTo>
                    <a:pt x="51855" y="1"/>
                  </a:lnTo>
                  <a:close/>
                </a:path>
              </a:pathLst>
            </a:custGeom>
            <a:solidFill>
              <a:srgbClr val="3B29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4"/>
            <p:cNvSpPr/>
            <p:nvPr/>
          </p:nvSpPr>
          <p:spPr>
            <a:xfrm>
              <a:off x="3008846" y="5906049"/>
              <a:ext cx="96642" cy="145452"/>
            </a:xfrm>
            <a:custGeom>
              <a:avLst/>
              <a:gdLst/>
              <a:ahLst/>
              <a:cxnLst/>
              <a:rect l="l" t="t" r="r" b="b"/>
              <a:pathLst>
                <a:path w="11179" h="16825" extrusionOk="0">
                  <a:moveTo>
                    <a:pt x="4207" y="1"/>
                  </a:moveTo>
                  <a:lnTo>
                    <a:pt x="4207" y="1441"/>
                  </a:lnTo>
                  <a:cubicBezTo>
                    <a:pt x="1902" y="1441"/>
                    <a:pt x="1" y="3285"/>
                    <a:pt x="1" y="5647"/>
                  </a:cubicBezTo>
                  <a:cubicBezTo>
                    <a:pt x="1" y="7952"/>
                    <a:pt x="1902" y="9853"/>
                    <a:pt x="4207" y="9853"/>
                  </a:cubicBezTo>
                  <a:lnTo>
                    <a:pt x="6972" y="9853"/>
                  </a:lnTo>
                  <a:cubicBezTo>
                    <a:pt x="7779" y="9853"/>
                    <a:pt x="8413" y="10487"/>
                    <a:pt x="8413" y="11236"/>
                  </a:cubicBezTo>
                  <a:cubicBezTo>
                    <a:pt x="8413" y="12043"/>
                    <a:pt x="7779" y="12619"/>
                    <a:pt x="6972" y="12619"/>
                  </a:cubicBezTo>
                  <a:lnTo>
                    <a:pt x="4207" y="12619"/>
                  </a:lnTo>
                  <a:cubicBezTo>
                    <a:pt x="3400" y="12619"/>
                    <a:pt x="2766" y="12043"/>
                    <a:pt x="2766" y="11236"/>
                  </a:cubicBezTo>
                  <a:lnTo>
                    <a:pt x="1" y="11236"/>
                  </a:lnTo>
                  <a:cubicBezTo>
                    <a:pt x="1" y="13541"/>
                    <a:pt x="1902" y="15442"/>
                    <a:pt x="4207" y="15442"/>
                  </a:cubicBezTo>
                  <a:lnTo>
                    <a:pt x="4207" y="16825"/>
                  </a:lnTo>
                  <a:lnTo>
                    <a:pt x="6972" y="16825"/>
                  </a:lnTo>
                  <a:lnTo>
                    <a:pt x="6972" y="15442"/>
                  </a:lnTo>
                  <a:cubicBezTo>
                    <a:pt x="9335" y="15442"/>
                    <a:pt x="11178" y="13541"/>
                    <a:pt x="11178" y="11236"/>
                  </a:cubicBezTo>
                  <a:cubicBezTo>
                    <a:pt x="11178" y="8931"/>
                    <a:pt x="9335" y="7030"/>
                    <a:pt x="6972" y="7030"/>
                  </a:cubicBezTo>
                  <a:lnTo>
                    <a:pt x="4207" y="7030"/>
                  </a:lnTo>
                  <a:cubicBezTo>
                    <a:pt x="3400" y="7030"/>
                    <a:pt x="2766" y="6396"/>
                    <a:pt x="2766" y="5647"/>
                  </a:cubicBezTo>
                  <a:cubicBezTo>
                    <a:pt x="2766" y="4841"/>
                    <a:pt x="3400" y="4207"/>
                    <a:pt x="4207" y="4207"/>
                  </a:cubicBezTo>
                  <a:lnTo>
                    <a:pt x="6972" y="4207"/>
                  </a:lnTo>
                  <a:cubicBezTo>
                    <a:pt x="7779" y="4207"/>
                    <a:pt x="8413" y="4841"/>
                    <a:pt x="8413" y="5647"/>
                  </a:cubicBezTo>
                  <a:lnTo>
                    <a:pt x="11178" y="5647"/>
                  </a:lnTo>
                  <a:cubicBezTo>
                    <a:pt x="11178" y="3285"/>
                    <a:pt x="9335" y="1441"/>
                    <a:pt x="6972" y="1441"/>
                  </a:cubicBezTo>
                  <a:lnTo>
                    <a:pt x="6972" y="1"/>
                  </a:lnTo>
                  <a:close/>
                </a:path>
              </a:pathLst>
            </a:custGeom>
            <a:solidFill>
              <a:srgbClr val="3B29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6"/>
          <p:cNvSpPr txBox="1">
            <a:spLocks noGrp="1"/>
          </p:cNvSpPr>
          <p:nvPr>
            <p:ph type="title"/>
          </p:nvPr>
        </p:nvSpPr>
        <p:spPr>
          <a:xfrm>
            <a:off x="2514575" y="409575"/>
            <a:ext cx="4114800" cy="32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Case study </a:t>
            </a:r>
            <a:endParaRPr dirty="0"/>
          </a:p>
        </p:txBody>
      </p:sp>
      <p:sp>
        <p:nvSpPr>
          <p:cNvPr id="589" name="Google Shape;589;p26"/>
          <p:cNvSpPr txBox="1"/>
          <p:nvPr/>
        </p:nvSpPr>
        <p:spPr>
          <a:xfrm flipH="1">
            <a:off x="1108937" y="3669226"/>
            <a:ext cx="13941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Subsidiaries </a:t>
            </a:r>
            <a:endParaRPr sz="2000" dirty="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590" name="Google Shape;590;p26"/>
          <p:cNvSpPr txBox="1"/>
          <p:nvPr/>
        </p:nvSpPr>
        <p:spPr>
          <a:xfrm flipH="1">
            <a:off x="469938" y="4050851"/>
            <a:ext cx="2033100" cy="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latin typeface="Roboto"/>
                <a:ea typeface="Roboto"/>
                <a:cs typeface="Roboto"/>
                <a:sym typeface="Roboto"/>
              </a:rPr>
              <a:t>Amazon prime, Amazon web services and Amazon market place.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26"/>
          <p:cNvSpPr txBox="1"/>
          <p:nvPr/>
        </p:nvSpPr>
        <p:spPr>
          <a:xfrm flipH="1">
            <a:off x="1108937" y="1077000"/>
            <a:ext cx="13941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Amazon </a:t>
            </a:r>
            <a:endParaRPr sz="2000" dirty="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592" name="Google Shape;592;p26"/>
          <p:cNvSpPr txBox="1"/>
          <p:nvPr/>
        </p:nvSpPr>
        <p:spPr>
          <a:xfrm flipH="1">
            <a:off x="469938" y="1458625"/>
            <a:ext cx="2033100" cy="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latin typeface="Roboto"/>
                <a:ea typeface="Roboto"/>
                <a:cs typeface="Roboto"/>
                <a:sym typeface="Roboto"/>
              </a:rPr>
              <a:t>It was founded in 1994 by Jeff Bezos in Seattle Washington.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26"/>
          <p:cNvSpPr txBox="1"/>
          <p:nvPr/>
        </p:nvSpPr>
        <p:spPr>
          <a:xfrm flipH="1">
            <a:off x="1108937" y="2373106"/>
            <a:ext cx="13941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Introduction </a:t>
            </a:r>
            <a:endParaRPr sz="2000" dirty="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594" name="Google Shape;594;p26"/>
          <p:cNvSpPr txBox="1"/>
          <p:nvPr/>
        </p:nvSpPr>
        <p:spPr>
          <a:xfrm flipH="1">
            <a:off x="469938" y="2754731"/>
            <a:ext cx="2088062" cy="753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latin typeface="Roboto"/>
                <a:ea typeface="Roboto"/>
                <a:cs typeface="Roboto"/>
                <a:sym typeface="Roboto"/>
              </a:rPr>
              <a:t>Started as an online store and diversified into selling wide range of products.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95" name="Google Shape;595;p26"/>
          <p:cNvGrpSpPr/>
          <p:nvPr/>
        </p:nvGrpSpPr>
        <p:grpSpPr>
          <a:xfrm>
            <a:off x="2558000" y="1258887"/>
            <a:ext cx="518700" cy="3117306"/>
            <a:chOff x="2558000" y="1258887"/>
            <a:chExt cx="518700" cy="3117306"/>
          </a:xfrm>
        </p:grpSpPr>
        <p:sp>
          <p:nvSpPr>
            <p:cNvPr id="596" name="Google Shape;596;p26"/>
            <p:cNvSpPr/>
            <p:nvPr/>
          </p:nvSpPr>
          <p:spPr>
            <a:xfrm flipH="1">
              <a:off x="2558000" y="3857493"/>
              <a:ext cx="518700" cy="51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</a:t>
              </a:r>
              <a:endParaRPr sz="2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597" name="Google Shape;597;p26"/>
            <p:cNvSpPr/>
            <p:nvPr/>
          </p:nvSpPr>
          <p:spPr>
            <a:xfrm flipH="1">
              <a:off x="2558000" y="2565355"/>
              <a:ext cx="518700" cy="51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</a:t>
              </a:r>
              <a:endParaRPr sz="2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598" name="Google Shape;598;p26"/>
            <p:cNvSpPr/>
            <p:nvPr/>
          </p:nvSpPr>
          <p:spPr>
            <a:xfrm flipH="1">
              <a:off x="2558000" y="1258887"/>
              <a:ext cx="518700" cy="518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</a:t>
              </a:r>
              <a:endParaRPr sz="26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599" name="Google Shape;599;p26"/>
          <p:cNvGrpSpPr/>
          <p:nvPr/>
        </p:nvGrpSpPr>
        <p:grpSpPr>
          <a:xfrm flipH="1">
            <a:off x="3169357" y="1410700"/>
            <a:ext cx="2408325" cy="2813680"/>
            <a:chOff x="2864825" y="1518944"/>
            <a:chExt cx="2188789" cy="2557193"/>
          </a:xfrm>
        </p:grpSpPr>
        <p:sp>
          <p:nvSpPr>
            <p:cNvPr id="600" name="Google Shape;600;p26"/>
            <p:cNvSpPr/>
            <p:nvPr/>
          </p:nvSpPr>
          <p:spPr>
            <a:xfrm>
              <a:off x="4805188" y="1518944"/>
              <a:ext cx="248427" cy="2557193"/>
            </a:xfrm>
            <a:custGeom>
              <a:avLst/>
              <a:gdLst/>
              <a:ahLst/>
              <a:cxnLst/>
              <a:rect l="l" t="t" r="r" b="b"/>
              <a:pathLst>
                <a:path w="1646" h="9029" extrusionOk="0">
                  <a:moveTo>
                    <a:pt x="0" y="1"/>
                  </a:moveTo>
                  <a:lnTo>
                    <a:pt x="0" y="9028"/>
                  </a:lnTo>
                  <a:lnTo>
                    <a:pt x="1646" y="9028"/>
                  </a:lnTo>
                  <a:lnTo>
                    <a:pt x="1646" y="8966"/>
                  </a:lnTo>
                  <a:lnTo>
                    <a:pt x="56" y="8966"/>
                  </a:lnTo>
                  <a:lnTo>
                    <a:pt x="56" y="56"/>
                  </a:lnTo>
                  <a:lnTo>
                    <a:pt x="1646" y="56"/>
                  </a:lnTo>
                  <a:lnTo>
                    <a:pt x="1646" y="1"/>
                  </a:ln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6"/>
            <p:cNvSpPr/>
            <p:nvPr/>
          </p:nvSpPr>
          <p:spPr>
            <a:xfrm>
              <a:off x="2864825" y="2793250"/>
              <a:ext cx="2188761" cy="8600"/>
            </a:xfrm>
            <a:custGeom>
              <a:avLst/>
              <a:gdLst/>
              <a:ahLst/>
              <a:cxnLst/>
              <a:rect l="l" t="t" r="r" b="b"/>
              <a:pathLst>
                <a:path w="11576" h="57" extrusionOk="0">
                  <a:moveTo>
                    <a:pt x="0" y="1"/>
                  </a:moveTo>
                  <a:lnTo>
                    <a:pt x="0" y="56"/>
                  </a:lnTo>
                  <a:lnTo>
                    <a:pt x="11576" y="56"/>
                  </a:lnTo>
                  <a:lnTo>
                    <a:pt x="11576" y="1"/>
                  </a:ln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2" name="Google Shape;602;p26"/>
          <p:cNvSpPr/>
          <p:nvPr/>
        </p:nvSpPr>
        <p:spPr>
          <a:xfrm flipH="1">
            <a:off x="5670353" y="2097984"/>
            <a:ext cx="1120554" cy="1235443"/>
          </a:xfrm>
          <a:custGeom>
            <a:avLst/>
            <a:gdLst/>
            <a:ahLst/>
            <a:cxnLst/>
            <a:rect l="l" t="t" r="r" b="b"/>
            <a:pathLst>
              <a:path w="50103" h="55240" extrusionOk="0">
                <a:moveTo>
                  <a:pt x="3703" y="0"/>
                </a:moveTo>
                <a:cubicBezTo>
                  <a:pt x="4170" y="18380"/>
                  <a:pt x="3003" y="36860"/>
                  <a:pt x="1" y="55240"/>
                </a:cubicBezTo>
                <a:lnTo>
                  <a:pt x="50103" y="55240"/>
                </a:lnTo>
                <a:cubicBezTo>
                  <a:pt x="47067" y="36860"/>
                  <a:pt x="45933" y="18380"/>
                  <a:pt x="464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26"/>
          <p:cNvSpPr/>
          <p:nvPr/>
        </p:nvSpPr>
        <p:spPr>
          <a:xfrm flipH="1">
            <a:off x="5831487" y="2522487"/>
            <a:ext cx="804245" cy="307385"/>
          </a:xfrm>
          <a:custGeom>
            <a:avLst/>
            <a:gdLst/>
            <a:ahLst/>
            <a:cxnLst/>
            <a:rect l="l" t="t" r="r" b="b"/>
            <a:pathLst>
              <a:path w="35960" h="13744" extrusionOk="0">
                <a:moveTo>
                  <a:pt x="8674" y="334"/>
                </a:moveTo>
                <a:cubicBezTo>
                  <a:pt x="10809" y="201"/>
                  <a:pt x="12877" y="534"/>
                  <a:pt x="14978" y="868"/>
                </a:cubicBezTo>
                <a:cubicBezTo>
                  <a:pt x="17246" y="1268"/>
                  <a:pt x="19515" y="1135"/>
                  <a:pt x="21750" y="668"/>
                </a:cubicBezTo>
                <a:cubicBezTo>
                  <a:pt x="24585" y="34"/>
                  <a:pt x="27454" y="0"/>
                  <a:pt x="30322" y="301"/>
                </a:cubicBezTo>
                <a:cubicBezTo>
                  <a:pt x="31890" y="467"/>
                  <a:pt x="33425" y="701"/>
                  <a:pt x="34959" y="968"/>
                </a:cubicBezTo>
                <a:cubicBezTo>
                  <a:pt x="35760" y="1101"/>
                  <a:pt x="35793" y="1135"/>
                  <a:pt x="35860" y="1968"/>
                </a:cubicBezTo>
                <a:cubicBezTo>
                  <a:pt x="35960" y="2936"/>
                  <a:pt x="35960" y="3937"/>
                  <a:pt x="35960" y="4904"/>
                </a:cubicBezTo>
                <a:cubicBezTo>
                  <a:pt x="35960" y="5104"/>
                  <a:pt x="35893" y="5371"/>
                  <a:pt x="35760" y="5471"/>
                </a:cubicBezTo>
                <a:cubicBezTo>
                  <a:pt x="35393" y="5671"/>
                  <a:pt x="35359" y="6005"/>
                  <a:pt x="35259" y="6338"/>
                </a:cubicBezTo>
                <a:cubicBezTo>
                  <a:pt x="34859" y="7773"/>
                  <a:pt x="34492" y="9207"/>
                  <a:pt x="33992" y="10608"/>
                </a:cubicBezTo>
                <a:cubicBezTo>
                  <a:pt x="33425" y="12242"/>
                  <a:pt x="32090" y="13043"/>
                  <a:pt x="30423" y="13210"/>
                </a:cubicBezTo>
                <a:cubicBezTo>
                  <a:pt x="28454" y="13410"/>
                  <a:pt x="26520" y="13443"/>
                  <a:pt x="24585" y="12943"/>
                </a:cubicBezTo>
                <a:cubicBezTo>
                  <a:pt x="23251" y="12609"/>
                  <a:pt x="22217" y="11942"/>
                  <a:pt x="21449" y="10708"/>
                </a:cubicBezTo>
                <a:cubicBezTo>
                  <a:pt x="20382" y="8973"/>
                  <a:pt x="19715" y="7105"/>
                  <a:pt x="19215" y="5171"/>
                </a:cubicBezTo>
                <a:cubicBezTo>
                  <a:pt x="19114" y="4837"/>
                  <a:pt x="19014" y="4537"/>
                  <a:pt x="18914" y="4237"/>
                </a:cubicBezTo>
                <a:cubicBezTo>
                  <a:pt x="18748" y="3703"/>
                  <a:pt x="18581" y="3636"/>
                  <a:pt x="17947" y="3636"/>
                </a:cubicBezTo>
                <a:cubicBezTo>
                  <a:pt x="17513" y="3636"/>
                  <a:pt x="17180" y="3736"/>
                  <a:pt x="17013" y="4237"/>
                </a:cubicBezTo>
                <a:cubicBezTo>
                  <a:pt x="16713" y="5404"/>
                  <a:pt x="16479" y="6572"/>
                  <a:pt x="16046" y="7673"/>
                </a:cubicBezTo>
                <a:cubicBezTo>
                  <a:pt x="15645" y="8773"/>
                  <a:pt x="15078" y="9841"/>
                  <a:pt x="14545" y="10942"/>
                </a:cubicBezTo>
                <a:cubicBezTo>
                  <a:pt x="13977" y="12109"/>
                  <a:pt x="12910" y="12709"/>
                  <a:pt x="11709" y="13043"/>
                </a:cubicBezTo>
                <a:cubicBezTo>
                  <a:pt x="9574" y="13677"/>
                  <a:pt x="7406" y="13744"/>
                  <a:pt x="5238" y="13443"/>
                </a:cubicBezTo>
                <a:cubicBezTo>
                  <a:pt x="3770" y="13243"/>
                  <a:pt x="2636" y="12443"/>
                  <a:pt x="2102" y="11008"/>
                </a:cubicBezTo>
                <a:cubicBezTo>
                  <a:pt x="1569" y="9574"/>
                  <a:pt x="1168" y="8106"/>
                  <a:pt x="701" y="6672"/>
                </a:cubicBezTo>
                <a:cubicBezTo>
                  <a:pt x="601" y="6405"/>
                  <a:pt x="401" y="6205"/>
                  <a:pt x="268" y="5938"/>
                </a:cubicBezTo>
                <a:cubicBezTo>
                  <a:pt x="168" y="5738"/>
                  <a:pt x="1" y="5538"/>
                  <a:pt x="1" y="5338"/>
                </a:cubicBezTo>
                <a:cubicBezTo>
                  <a:pt x="1" y="4237"/>
                  <a:pt x="34" y="3169"/>
                  <a:pt x="68" y="2069"/>
                </a:cubicBezTo>
                <a:cubicBezTo>
                  <a:pt x="68" y="1702"/>
                  <a:pt x="268" y="1501"/>
                  <a:pt x="635" y="1468"/>
                </a:cubicBezTo>
                <a:cubicBezTo>
                  <a:pt x="2436" y="1135"/>
                  <a:pt x="4237" y="834"/>
                  <a:pt x="6038" y="534"/>
                </a:cubicBezTo>
                <a:cubicBezTo>
                  <a:pt x="6906" y="401"/>
                  <a:pt x="7806" y="401"/>
                  <a:pt x="8674" y="334"/>
                </a:cubicBezTo>
                <a:close/>
                <a:moveTo>
                  <a:pt x="9274" y="1835"/>
                </a:moveTo>
                <a:cubicBezTo>
                  <a:pt x="8707" y="1868"/>
                  <a:pt x="7873" y="1902"/>
                  <a:pt x="7006" y="1968"/>
                </a:cubicBezTo>
                <a:cubicBezTo>
                  <a:pt x="5805" y="2102"/>
                  <a:pt x="4604" y="2302"/>
                  <a:pt x="3503" y="2869"/>
                </a:cubicBezTo>
                <a:cubicBezTo>
                  <a:pt x="3003" y="3103"/>
                  <a:pt x="2569" y="3436"/>
                  <a:pt x="2436" y="4037"/>
                </a:cubicBezTo>
                <a:cubicBezTo>
                  <a:pt x="1969" y="6438"/>
                  <a:pt x="2236" y="8740"/>
                  <a:pt x="3403" y="10942"/>
                </a:cubicBezTo>
                <a:cubicBezTo>
                  <a:pt x="3770" y="11675"/>
                  <a:pt x="4371" y="12142"/>
                  <a:pt x="5205" y="12276"/>
                </a:cubicBezTo>
                <a:cubicBezTo>
                  <a:pt x="7106" y="12643"/>
                  <a:pt x="9041" y="12676"/>
                  <a:pt x="10942" y="12242"/>
                </a:cubicBezTo>
                <a:cubicBezTo>
                  <a:pt x="12276" y="11942"/>
                  <a:pt x="13244" y="11242"/>
                  <a:pt x="13911" y="10074"/>
                </a:cubicBezTo>
                <a:cubicBezTo>
                  <a:pt x="14778" y="8607"/>
                  <a:pt x="15378" y="7005"/>
                  <a:pt x="15645" y="5304"/>
                </a:cubicBezTo>
                <a:cubicBezTo>
                  <a:pt x="15912" y="3603"/>
                  <a:pt x="15479" y="2936"/>
                  <a:pt x="13811" y="2402"/>
                </a:cubicBezTo>
                <a:cubicBezTo>
                  <a:pt x="12443" y="1935"/>
                  <a:pt x="11009" y="1902"/>
                  <a:pt x="9274" y="1835"/>
                </a:cubicBezTo>
                <a:close/>
                <a:moveTo>
                  <a:pt x="28454" y="12309"/>
                </a:moveTo>
                <a:cubicBezTo>
                  <a:pt x="28955" y="12242"/>
                  <a:pt x="29555" y="12176"/>
                  <a:pt x="30156" y="12142"/>
                </a:cubicBezTo>
                <a:cubicBezTo>
                  <a:pt x="31590" y="12009"/>
                  <a:pt x="32557" y="11275"/>
                  <a:pt x="33058" y="9907"/>
                </a:cubicBezTo>
                <a:cubicBezTo>
                  <a:pt x="33692" y="8240"/>
                  <a:pt x="33892" y="6538"/>
                  <a:pt x="33692" y="4804"/>
                </a:cubicBezTo>
                <a:cubicBezTo>
                  <a:pt x="33625" y="4037"/>
                  <a:pt x="33591" y="3203"/>
                  <a:pt x="32824" y="2736"/>
                </a:cubicBezTo>
                <a:cubicBezTo>
                  <a:pt x="32391" y="2469"/>
                  <a:pt x="31890" y="2269"/>
                  <a:pt x="31390" y="2135"/>
                </a:cubicBezTo>
                <a:cubicBezTo>
                  <a:pt x="29522" y="1635"/>
                  <a:pt x="27621" y="1535"/>
                  <a:pt x="25719" y="1668"/>
                </a:cubicBezTo>
                <a:cubicBezTo>
                  <a:pt x="24318" y="1735"/>
                  <a:pt x="22951" y="1902"/>
                  <a:pt x="21650" y="2469"/>
                </a:cubicBezTo>
                <a:cubicBezTo>
                  <a:pt x="20582" y="2936"/>
                  <a:pt x="20149" y="3470"/>
                  <a:pt x="20282" y="4637"/>
                </a:cubicBezTo>
                <a:cubicBezTo>
                  <a:pt x="20515" y="6872"/>
                  <a:pt x="21316" y="8940"/>
                  <a:pt x="22750" y="10741"/>
                </a:cubicBezTo>
                <a:cubicBezTo>
                  <a:pt x="23184" y="11308"/>
                  <a:pt x="23784" y="11642"/>
                  <a:pt x="24452" y="11842"/>
                </a:cubicBezTo>
                <a:cubicBezTo>
                  <a:pt x="25719" y="12276"/>
                  <a:pt x="27020" y="12343"/>
                  <a:pt x="28454" y="1230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26"/>
          <p:cNvSpPr/>
          <p:nvPr/>
        </p:nvSpPr>
        <p:spPr>
          <a:xfrm flipH="1">
            <a:off x="6275371" y="2097984"/>
            <a:ext cx="515536" cy="1235443"/>
          </a:xfrm>
          <a:custGeom>
            <a:avLst/>
            <a:gdLst/>
            <a:ahLst/>
            <a:cxnLst/>
            <a:rect l="l" t="t" r="r" b="b"/>
            <a:pathLst>
              <a:path w="23051" h="55240" extrusionOk="0">
                <a:moveTo>
                  <a:pt x="3703" y="0"/>
                </a:moveTo>
                <a:cubicBezTo>
                  <a:pt x="4137" y="18380"/>
                  <a:pt x="3003" y="36860"/>
                  <a:pt x="1" y="55240"/>
                </a:cubicBezTo>
                <a:lnTo>
                  <a:pt x="23050" y="55240"/>
                </a:lnTo>
                <a:cubicBezTo>
                  <a:pt x="18180" y="37294"/>
                  <a:pt x="12309" y="18380"/>
                  <a:pt x="18080" y="0"/>
                </a:cubicBezTo>
                <a:close/>
              </a:path>
            </a:pathLst>
          </a:custGeom>
          <a:solidFill>
            <a:srgbClr val="1E6C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26"/>
          <p:cNvSpPr/>
          <p:nvPr/>
        </p:nvSpPr>
        <p:spPr>
          <a:xfrm flipH="1">
            <a:off x="6307450" y="2162889"/>
            <a:ext cx="76108" cy="76108"/>
          </a:xfrm>
          <a:custGeom>
            <a:avLst/>
            <a:gdLst/>
            <a:ahLst/>
            <a:cxnLst/>
            <a:rect l="l" t="t" r="r" b="b"/>
            <a:pathLst>
              <a:path w="3403" h="3403" extrusionOk="0">
                <a:moveTo>
                  <a:pt x="1702" y="0"/>
                </a:moveTo>
                <a:cubicBezTo>
                  <a:pt x="768" y="0"/>
                  <a:pt x="1" y="767"/>
                  <a:pt x="1" y="1701"/>
                </a:cubicBezTo>
                <a:cubicBezTo>
                  <a:pt x="1" y="2635"/>
                  <a:pt x="768" y="3403"/>
                  <a:pt x="1702" y="3403"/>
                </a:cubicBezTo>
                <a:cubicBezTo>
                  <a:pt x="2636" y="3403"/>
                  <a:pt x="3403" y="2635"/>
                  <a:pt x="3403" y="1701"/>
                </a:cubicBezTo>
                <a:cubicBezTo>
                  <a:pt x="3403" y="767"/>
                  <a:pt x="2636" y="0"/>
                  <a:pt x="1702" y="0"/>
                </a:cubicBezTo>
                <a:close/>
              </a:path>
            </a:pathLst>
          </a:custGeom>
          <a:solidFill>
            <a:srgbClr val="277D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26"/>
          <p:cNvSpPr/>
          <p:nvPr/>
        </p:nvSpPr>
        <p:spPr>
          <a:xfrm flipH="1">
            <a:off x="6039597" y="2162889"/>
            <a:ext cx="76130" cy="76108"/>
          </a:xfrm>
          <a:custGeom>
            <a:avLst/>
            <a:gdLst/>
            <a:ahLst/>
            <a:cxnLst/>
            <a:rect l="l" t="t" r="r" b="b"/>
            <a:pathLst>
              <a:path w="3404" h="3403" extrusionOk="0">
                <a:moveTo>
                  <a:pt x="1702" y="0"/>
                </a:moveTo>
                <a:cubicBezTo>
                  <a:pt x="768" y="0"/>
                  <a:pt x="1" y="767"/>
                  <a:pt x="1" y="1701"/>
                </a:cubicBezTo>
                <a:cubicBezTo>
                  <a:pt x="1" y="2635"/>
                  <a:pt x="768" y="3403"/>
                  <a:pt x="1702" y="3403"/>
                </a:cubicBezTo>
                <a:cubicBezTo>
                  <a:pt x="2636" y="3403"/>
                  <a:pt x="3403" y="2635"/>
                  <a:pt x="3403" y="1701"/>
                </a:cubicBezTo>
                <a:cubicBezTo>
                  <a:pt x="3403" y="767"/>
                  <a:pt x="2636" y="0"/>
                  <a:pt x="1702" y="0"/>
                </a:cubicBezTo>
                <a:close/>
              </a:path>
            </a:pathLst>
          </a:custGeom>
          <a:solidFill>
            <a:srgbClr val="277D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26"/>
          <p:cNvSpPr/>
          <p:nvPr/>
        </p:nvSpPr>
        <p:spPr>
          <a:xfrm flipH="1">
            <a:off x="6077671" y="1954731"/>
            <a:ext cx="267843" cy="246216"/>
          </a:xfrm>
          <a:custGeom>
            <a:avLst/>
            <a:gdLst/>
            <a:ahLst/>
            <a:cxnLst/>
            <a:rect l="l" t="t" r="r" b="b"/>
            <a:pathLst>
              <a:path w="11976" h="11009" fill="none" extrusionOk="0">
                <a:moveTo>
                  <a:pt x="1" y="11008"/>
                </a:moveTo>
                <a:cubicBezTo>
                  <a:pt x="1" y="1935"/>
                  <a:pt x="2669" y="1"/>
                  <a:pt x="5972" y="1"/>
                </a:cubicBezTo>
                <a:cubicBezTo>
                  <a:pt x="9307" y="1"/>
                  <a:pt x="11976" y="1935"/>
                  <a:pt x="11976" y="11008"/>
                </a:cubicBezTo>
              </a:path>
            </a:pathLst>
          </a:custGeom>
          <a:noFill/>
          <a:ln w="41700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6"/>
          <p:cNvSpPr/>
          <p:nvPr/>
        </p:nvSpPr>
        <p:spPr>
          <a:xfrm flipH="1">
            <a:off x="7528034" y="2097984"/>
            <a:ext cx="1120554" cy="1235443"/>
          </a:xfrm>
          <a:custGeom>
            <a:avLst/>
            <a:gdLst/>
            <a:ahLst/>
            <a:cxnLst/>
            <a:rect l="l" t="t" r="r" b="b"/>
            <a:pathLst>
              <a:path w="50103" h="55240" extrusionOk="0">
                <a:moveTo>
                  <a:pt x="3703" y="0"/>
                </a:moveTo>
                <a:cubicBezTo>
                  <a:pt x="4170" y="18380"/>
                  <a:pt x="3036" y="36860"/>
                  <a:pt x="0" y="55240"/>
                </a:cubicBezTo>
                <a:lnTo>
                  <a:pt x="50103" y="55240"/>
                </a:lnTo>
                <a:cubicBezTo>
                  <a:pt x="47101" y="36860"/>
                  <a:pt x="45966" y="18380"/>
                  <a:pt x="464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26"/>
          <p:cNvSpPr/>
          <p:nvPr/>
        </p:nvSpPr>
        <p:spPr>
          <a:xfrm flipH="1">
            <a:off x="7804055" y="2475228"/>
            <a:ext cx="626690" cy="373294"/>
          </a:xfrm>
          <a:custGeom>
            <a:avLst/>
            <a:gdLst/>
            <a:ahLst/>
            <a:cxnLst/>
            <a:rect l="l" t="t" r="r" b="b"/>
            <a:pathLst>
              <a:path w="28021" h="16691" extrusionOk="0">
                <a:moveTo>
                  <a:pt x="25478" y="1"/>
                </a:moveTo>
                <a:cubicBezTo>
                  <a:pt x="25425" y="1"/>
                  <a:pt x="25372" y="4"/>
                  <a:pt x="25319" y="12"/>
                </a:cubicBezTo>
                <a:cubicBezTo>
                  <a:pt x="23050" y="379"/>
                  <a:pt x="16279" y="2213"/>
                  <a:pt x="10508" y="11453"/>
                </a:cubicBezTo>
                <a:cubicBezTo>
                  <a:pt x="10508" y="11453"/>
                  <a:pt x="1068" y="13755"/>
                  <a:pt x="534" y="14756"/>
                </a:cubicBezTo>
                <a:cubicBezTo>
                  <a:pt x="1" y="15756"/>
                  <a:pt x="668" y="16490"/>
                  <a:pt x="668" y="16490"/>
                </a:cubicBezTo>
                <a:cubicBezTo>
                  <a:pt x="668" y="16490"/>
                  <a:pt x="7739" y="16683"/>
                  <a:pt x="12750" y="16683"/>
                </a:cubicBezTo>
                <a:cubicBezTo>
                  <a:pt x="15256" y="16683"/>
                  <a:pt x="17246" y="16635"/>
                  <a:pt x="17580" y="16490"/>
                </a:cubicBezTo>
                <a:cubicBezTo>
                  <a:pt x="18580" y="16057"/>
                  <a:pt x="20749" y="9485"/>
                  <a:pt x="23851" y="8318"/>
                </a:cubicBezTo>
                <a:cubicBezTo>
                  <a:pt x="23851" y="8318"/>
                  <a:pt x="25080" y="16691"/>
                  <a:pt x="25450" y="16691"/>
                </a:cubicBezTo>
                <a:cubicBezTo>
                  <a:pt x="25451" y="16691"/>
                  <a:pt x="25451" y="16691"/>
                  <a:pt x="25452" y="16690"/>
                </a:cubicBezTo>
                <a:cubicBezTo>
                  <a:pt x="25563" y="16679"/>
                  <a:pt x="25745" y="16676"/>
                  <a:pt x="25938" y="16676"/>
                </a:cubicBezTo>
                <a:cubicBezTo>
                  <a:pt x="26323" y="16676"/>
                  <a:pt x="26753" y="16690"/>
                  <a:pt x="26753" y="16690"/>
                </a:cubicBezTo>
                <a:cubicBezTo>
                  <a:pt x="26753" y="16690"/>
                  <a:pt x="26186" y="11320"/>
                  <a:pt x="27153" y="8985"/>
                </a:cubicBezTo>
                <a:cubicBezTo>
                  <a:pt x="28021" y="6850"/>
                  <a:pt x="27987" y="3481"/>
                  <a:pt x="26453" y="579"/>
                </a:cubicBezTo>
                <a:cubicBezTo>
                  <a:pt x="26275" y="224"/>
                  <a:pt x="25889" y="1"/>
                  <a:pt x="2547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26"/>
          <p:cNvSpPr/>
          <p:nvPr/>
        </p:nvSpPr>
        <p:spPr>
          <a:xfrm flipH="1">
            <a:off x="7891738" y="2508821"/>
            <a:ext cx="258360" cy="211483"/>
          </a:xfrm>
          <a:custGeom>
            <a:avLst/>
            <a:gdLst/>
            <a:ahLst/>
            <a:cxnLst/>
            <a:rect l="l" t="t" r="r" b="b"/>
            <a:pathLst>
              <a:path w="11552" h="9456" extrusionOk="0">
                <a:moveTo>
                  <a:pt x="11298" y="0"/>
                </a:moveTo>
                <a:cubicBezTo>
                  <a:pt x="11279" y="0"/>
                  <a:pt x="11258" y="4"/>
                  <a:pt x="11236" y="11"/>
                </a:cubicBezTo>
                <a:cubicBezTo>
                  <a:pt x="4031" y="2046"/>
                  <a:pt x="762" y="7817"/>
                  <a:pt x="62" y="9184"/>
                </a:cubicBezTo>
                <a:cubicBezTo>
                  <a:pt x="1" y="9306"/>
                  <a:pt x="106" y="9455"/>
                  <a:pt x="227" y="9455"/>
                </a:cubicBezTo>
                <a:cubicBezTo>
                  <a:pt x="238" y="9455"/>
                  <a:pt x="250" y="9454"/>
                  <a:pt x="262" y="9451"/>
                </a:cubicBezTo>
                <a:cubicBezTo>
                  <a:pt x="1062" y="9318"/>
                  <a:pt x="3164" y="8817"/>
                  <a:pt x="4665" y="6682"/>
                </a:cubicBezTo>
                <a:cubicBezTo>
                  <a:pt x="6133" y="4581"/>
                  <a:pt x="9869" y="1579"/>
                  <a:pt x="11403" y="345"/>
                </a:cubicBezTo>
                <a:cubicBezTo>
                  <a:pt x="11552" y="226"/>
                  <a:pt x="11462" y="0"/>
                  <a:pt x="112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26"/>
          <p:cNvSpPr/>
          <p:nvPr/>
        </p:nvSpPr>
        <p:spPr>
          <a:xfrm flipH="1">
            <a:off x="7528012" y="2097984"/>
            <a:ext cx="515536" cy="1235443"/>
          </a:xfrm>
          <a:custGeom>
            <a:avLst/>
            <a:gdLst/>
            <a:ahLst/>
            <a:cxnLst/>
            <a:rect l="l" t="t" r="r" b="b"/>
            <a:pathLst>
              <a:path w="23051" h="55240" extrusionOk="0">
                <a:moveTo>
                  <a:pt x="4971" y="0"/>
                </a:moveTo>
                <a:cubicBezTo>
                  <a:pt x="11176" y="19080"/>
                  <a:pt x="4871" y="37294"/>
                  <a:pt x="1" y="55240"/>
                </a:cubicBezTo>
                <a:lnTo>
                  <a:pt x="23051" y="55240"/>
                </a:lnTo>
                <a:cubicBezTo>
                  <a:pt x="20049" y="36860"/>
                  <a:pt x="18914" y="18380"/>
                  <a:pt x="19348" y="0"/>
                </a:cubicBezTo>
                <a:close/>
              </a:path>
            </a:pathLst>
          </a:custGeom>
          <a:solidFill>
            <a:srgbClr val="8956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26"/>
          <p:cNvSpPr/>
          <p:nvPr/>
        </p:nvSpPr>
        <p:spPr>
          <a:xfrm flipH="1">
            <a:off x="7935345" y="2162889"/>
            <a:ext cx="76108" cy="76108"/>
          </a:xfrm>
          <a:custGeom>
            <a:avLst/>
            <a:gdLst/>
            <a:ahLst/>
            <a:cxnLst/>
            <a:rect l="l" t="t" r="r" b="b"/>
            <a:pathLst>
              <a:path w="3403" h="3403" extrusionOk="0">
                <a:moveTo>
                  <a:pt x="1701" y="0"/>
                </a:moveTo>
                <a:cubicBezTo>
                  <a:pt x="767" y="0"/>
                  <a:pt x="0" y="767"/>
                  <a:pt x="0" y="1701"/>
                </a:cubicBezTo>
                <a:cubicBezTo>
                  <a:pt x="0" y="2635"/>
                  <a:pt x="767" y="3403"/>
                  <a:pt x="1701" y="3403"/>
                </a:cubicBezTo>
                <a:cubicBezTo>
                  <a:pt x="2635" y="3403"/>
                  <a:pt x="3403" y="2635"/>
                  <a:pt x="3403" y="1701"/>
                </a:cubicBezTo>
                <a:cubicBezTo>
                  <a:pt x="3403" y="767"/>
                  <a:pt x="2635" y="0"/>
                  <a:pt x="1701" y="0"/>
                </a:cubicBezTo>
                <a:close/>
              </a:path>
            </a:pathLst>
          </a:custGeom>
          <a:solidFill>
            <a:srgbClr val="8956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26"/>
          <p:cNvSpPr/>
          <p:nvPr/>
        </p:nvSpPr>
        <p:spPr>
          <a:xfrm flipH="1">
            <a:off x="8203176" y="2162889"/>
            <a:ext cx="76108" cy="76108"/>
          </a:xfrm>
          <a:custGeom>
            <a:avLst/>
            <a:gdLst/>
            <a:ahLst/>
            <a:cxnLst/>
            <a:rect l="l" t="t" r="r" b="b"/>
            <a:pathLst>
              <a:path w="3403" h="3403" extrusionOk="0">
                <a:moveTo>
                  <a:pt x="1701" y="0"/>
                </a:moveTo>
                <a:cubicBezTo>
                  <a:pt x="767" y="0"/>
                  <a:pt x="0" y="767"/>
                  <a:pt x="0" y="1701"/>
                </a:cubicBezTo>
                <a:cubicBezTo>
                  <a:pt x="0" y="2635"/>
                  <a:pt x="767" y="3403"/>
                  <a:pt x="1701" y="3403"/>
                </a:cubicBezTo>
                <a:cubicBezTo>
                  <a:pt x="2635" y="3403"/>
                  <a:pt x="3402" y="2635"/>
                  <a:pt x="3402" y="1701"/>
                </a:cubicBezTo>
                <a:cubicBezTo>
                  <a:pt x="3402" y="767"/>
                  <a:pt x="2635" y="0"/>
                  <a:pt x="1701" y="0"/>
                </a:cubicBezTo>
                <a:close/>
              </a:path>
            </a:pathLst>
          </a:custGeom>
          <a:solidFill>
            <a:srgbClr val="8956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26"/>
          <p:cNvSpPr/>
          <p:nvPr/>
        </p:nvSpPr>
        <p:spPr>
          <a:xfrm flipH="1">
            <a:off x="7973396" y="1954731"/>
            <a:ext cx="267843" cy="246216"/>
          </a:xfrm>
          <a:custGeom>
            <a:avLst/>
            <a:gdLst/>
            <a:ahLst/>
            <a:cxnLst/>
            <a:rect l="l" t="t" r="r" b="b"/>
            <a:pathLst>
              <a:path w="11976" h="11009" fill="none" extrusionOk="0">
                <a:moveTo>
                  <a:pt x="11975" y="11008"/>
                </a:moveTo>
                <a:cubicBezTo>
                  <a:pt x="11975" y="1935"/>
                  <a:pt x="9307" y="1"/>
                  <a:pt x="6005" y="1"/>
                </a:cubicBezTo>
                <a:cubicBezTo>
                  <a:pt x="2702" y="1"/>
                  <a:pt x="0" y="1935"/>
                  <a:pt x="0" y="11008"/>
                </a:cubicBezTo>
              </a:path>
            </a:pathLst>
          </a:custGeom>
          <a:noFill/>
          <a:ln w="41700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26"/>
          <p:cNvSpPr/>
          <p:nvPr/>
        </p:nvSpPr>
        <p:spPr>
          <a:xfrm flipH="1">
            <a:off x="6448492" y="1931605"/>
            <a:ext cx="1422705" cy="1568189"/>
          </a:xfrm>
          <a:custGeom>
            <a:avLst/>
            <a:gdLst/>
            <a:ahLst/>
            <a:cxnLst/>
            <a:rect l="l" t="t" r="r" b="b"/>
            <a:pathLst>
              <a:path w="63613" h="70118" extrusionOk="0">
                <a:moveTo>
                  <a:pt x="4737" y="0"/>
                </a:moveTo>
                <a:cubicBezTo>
                  <a:pt x="5304" y="23317"/>
                  <a:pt x="3836" y="46801"/>
                  <a:pt x="0" y="70117"/>
                </a:cubicBezTo>
                <a:lnTo>
                  <a:pt x="63612" y="70117"/>
                </a:lnTo>
                <a:cubicBezTo>
                  <a:pt x="59810" y="46801"/>
                  <a:pt x="58342" y="23317"/>
                  <a:pt x="589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26"/>
          <p:cNvSpPr/>
          <p:nvPr/>
        </p:nvSpPr>
        <p:spPr>
          <a:xfrm flipH="1">
            <a:off x="7281058" y="1996510"/>
            <a:ext cx="126094" cy="126094"/>
          </a:xfrm>
          <a:custGeom>
            <a:avLst/>
            <a:gdLst/>
            <a:ahLst/>
            <a:cxnLst/>
            <a:rect l="l" t="t" r="r" b="b"/>
            <a:pathLst>
              <a:path w="5638" h="5638" extrusionOk="0">
                <a:moveTo>
                  <a:pt x="2803" y="1"/>
                </a:moveTo>
                <a:cubicBezTo>
                  <a:pt x="1268" y="1"/>
                  <a:pt x="1" y="1268"/>
                  <a:pt x="1" y="2803"/>
                </a:cubicBezTo>
                <a:cubicBezTo>
                  <a:pt x="1" y="4370"/>
                  <a:pt x="1268" y="5638"/>
                  <a:pt x="2803" y="5638"/>
                </a:cubicBezTo>
                <a:cubicBezTo>
                  <a:pt x="4370" y="5638"/>
                  <a:pt x="5638" y="4370"/>
                  <a:pt x="5638" y="2803"/>
                </a:cubicBezTo>
                <a:cubicBezTo>
                  <a:pt x="5638" y="1268"/>
                  <a:pt x="4370" y="1"/>
                  <a:pt x="2803" y="1"/>
                </a:cubicBezTo>
                <a:close/>
              </a:path>
            </a:pathLst>
          </a:custGeom>
          <a:solidFill>
            <a:srgbClr val="9096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26"/>
          <p:cNvSpPr/>
          <p:nvPr/>
        </p:nvSpPr>
        <p:spPr>
          <a:xfrm flipH="1">
            <a:off x="6910993" y="1995772"/>
            <a:ext cx="127615" cy="127592"/>
          </a:xfrm>
          <a:custGeom>
            <a:avLst/>
            <a:gdLst/>
            <a:ahLst/>
            <a:cxnLst/>
            <a:rect l="l" t="t" r="r" b="b"/>
            <a:pathLst>
              <a:path w="5706" h="5705" extrusionOk="0">
                <a:moveTo>
                  <a:pt x="2870" y="0"/>
                </a:moveTo>
                <a:cubicBezTo>
                  <a:pt x="1269" y="0"/>
                  <a:pt x="1" y="1268"/>
                  <a:pt x="1" y="2836"/>
                </a:cubicBezTo>
                <a:cubicBezTo>
                  <a:pt x="1" y="4437"/>
                  <a:pt x="1269" y="5704"/>
                  <a:pt x="2870" y="5704"/>
                </a:cubicBezTo>
                <a:cubicBezTo>
                  <a:pt x="4437" y="5704"/>
                  <a:pt x="5705" y="4437"/>
                  <a:pt x="5705" y="2836"/>
                </a:cubicBezTo>
                <a:cubicBezTo>
                  <a:pt x="5705" y="1268"/>
                  <a:pt x="4437" y="0"/>
                  <a:pt x="2870" y="0"/>
                </a:cubicBezTo>
                <a:close/>
              </a:path>
            </a:pathLst>
          </a:custGeom>
          <a:solidFill>
            <a:srgbClr val="9096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26"/>
          <p:cNvSpPr/>
          <p:nvPr/>
        </p:nvSpPr>
        <p:spPr>
          <a:xfrm flipH="1">
            <a:off x="6974431" y="1674219"/>
            <a:ext cx="370051" cy="384969"/>
          </a:xfrm>
          <a:custGeom>
            <a:avLst/>
            <a:gdLst/>
            <a:ahLst/>
            <a:cxnLst/>
            <a:rect l="l" t="t" r="r" b="b"/>
            <a:pathLst>
              <a:path w="16546" h="17213" fill="none" extrusionOk="0">
                <a:moveTo>
                  <a:pt x="1" y="17213"/>
                </a:moveTo>
                <a:cubicBezTo>
                  <a:pt x="1" y="4704"/>
                  <a:pt x="3703" y="0"/>
                  <a:pt x="8273" y="0"/>
                </a:cubicBezTo>
                <a:cubicBezTo>
                  <a:pt x="12843" y="0"/>
                  <a:pt x="16546" y="4704"/>
                  <a:pt x="16546" y="17213"/>
                </a:cubicBezTo>
              </a:path>
            </a:pathLst>
          </a:custGeom>
          <a:noFill/>
          <a:ln w="41700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6"/>
          <p:cNvSpPr/>
          <p:nvPr/>
        </p:nvSpPr>
        <p:spPr>
          <a:xfrm flipH="1">
            <a:off x="6852011" y="2284448"/>
            <a:ext cx="645610" cy="267687"/>
          </a:xfrm>
          <a:custGeom>
            <a:avLst/>
            <a:gdLst/>
            <a:ahLst/>
            <a:cxnLst/>
            <a:rect l="l" t="t" r="r" b="b"/>
            <a:pathLst>
              <a:path w="28867" h="11969" extrusionOk="0">
                <a:moveTo>
                  <a:pt x="9526" y="2060"/>
                </a:moveTo>
                <a:cubicBezTo>
                  <a:pt x="11700" y="2060"/>
                  <a:pt x="12681" y="6132"/>
                  <a:pt x="13052" y="8642"/>
                </a:cubicBezTo>
                <a:cubicBezTo>
                  <a:pt x="10917" y="7208"/>
                  <a:pt x="6047" y="3772"/>
                  <a:pt x="8315" y="2438"/>
                </a:cubicBezTo>
                <a:cubicBezTo>
                  <a:pt x="8755" y="2177"/>
                  <a:pt x="9157" y="2060"/>
                  <a:pt x="9526" y="2060"/>
                </a:cubicBezTo>
                <a:close/>
                <a:moveTo>
                  <a:pt x="17816" y="1471"/>
                </a:moveTo>
                <a:cubicBezTo>
                  <a:pt x="18061" y="1471"/>
                  <a:pt x="18329" y="1513"/>
                  <a:pt x="18623" y="1604"/>
                </a:cubicBezTo>
                <a:cubicBezTo>
                  <a:pt x="21158" y="2371"/>
                  <a:pt x="17255" y="6874"/>
                  <a:pt x="15520" y="8775"/>
                </a:cubicBezTo>
                <a:cubicBezTo>
                  <a:pt x="15277" y="6096"/>
                  <a:pt x="15256" y="1471"/>
                  <a:pt x="17816" y="1471"/>
                </a:cubicBezTo>
                <a:close/>
                <a:moveTo>
                  <a:pt x="17733" y="0"/>
                </a:moveTo>
                <a:cubicBezTo>
                  <a:pt x="14962" y="0"/>
                  <a:pt x="14106" y="2795"/>
                  <a:pt x="13953" y="5673"/>
                </a:cubicBezTo>
                <a:cubicBezTo>
                  <a:pt x="13236" y="3084"/>
                  <a:pt x="11929" y="540"/>
                  <a:pt x="9635" y="540"/>
                </a:cubicBezTo>
                <a:cubicBezTo>
                  <a:pt x="9151" y="540"/>
                  <a:pt x="8624" y="653"/>
                  <a:pt x="8048" y="903"/>
                </a:cubicBezTo>
                <a:cubicBezTo>
                  <a:pt x="4246" y="2538"/>
                  <a:pt x="6747" y="5606"/>
                  <a:pt x="9516" y="7875"/>
                </a:cubicBezTo>
                <a:cubicBezTo>
                  <a:pt x="9110" y="7837"/>
                  <a:pt x="8699" y="7819"/>
                  <a:pt x="8289" y="7819"/>
                </a:cubicBezTo>
                <a:cubicBezTo>
                  <a:pt x="5396" y="7819"/>
                  <a:pt x="2471" y="8749"/>
                  <a:pt x="543" y="10677"/>
                </a:cubicBezTo>
                <a:cubicBezTo>
                  <a:pt x="1" y="11193"/>
                  <a:pt x="518" y="11969"/>
                  <a:pt x="1088" y="11969"/>
                </a:cubicBezTo>
                <a:cubicBezTo>
                  <a:pt x="1255" y="11969"/>
                  <a:pt x="1426" y="11903"/>
                  <a:pt x="1577" y="11744"/>
                </a:cubicBezTo>
                <a:cubicBezTo>
                  <a:pt x="3229" y="10112"/>
                  <a:pt x="5796" y="9299"/>
                  <a:pt x="8307" y="9299"/>
                </a:cubicBezTo>
                <a:cubicBezTo>
                  <a:pt x="10003" y="9299"/>
                  <a:pt x="11674" y="9670"/>
                  <a:pt x="13019" y="10410"/>
                </a:cubicBezTo>
                <a:cubicBezTo>
                  <a:pt x="13185" y="10510"/>
                  <a:pt x="13352" y="10510"/>
                  <a:pt x="13486" y="10510"/>
                </a:cubicBezTo>
                <a:cubicBezTo>
                  <a:pt x="13643" y="10641"/>
                  <a:pt x="13883" y="10731"/>
                  <a:pt x="14092" y="10731"/>
                </a:cubicBezTo>
                <a:cubicBezTo>
                  <a:pt x="14148" y="10731"/>
                  <a:pt x="14203" y="10724"/>
                  <a:pt x="14253" y="10710"/>
                </a:cubicBezTo>
                <a:cubicBezTo>
                  <a:pt x="14362" y="10959"/>
                  <a:pt x="14580" y="11070"/>
                  <a:pt x="14812" y="11070"/>
                </a:cubicBezTo>
                <a:cubicBezTo>
                  <a:pt x="15077" y="11070"/>
                  <a:pt x="15360" y="10926"/>
                  <a:pt x="15520" y="10677"/>
                </a:cubicBezTo>
                <a:cubicBezTo>
                  <a:pt x="15687" y="10677"/>
                  <a:pt x="15821" y="10610"/>
                  <a:pt x="15987" y="10477"/>
                </a:cubicBezTo>
                <a:cubicBezTo>
                  <a:pt x="17731" y="8879"/>
                  <a:pt x="20429" y="7939"/>
                  <a:pt x="23023" y="7939"/>
                </a:cubicBezTo>
                <a:cubicBezTo>
                  <a:pt x="24598" y="7939"/>
                  <a:pt x="26135" y="8286"/>
                  <a:pt x="27396" y="9042"/>
                </a:cubicBezTo>
                <a:cubicBezTo>
                  <a:pt x="27526" y="9121"/>
                  <a:pt x="27655" y="9155"/>
                  <a:pt x="27777" y="9155"/>
                </a:cubicBezTo>
                <a:cubicBezTo>
                  <a:pt x="28431" y="9155"/>
                  <a:pt x="28866" y="8163"/>
                  <a:pt x="28163" y="7741"/>
                </a:cubicBezTo>
                <a:cubicBezTo>
                  <a:pt x="26677" y="6850"/>
                  <a:pt x="24891" y="6444"/>
                  <a:pt x="23064" y="6444"/>
                </a:cubicBezTo>
                <a:cubicBezTo>
                  <a:pt x="21611" y="6444"/>
                  <a:pt x="20131" y="6701"/>
                  <a:pt x="18756" y="7174"/>
                </a:cubicBezTo>
                <a:cubicBezTo>
                  <a:pt x="20891" y="4306"/>
                  <a:pt x="22625" y="736"/>
                  <a:pt x="18523" y="69"/>
                </a:cubicBezTo>
                <a:cubicBezTo>
                  <a:pt x="18244" y="23"/>
                  <a:pt x="17981" y="0"/>
                  <a:pt x="1773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6"/>
          <p:cNvSpPr/>
          <p:nvPr/>
        </p:nvSpPr>
        <p:spPr>
          <a:xfrm flipH="1">
            <a:off x="6890119" y="2532909"/>
            <a:ext cx="556575" cy="285780"/>
          </a:xfrm>
          <a:custGeom>
            <a:avLst/>
            <a:gdLst/>
            <a:ahLst/>
            <a:cxnLst/>
            <a:rect l="l" t="t" r="r" b="b"/>
            <a:pathLst>
              <a:path w="24886" h="12778" extrusionOk="0">
                <a:moveTo>
                  <a:pt x="22243" y="1"/>
                </a:moveTo>
                <a:cubicBezTo>
                  <a:pt x="22223" y="1"/>
                  <a:pt x="22203" y="1"/>
                  <a:pt x="22183" y="1"/>
                </a:cubicBezTo>
                <a:lnTo>
                  <a:pt x="2669" y="68"/>
                </a:lnTo>
                <a:cubicBezTo>
                  <a:pt x="1201" y="68"/>
                  <a:pt x="1" y="1269"/>
                  <a:pt x="1" y="2737"/>
                </a:cubicBezTo>
                <a:lnTo>
                  <a:pt x="34" y="10409"/>
                </a:lnTo>
                <a:lnTo>
                  <a:pt x="34" y="12777"/>
                </a:lnTo>
                <a:cubicBezTo>
                  <a:pt x="3784" y="11559"/>
                  <a:pt x="7707" y="11076"/>
                  <a:pt x="11678" y="11076"/>
                </a:cubicBezTo>
                <a:cubicBezTo>
                  <a:pt x="16078" y="11076"/>
                  <a:pt x="20537" y="11669"/>
                  <a:pt x="24885" y="12510"/>
                </a:cubicBezTo>
                <a:lnTo>
                  <a:pt x="24885" y="10042"/>
                </a:lnTo>
                <a:lnTo>
                  <a:pt x="24852" y="2637"/>
                </a:lnTo>
                <a:cubicBezTo>
                  <a:pt x="24852" y="1189"/>
                  <a:pt x="23683" y="1"/>
                  <a:pt x="22243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26"/>
          <p:cNvSpPr/>
          <p:nvPr/>
        </p:nvSpPr>
        <p:spPr>
          <a:xfrm flipH="1">
            <a:off x="6889381" y="2780521"/>
            <a:ext cx="556575" cy="308972"/>
          </a:xfrm>
          <a:custGeom>
            <a:avLst/>
            <a:gdLst/>
            <a:ahLst/>
            <a:cxnLst/>
            <a:rect l="l" t="t" r="r" b="b"/>
            <a:pathLst>
              <a:path w="24886" h="13815" extrusionOk="0">
                <a:moveTo>
                  <a:pt x="11591" y="0"/>
                </a:moveTo>
                <a:cubicBezTo>
                  <a:pt x="7638" y="0"/>
                  <a:pt x="3734" y="476"/>
                  <a:pt x="1" y="1673"/>
                </a:cubicBezTo>
                <a:lnTo>
                  <a:pt x="34" y="11180"/>
                </a:lnTo>
                <a:cubicBezTo>
                  <a:pt x="34" y="12647"/>
                  <a:pt x="1235" y="13815"/>
                  <a:pt x="2703" y="13815"/>
                </a:cubicBezTo>
                <a:lnTo>
                  <a:pt x="22217" y="13748"/>
                </a:lnTo>
                <a:cubicBezTo>
                  <a:pt x="23718" y="13748"/>
                  <a:pt x="24885" y="12547"/>
                  <a:pt x="24885" y="11080"/>
                </a:cubicBezTo>
                <a:lnTo>
                  <a:pt x="24852" y="1439"/>
                </a:lnTo>
                <a:cubicBezTo>
                  <a:pt x="20486" y="594"/>
                  <a:pt x="16008" y="0"/>
                  <a:pt x="1159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26"/>
          <p:cNvSpPr/>
          <p:nvPr/>
        </p:nvSpPr>
        <p:spPr>
          <a:xfrm flipH="1">
            <a:off x="6837160" y="2504572"/>
            <a:ext cx="662496" cy="189521"/>
          </a:xfrm>
          <a:custGeom>
            <a:avLst/>
            <a:gdLst/>
            <a:ahLst/>
            <a:cxnLst/>
            <a:rect l="l" t="t" r="r" b="b"/>
            <a:pathLst>
              <a:path w="29622" h="8474" extrusionOk="0">
                <a:moveTo>
                  <a:pt x="26919" y="1"/>
                </a:moveTo>
                <a:lnTo>
                  <a:pt x="2635" y="68"/>
                </a:lnTo>
                <a:cubicBezTo>
                  <a:pt x="1168" y="68"/>
                  <a:pt x="0" y="1268"/>
                  <a:pt x="0" y="2769"/>
                </a:cubicBezTo>
                <a:lnTo>
                  <a:pt x="0" y="5805"/>
                </a:lnTo>
                <a:cubicBezTo>
                  <a:pt x="0" y="7273"/>
                  <a:pt x="1201" y="8474"/>
                  <a:pt x="2669" y="8474"/>
                </a:cubicBezTo>
                <a:lnTo>
                  <a:pt x="26953" y="8373"/>
                </a:lnTo>
                <a:cubicBezTo>
                  <a:pt x="28421" y="8373"/>
                  <a:pt x="29621" y="7173"/>
                  <a:pt x="29588" y="5705"/>
                </a:cubicBezTo>
                <a:lnTo>
                  <a:pt x="29588" y="2669"/>
                </a:lnTo>
                <a:cubicBezTo>
                  <a:pt x="29588" y="1202"/>
                  <a:pt x="28387" y="1"/>
                  <a:pt x="2691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26"/>
          <p:cNvSpPr txBox="1"/>
          <p:nvPr/>
        </p:nvSpPr>
        <p:spPr>
          <a:xfrm flipH="1">
            <a:off x="5670462" y="3508525"/>
            <a:ext cx="3003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TOP SALE E-COMMERCE ITEMS</a:t>
            </a:r>
            <a:endParaRPr sz="2000">
              <a:solidFill>
                <a:schemeClr val="dk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7"/>
          <p:cNvSpPr txBox="1">
            <a:spLocks noGrp="1"/>
          </p:cNvSpPr>
          <p:nvPr>
            <p:ph type="title"/>
          </p:nvPr>
        </p:nvSpPr>
        <p:spPr>
          <a:xfrm>
            <a:off x="2514575" y="409575"/>
            <a:ext cx="4114800" cy="32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strategies </a:t>
            </a:r>
            <a:endParaRPr dirty="0"/>
          </a:p>
        </p:txBody>
      </p:sp>
      <p:sp>
        <p:nvSpPr>
          <p:cNvPr id="629" name="Google Shape;629;p27"/>
          <p:cNvSpPr/>
          <p:nvPr/>
        </p:nvSpPr>
        <p:spPr>
          <a:xfrm>
            <a:off x="3665960" y="1683959"/>
            <a:ext cx="41633" cy="42359"/>
          </a:xfrm>
          <a:custGeom>
            <a:avLst/>
            <a:gdLst/>
            <a:ahLst/>
            <a:cxnLst/>
            <a:rect l="l" t="t" r="r" b="b"/>
            <a:pathLst>
              <a:path w="1769" h="1769" extrusionOk="0">
                <a:moveTo>
                  <a:pt x="901" y="1768"/>
                </a:moveTo>
                <a:cubicBezTo>
                  <a:pt x="401" y="1768"/>
                  <a:pt x="0" y="1368"/>
                  <a:pt x="0" y="868"/>
                </a:cubicBezTo>
                <a:cubicBezTo>
                  <a:pt x="0" y="401"/>
                  <a:pt x="401" y="0"/>
                  <a:pt x="901" y="0"/>
                </a:cubicBezTo>
                <a:cubicBezTo>
                  <a:pt x="1401" y="0"/>
                  <a:pt x="1768" y="401"/>
                  <a:pt x="1768" y="868"/>
                </a:cubicBezTo>
                <a:cubicBezTo>
                  <a:pt x="1768" y="1368"/>
                  <a:pt x="1401" y="1768"/>
                  <a:pt x="901" y="1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27"/>
          <p:cNvSpPr/>
          <p:nvPr/>
        </p:nvSpPr>
        <p:spPr>
          <a:xfrm>
            <a:off x="899883" y="1551654"/>
            <a:ext cx="959905" cy="1369285"/>
          </a:xfrm>
          <a:custGeom>
            <a:avLst/>
            <a:gdLst/>
            <a:ahLst/>
            <a:cxnLst/>
            <a:rect l="l" t="t" r="r" b="b"/>
            <a:pathLst>
              <a:path w="36527" h="52105" extrusionOk="0">
                <a:moveTo>
                  <a:pt x="7540" y="1"/>
                </a:moveTo>
                <a:lnTo>
                  <a:pt x="28988" y="1"/>
                </a:lnTo>
                <a:cubicBezTo>
                  <a:pt x="33125" y="1"/>
                  <a:pt x="36527" y="3403"/>
                  <a:pt x="36527" y="7540"/>
                </a:cubicBezTo>
                <a:lnTo>
                  <a:pt x="36527" y="44566"/>
                </a:lnTo>
                <a:cubicBezTo>
                  <a:pt x="36527" y="48702"/>
                  <a:pt x="33158" y="52105"/>
                  <a:pt x="28988" y="52105"/>
                </a:cubicBezTo>
                <a:lnTo>
                  <a:pt x="7540" y="52105"/>
                </a:lnTo>
                <a:cubicBezTo>
                  <a:pt x="3403" y="52105"/>
                  <a:pt x="1" y="48702"/>
                  <a:pt x="1" y="44566"/>
                </a:cubicBezTo>
                <a:lnTo>
                  <a:pt x="1" y="7540"/>
                </a:lnTo>
                <a:cubicBezTo>
                  <a:pt x="1" y="3370"/>
                  <a:pt x="3403" y="1"/>
                  <a:pt x="75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27"/>
          <p:cNvSpPr/>
          <p:nvPr/>
        </p:nvSpPr>
        <p:spPr>
          <a:xfrm>
            <a:off x="967815" y="1666486"/>
            <a:ext cx="824041" cy="1128224"/>
          </a:xfrm>
          <a:custGeom>
            <a:avLst/>
            <a:gdLst/>
            <a:ahLst/>
            <a:cxnLst/>
            <a:rect l="l" t="t" r="r" b="b"/>
            <a:pathLst>
              <a:path w="31357" h="42932" extrusionOk="0">
                <a:moveTo>
                  <a:pt x="134" y="1"/>
                </a:moveTo>
                <a:lnTo>
                  <a:pt x="31256" y="1"/>
                </a:lnTo>
                <a:cubicBezTo>
                  <a:pt x="31323" y="1"/>
                  <a:pt x="31356" y="34"/>
                  <a:pt x="31356" y="101"/>
                </a:cubicBezTo>
                <a:lnTo>
                  <a:pt x="31356" y="42831"/>
                </a:lnTo>
                <a:cubicBezTo>
                  <a:pt x="31356" y="42898"/>
                  <a:pt x="31323" y="42931"/>
                  <a:pt x="31256" y="42931"/>
                </a:cubicBezTo>
                <a:lnTo>
                  <a:pt x="134" y="42931"/>
                </a:lnTo>
                <a:cubicBezTo>
                  <a:pt x="67" y="42931"/>
                  <a:pt x="34" y="42865"/>
                  <a:pt x="34" y="42831"/>
                </a:cubicBezTo>
                <a:lnTo>
                  <a:pt x="34" y="101"/>
                </a:lnTo>
                <a:cubicBezTo>
                  <a:pt x="0" y="34"/>
                  <a:pt x="67" y="1"/>
                  <a:pt x="13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7"/>
          <p:cNvSpPr/>
          <p:nvPr/>
        </p:nvSpPr>
        <p:spPr>
          <a:xfrm>
            <a:off x="1070434" y="1598486"/>
            <a:ext cx="232309" cy="21050"/>
          </a:xfrm>
          <a:custGeom>
            <a:avLst/>
            <a:gdLst/>
            <a:ahLst/>
            <a:cxnLst/>
            <a:rect l="l" t="t" r="r" b="b"/>
            <a:pathLst>
              <a:path w="8840" h="801" extrusionOk="0">
                <a:moveTo>
                  <a:pt x="400" y="0"/>
                </a:moveTo>
                <a:lnTo>
                  <a:pt x="8439" y="0"/>
                </a:lnTo>
                <a:cubicBezTo>
                  <a:pt x="8640" y="0"/>
                  <a:pt x="8840" y="201"/>
                  <a:pt x="8840" y="401"/>
                </a:cubicBezTo>
                <a:lnTo>
                  <a:pt x="8840" y="401"/>
                </a:lnTo>
                <a:cubicBezTo>
                  <a:pt x="8840" y="634"/>
                  <a:pt x="8640" y="801"/>
                  <a:pt x="8439" y="801"/>
                </a:cubicBezTo>
                <a:lnTo>
                  <a:pt x="400" y="801"/>
                </a:lnTo>
                <a:cubicBezTo>
                  <a:pt x="200" y="801"/>
                  <a:pt x="33" y="634"/>
                  <a:pt x="33" y="401"/>
                </a:cubicBezTo>
                <a:lnTo>
                  <a:pt x="33" y="401"/>
                </a:lnTo>
                <a:cubicBezTo>
                  <a:pt x="0" y="201"/>
                  <a:pt x="200" y="0"/>
                  <a:pt x="4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27"/>
          <p:cNvSpPr/>
          <p:nvPr/>
        </p:nvSpPr>
        <p:spPr>
          <a:xfrm>
            <a:off x="1344752" y="2820898"/>
            <a:ext cx="70166" cy="70140"/>
          </a:xfrm>
          <a:custGeom>
            <a:avLst/>
            <a:gdLst/>
            <a:ahLst/>
            <a:cxnLst/>
            <a:rect l="l" t="t" r="r" b="b"/>
            <a:pathLst>
              <a:path w="2670" h="2669" extrusionOk="0">
                <a:moveTo>
                  <a:pt x="1335" y="2669"/>
                </a:moveTo>
                <a:cubicBezTo>
                  <a:pt x="2069" y="2669"/>
                  <a:pt x="2670" y="2068"/>
                  <a:pt x="2670" y="1334"/>
                </a:cubicBezTo>
                <a:cubicBezTo>
                  <a:pt x="2670" y="600"/>
                  <a:pt x="2069" y="0"/>
                  <a:pt x="1335" y="0"/>
                </a:cubicBezTo>
                <a:cubicBezTo>
                  <a:pt x="601" y="0"/>
                  <a:pt x="1" y="600"/>
                  <a:pt x="1" y="1334"/>
                </a:cubicBezTo>
                <a:cubicBezTo>
                  <a:pt x="1" y="2068"/>
                  <a:pt x="601" y="2669"/>
                  <a:pt x="1335" y="26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27"/>
          <p:cNvSpPr txBox="1"/>
          <p:nvPr/>
        </p:nvSpPr>
        <p:spPr>
          <a:xfrm>
            <a:off x="597019" y="1894905"/>
            <a:ext cx="1565633" cy="47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20%</a:t>
            </a:r>
            <a:endParaRPr sz="24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35" name="Google Shape;635;p27"/>
          <p:cNvSpPr txBox="1"/>
          <p:nvPr/>
        </p:nvSpPr>
        <p:spPr>
          <a:xfrm>
            <a:off x="457153" y="4083942"/>
            <a:ext cx="1792800" cy="6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6" name="Google Shape;636;p27"/>
          <p:cNvSpPr txBox="1"/>
          <p:nvPr/>
        </p:nvSpPr>
        <p:spPr>
          <a:xfrm>
            <a:off x="824422" y="3733588"/>
            <a:ext cx="11109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Customer centric Approach </a:t>
            </a:r>
            <a:endParaRPr sz="2000" dirty="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37" name="Google Shape;637;p27"/>
          <p:cNvSpPr/>
          <p:nvPr/>
        </p:nvSpPr>
        <p:spPr>
          <a:xfrm>
            <a:off x="2693194" y="1557053"/>
            <a:ext cx="1737288" cy="1161674"/>
          </a:xfrm>
          <a:custGeom>
            <a:avLst/>
            <a:gdLst/>
            <a:ahLst/>
            <a:cxnLst/>
            <a:rect l="l" t="t" r="r" b="b"/>
            <a:pathLst>
              <a:path w="70652" h="46434" extrusionOk="0">
                <a:moveTo>
                  <a:pt x="68216" y="1"/>
                </a:moveTo>
                <a:lnTo>
                  <a:pt x="2436" y="1"/>
                </a:lnTo>
                <a:cubicBezTo>
                  <a:pt x="1102" y="1"/>
                  <a:pt x="1" y="1102"/>
                  <a:pt x="1" y="2436"/>
                </a:cubicBezTo>
                <a:lnTo>
                  <a:pt x="1" y="43999"/>
                </a:lnTo>
                <a:cubicBezTo>
                  <a:pt x="1" y="45333"/>
                  <a:pt x="1102" y="46434"/>
                  <a:pt x="2436" y="46434"/>
                </a:cubicBezTo>
                <a:lnTo>
                  <a:pt x="68216" y="46434"/>
                </a:lnTo>
                <a:cubicBezTo>
                  <a:pt x="69551" y="46434"/>
                  <a:pt x="70651" y="45333"/>
                  <a:pt x="70651" y="43999"/>
                </a:cubicBezTo>
                <a:lnTo>
                  <a:pt x="70651" y="2436"/>
                </a:lnTo>
                <a:cubicBezTo>
                  <a:pt x="70651" y="1102"/>
                  <a:pt x="69551" y="1"/>
                  <a:pt x="6821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27"/>
          <p:cNvSpPr/>
          <p:nvPr/>
        </p:nvSpPr>
        <p:spPr>
          <a:xfrm>
            <a:off x="2783425" y="1678876"/>
            <a:ext cx="1556827" cy="850403"/>
          </a:xfrm>
          <a:custGeom>
            <a:avLst/>
            <a:gdLst/>
            <a:ahLst/>
            <a:cxnLst/>
            <a:rect l="l" t="t" r="r" b="b"/>
            <a:pathLst>
              <a:path w="63313" h="33992" extrusionOk="0">
                <a:moveTo>
                  <a:pt x="0" y="1"/>
                </a:moveTo>
                <a:lnTo>
                  <a:pt x="63312" y="1"/>
                </a:lnTo>
                <a:lnTo>
                  <a:pt x="63312" y="33992"/>
                </a:lnTo>
                <a:lnTo>
                  <a:pt x="0" y="3399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7"/>
          <p:cNvSpPr/>
          <p:nvPr/>
        </p:nvSpPr>
        <p:spPr>
          <a:xfrm>
            <a:off x="2482869" y="2718582"/>
            <a:ext cx="2157938" cy="103669"/>
          </a:xfrm>
          <a:custGeom>
            <a:avLst/>
            <a:gdLst/>
            <a:ahLst/>
            <a:cxnLst/>
            <a:rect l="l" t="t" r="r" b="b"/>
            <a:pathLst>
              <a:path w="95202" h="5005" extrusionOk="0">
                <a:moveTo>
                  <a:pt x="82926" y="1"/>
                </a:moveTo>
                <a:lnTo>
                  <a:pt x="12276" y="1"/>
                </a:lnTo>
                <a:lnTo>
                  <a:pt x="0" y="3637"/>
                </a:lnTo>
                <a:lnTo>
                  <a:pt x="47601" y="5005"/>
                </a:lnTo>
                <a:lnTo>
                  <a:pt x="95202" y="3637"/>
                </a:lnTo>
                <a:close/>
              </a:path>
            </a:pathLst>
          </a:custGeom>
          <a:solidFill>
            <a:srgbClr val="2C90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27"/>
          <p:cNvSpPr/>
          <p:nvPr/>
        </p:nvSpPr>
        <p:spPr>
          <a:xfrm>
            <a:off x="2482869" y="2822235"/>
            <a:ext cx="2157938" cy="93292"/>
          </a:xfrm>
          <a:custGeom>
            <a:avLst/>
            <a:gdLst/>
            <a:ahLst/>
            <a:cxnLst/>
            <a:rect l="l" t="t" r="r" b="b"/>
            <a:pathLst>
              <a:path w="95202" h="4504" extrusionOk="0">
                <a:moveTo>
                  <a:pt x="95202" y="1"/>
                </a:moveTo>
                <a:lnTo>
                  <a:pt x="0" y="1"/>
                </a:lnTo>
                <a:lnTo>
                  <a:pt x="0" y="2736"/>
                </a:lnTo>
                <a:cubicBezTo>
                  <a:pt x="0" y="3703"/>
                  <a:pt x="801" y="4504"/>
                  <a:pt x="1768" y="4504"/>
                </a:cubicBezTo>
                <a:lnTo>
                  <a:pt x="93434" y="4504"/>
                </a:lnTo>
                <a:cubicBezTo>
                  <a:pt x="94401" y="4504"/>
                  <a:pt x="95202" y="3703"/>
                  <a:pt x="95202" y="273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7"/>
          <p:cNvSpPr/>
          <p:nvPr/>
        </p:nvSpPr>
        <p:spPr>
          <a:xfrm>
            <a:off x="3325608" y="2854561"/>
            <a:ext cx="472460" cy="30897"/>
          </a:xfrm>
          <a:custGeom>
            <a:avLst/>
            <a:gdLst/>
            <a:ahLst/>
            <a:cxnLst/>
            <a:rect l="l" t="t" r="r" b="b"/>
            <a:pathLst>
              <a:path w="19214" h="1235" extrusionOk="0">
                <a:moveTo>
                  <a:pt x="0" y="0"/>
                </a:moveTo>
                <a:lnTo>
                  <a:pt x="19214" y="0"/>
                </a:lnTo>
                <a:lnTo>
                  <a:pt x="19214" y="1234"/>
                </a:lnTo>
                <a:lnTo>
                  <a:pt x="0" y="12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27"/>
          <p:cNvSpPr/>
          <p:nvPr/>
        </p:nvSpPr>
        <p:spPr>
          <a:xfrm>
            <a:off x="2486475" y="2793881"/>
            <a:ext cx="2150726" cy="28367"/>
          </a:xfrm>
          <a:custGeom>
            <a:avLst/>
            <a:gdLst/>
            <a:ahLst/>
            <a:cxnLst/>
            <a:rect l="l" t="t" r="r" b="b"/>
            <a:pathLst>
              <a:path w="95202" h="1369" extrusionOk="0">
                <a:moveTo>
                  <a:pt x="0" y="1"/>
                </a:moveTo>
                <a:lnTo>
                  <a:pt x="95202" y="1"/>
                </a:lnTo>
                <a:lnTo>
                  <a:pt x="95202" y="1369"/>
                </a:lnTo>
                <a:lnTo>
                  <a:pt x="0" y="1369"/>
                </a:lnTo>
                <a:close/>
              </a:path>
            </a:pathLst>
          </a:custGeom>
          <a:solidFill>
            <a:srgbClr val="59DE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27"/>
          <p:cNvSpPr/>
          <p:nvPr/>
        </p:nvSpPr>
        <p:spPr>
          <a:xfrm>
            <a:off x="3520033" y="2580899"/>
            <a:ext cx="83610" cy="77095"/>
          </a:xfrm>
          <a:custGeom>
            <a:avLst/>
            <a:gdLst/>
            <a:ahLst/>
            <a:cxnLst/>
            <a:rect l="l" t="t" r="r" b="b"/>
            <a:pathLst>
              <a:path w="1769" h="1769" extrusionOk="0">
                <a:moveTo>
                  <a:pt x="901" y="1768"/>
                </a:moveTo>
                <a:cubicBezTo>
                  <a:pt x="401" y="1768"/>
                  <a:pt x="0" y="1368"/>
                  <a:pt x="0" y="868"/>
                </a:cubicBezTo>
                <a:cubicBezTo>
                  <a:pt x="0" y="401"/>
                  <a:pt x="401" y="0"/>
                  <a:pt x="901" y="0"/>
                </a:cubicBezTo>
                <a:cubicBezTo>
                  <a:pt x="1401" y="0"/>
                  <a:pt x="1768" y="401"/>
                  <a:pt x="1768" y="868"/>
                </a:cubicBezTo>
                <a:cubicBezTo>
                  <a:pt x="1768" y="1368"/>
                  <a:pt x="1401" y="1768"/>
                  <a:pt x="901" y="1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27"/>
          <p:cNvSpPr txBox="1"/>
          <p:nvPr/>
        </p:nvSpPr>
        <p:spPr>
          <a:xfrm>
            <a:off x="2779021" y="1899123"/>
            <a:ext cx="1565633" cy="47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25%</a:t>
            </a:r>
            <a:endParaRPr sz="240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46" name="Google Shape;646;p27"/>
          <p:cNvSpPr txBox="1"/>
          <p:nvPr/>
        </p:nvSpPr>
        <p:spPr>
          <a:xfrm>
            <a:off x="2816017" y="3277456"/>
            <a:ext cx="1408031" cy="136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innovation </a:t>
            </a:r>
            <a:endParaRPr sz="2000" dirty="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47" name="Google Shape;647;p27"/>
          <p:cNvSpPr/>
          <p:nvPr/>
        </p:nvSpPr>
        <p:spPr>
          <a:xfrm>
            <a:off x="7413869" y="2603721"/>
            <a:ext cx="691726" cy="315058"/>
          </a:xfrm>
          <a:custGeom>
            <a:avLst/>
            <a:gdLst/>
            <a:ahLst/>
            <a:cxnLst/>
            <a:rect l="l" t="t" r="r" b="b"/>
            <a:pathLst>
              <a:path w="40630" h="17780" extrusionOk="0">
                <a:moveTo>
                  <a:pt x="30789" y="0"/>
                </a:moveTo>
                <a:lnTo>
                  <a:pt x="9807" y="0"/>
                </a:lnTo>
                <a:lnTo>
                  <a:pt x="0" y="17780"/>
                </a:lnTo>
                <a:lnTo>
                  <a:pt x="40629" y="17780"/>
                </a:lnTo>
                <a:close/>
              </a:path>
            </a:pathLst>
          </a:custGeom>
          <a:solidFill>
            <a:srgbClr val="7862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27"/>
          <p:cNvSpPr/>
          <p:nvPr/>
        </p:nvSpPr>
        <p:spPr>
          <a:xfrm>
            <a:off x="6832618" y="1551654"/>
            <a:ext cx="1854229" cy="1131941"/>
          </a:xfrm>
          <a:custGeom>
            <a:avLst/>
            <a:gdLst/>
            <a:ahLst/>
            <a:cxnLst/>
            <a:rect l="l" t="t" r="r" b="b"/>
            <a:pathLst>
              <a:path w="108912" h="63880" extrusionOk="0">
                <a:moveTo>
                  <a:pt x="103875" y="1"/>
                </a:moveTo>
                <a:lnTo>
                  <a:pt x="5071" y="1"/>
                </a:lnTo>
                <a:cubicBezTo>
                  <a:pt x="2269" y="1"/>
                  <a:pt x="1" y="2269"/>
                  <a:pt x="1" y="5037"/>
                </a:cubicBezTo>
                <a:lnTo>
                  <a:pt x="1" y="58809"/>
                </a:lnTo>
                <a:cubicBezTo>
                  <a:pt x="1" y="61611"/>
                  <a:pt x="2269" y="63880"/>
                  <a:pt x="5071" y="63880"/>
                </a:cubicBezTo>
                <a:lnTo>
                  <a:pt x="103875" y="63880"/>
                </a:lnTo>
                <a:cubicBezTo>
                  <a:pt x="106644" y="63880"/>
                  <a:pt x="108912" y="61578"/>
                  <a:pt x="108912" y="58809"/>
                </a:cubicBezTo>
                <a:lnTo>
                  <a:pt x="108912" y="5037"/>
                </a:lnTo>
                <a:cubicBezTo>
                  <a:pt x="108912" y="2269"/>
                  <a:pt x="106644" y="1"/>
                  <a:pt x="10387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27"/>
          <p:cNvSpPr/>
          <p:nvPr/>
        </p:nvSpPr>
        <p:spPr>
          <a:xfrm>
            <a:off x="6905307" y="1619623"/>
            <a:ext cx="1708852" cy="903781"/>
          </a:xfrm>
          <a:custGeom>
            <a:avLst/>
            <a:gdLst/>
            <a:ahLst/>
            <a:cxnLst/>
            <a:rect l="l" t="t" r="r" b="b"/>
            <a:pathLst>
              <a:path w="100373" h="51004" extrusionOk="0">
                <a:moveTo>
                  <a:pt x="0" y="1"/>
                </a:moveTo>
                <a:lnTo>
                  <a:pt x="100372" y="1"/>
                </a:lnTo>
                <a:lnTo>
                  <a:pt x="100372" y="51004"/>
                </a:lnTo>
                <a:lnTo>
                  <a:pt x="0" y="5100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7"/>
          <p:cNvSpPr txBox="1"/>
          <p:nvPr/>
        </p:nvSpPr>
        <p:spPr>
          <a:xfrm>
            <a:off x="6976502" y="1893473"/>
            <a:ext cx="15657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25%</a:t>
            </a:r>
            <a:endParaRPr sz="24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51" name="Google Shape;651;p27"/>
          <p:cNvSpPr/>
          <p:nvPr/>
        </p:nvSpPr>
        <p:spPr>
          <a:xfrm rot="10800000" flipH="1">
            <a:off x="7166057" y="2875768"/>
            <a:ext cx="1187351" cy="47294"/>
          </a:xfrm>
          <a:custGeom>
            <a:avLst/>
            <a:gdLst/>
            <a:ahLst/>
            <a:cxnLst/>
            <a:rect l="l" t="t" r="r" b="b"/>
            <a:pathLst>
              <a:path w="125991" h="2669" extrusionOk="0">
                <a:moveTo>
                  <a:pt x="0" y="0"/>
                </a:moveTo>
                <a:cubicBezTo>
                  <a:pt x="0" y="1468"/>
                  <a:pt x="1235" y="2669"/>
                  <a:pt x="2702" y="2669"/>
                </a:cubicBezTo>
                <a:lnTo>
                  <a:pt x="123288" y="2669"/>
                </a:lnTo>
                <a:cubicBezTo>
                  <a:pt x="124789" y="2669"/>
                  <a:pt x="125990" y="1468"/>
                  <a:pt x="1259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7"/>
          <p:cNvSpPr txBox="1"/>
          <p:nvPr/>
        </p:nvSpPr>
        <p:spPr>
          <a:xfrm>
            <a:off x="6950651" y="4083942"/>
            <a:ext cx="1565700" cy="6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27"/>
          <p:cNvSpPr txBox="1"/>
          <p:nvPr/>
        </p:nvSpPr>
        <p:spPr>
          <a:xfrm>
            <a:off x="6748970" y="3517007"/>
            <a:ext cx="1951016" cy="813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Infrastructure and Logistics </a:t>
            </a:r>
            <a:endParaRPr sz="2000" dirty="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54" name="Google Shape;654;p27"/>
          <p:cNvSpPr/>
          <p:nvPr/>
        </p:nvSpPr>
        <p:spPr>
          <a:xfrm>
            <a:off x="7707289" y="2550657"/>
            <a:ext cx="104902" cy="104869"/>
          </a:xfrm>
          <a:custGeom>
            <a:avLst/>
            <a:gdLst/>
            <a:ahLst/>
            <a:cxnLst/>
            <a:rect l="l" t="t" r="r" b="b"/>
            <a:pathLst>
              <a:path w="3237" h="3236" extrusionOk="0">
                <a:moveTo>
                  <a:pt x="1602" y="0"/>
                </a:moveTo>
                <a:cubicBezTo>
                  <a:pt x="735" y="0"/>
                  <a:pt x="1" y="701"/>
                  <a:pt x="1" y="1601"/>
                </a:cubicBezTo>
                <a:cubicBezTo>
                  <a:pt x="1" y="2502"/>
                  <a:pt x="735" y="3236"/>
                  <a:pt x="1602" y="3236"/>
                </a:cubicBezTo>
                <a:cubicBezTo>
                  <a:pt x="2502" y="3236"/>
                  <a:pt x="3236" y="2502"/>
                  <a:pt x="3236" y="1601"/>
                </a:cubicBezTo>
                <a:cubicBezTo>
                  <a:pt x="3236" y="734"/>
                  <a:pt x="2502" y="0"/>
                  <a:pt x="160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7"/>
          <p:cNvSpPr/>
          <p:nvPr/>
        </p:nvSpPr>
        <p:spPr>
          <a:xfrm>
            <a:off x="5616474" y="1696742"/>
            <a:ext cx="273868" cy="23849"/>
          </a:xfrm>
          <a:custGeom>
            <a:avLst/>
            <a:gdLst/>
            <a:ahLst/>
            <a:cxnLst/>
            <a:rect l="l" t="t" r="r" b="b"/>
            <a:pathLst>
              <a:path w="8441" h="735" extrusionOk="0">
                <a:moveTo>
                  <a:pt x="8040" y="734"/>
                </a:moveTo>
                <a:lnTo>
                  <a:pt x="368" y="734"/>
                </a:lnTo>
                <a:cubicBezTo>
                  <a:pt x="168" y="734"/>
                  <a:pt x="1" y="568"/>
                  <a:pt x="1" y="367"/>
                </a:cubicBezTo>
                <a:lnTo>
                  <a:pt x="1" y="367"/>
                </a:lnTo>
                <a:cubicBezTo>
                  <a:pt x="1" y="167"/>
                  <a:pt x="168" y="1"/>
                  <a:pt x="368" y="1"/>
                </a:cubicBezTo>
                <a:lnTo>
                  <a:pt x="8040" y="1"/>
                </a:lnTo>
                <a:cubicBezTo>
                  <a:pt x="8273" y="1"/>
                  <a:pt x="8440" y="167"/>
                  <a:pt x="8440" y="367"/>
                </a:cubicBezTo>
                <a:lnTo>
                  <a:pt x="8440" y="367"/>
                </a:lnTo>
                <a:cubicBezTo>
                  <a:pt x="8440" y="568"/>
                  <a:pt x="8273" y="734"/>
                  <a:pt x="8040" y="734"/>
                </a:cubicBezTo>
                <a:close/>
              </a:path>
            </a:pathLst>
          </a:custGeom>
          <a:solidFill>
            <a:srgbClr val="E4A1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7"/>
          <p:cNvSpPr/>
          <p:nvPr/>
        </p:nvSpPr>
        <p:spPr>
          <a:xfrm>
            <a:off x="5405188" y="1557077"/>
            <a:ext cx="677327" cy="1354792"/>
          </a:xfrm>
          <a:custGeom>
            <a:avLst/>
            <a:gdLst/>
            <a:ahLst/>
            <a:cxnLst/>
            <a:rect l="l" t="t" r="r" b="b"/>
            <a:pathLst>
              <a:path w="19981" h="39963" extrusionOk="0">
                <a:moveTo>
                  <a:pt x="15911" y="1"/>
                </a:moveTo>
                <a:lnTo>
                  <a:pt x="4070" y="1"/>
                </a:lnTo>
                <a:cubicBezTo>
                  <a:pt x="1835" y="1"/>
                  <a:pt x="0" y="1835"/>
                  <a:pt x="0" y="4104"/>
                </a:cubicBezTo>
                <a:lnTo>
                  <a:pt x="0" y="35893"/>
                </a:lnTo>
                <a:cubicBezTo>
                  <a:pt x="0" y="38128"/>
                  <a:pt x="1835" y="39963"/>
                  <a:pt x="4070" y="39963"/>
                </a:cubicBezTo>
                <a:lnTo>
                  <a:pt x="15911" y="39963"/>
                </a:lnTo>
                <a:cubicBezTo>
                  <a:pt x="18146" y="39963"/>
                  <a:pt x="19981" y="38128"/>
                  <a:pt x="19981" y="35893"/>
                </a:cubicBezTo>
                <a:lnTo>
                  <a:pt x="19981" y="4104"/>
                </a:lnTo>
                <a:cubicBezTo>
                  <a:pt x="19981" y="1835"/>
                  <a:pt x="18146" y="1"/>
                  <a:pt x="1591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7"/>
          <p:cNvSpPr/>
          <p:nvPr/>
        </p:nvSpPr>
        <p:spPr>
          <a:xfrm>
            <a:off x="5430695" y="1698426"/>
            <a:ext cx="626313" cy="1025713"/>
          </a:xfrm>
          <a:custGeom>
            <a:avLst/>
            <a:gdLst/>
            <a:ahLst/>
            <a:cxnLst/>
            <a:rect l="l" t="t" r="r" b="b"/>
            <a:pathLst>
              <a:path w="17047" h="30256" extrusionOk="0">
                <a:moveTo>
                  <a:pt x="1" y="0"/>
                </a:moveTo>
                <a:lnTo>
                  <a:pt x="17046" y="0"/>
                </a:lnTo>
                <a:lnTo>
                  <a:pt x="17046" y="30255"/>
                </a:lnTo>
                <a:lnTo>
                  <a:pt x="1" y="3025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27"/>
          <p:cNvSpPr/>
          <p:nvPr/>
        </p:nvSpPr>
        <p:spPr>
          <a:xfrm>
            <a:off x="5688987" y="2764784"/>
            <a:ext cx="109730" cy="109704"/>
          </a:xfrm>
          <a:custGeom>
            <a:avLst/>
            <a:gdLst/>
            <a:ahLst/>
            <a:cxnLst/>
            <a:rect l="l" t="t" r="r" b="b"/>
            <a:pathLst>
              <a:path w="3237" h="3236" extrusionOk="0">
                <a:moveTo>
                  <a:pt x="1602" y="0"/>
                </a:moveTo>
                <a:cubicBezTo>
                  <a:pt x="735" y="0"/>
                  <a:pt x="1" y="701"/>
                  <a:pt x="1" y="1601"/>
                </a:cubicBezTo>
                <a:cubicBezTo>
                  <a:pt x="1" y="2502"/>
                  <a:pt x="735" y="3236"/>
                  <a:pt x="1602" y="3236"/>
                </a:cubicBezTo>
                <a:cubicBezTo>
                  <a:pt x="2502" y="3236"/>
                  <a:pt x="3236" y="2502"/>
                  <a:pt x="3236" y="1601"/>
                </a:cubicBezTo>
                <a:cubicBezTo>
                  <a:pt x="3236" y="734"/>
                  <a:pt x="2502" y="0"/>
                  <a:pt x="160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27"/>
          <p:cNvSpPr txBox="1"/>
          <p:nvPr/>
        </p:nvSpPr>
        <p:spPr>
          <a:xfrm>
            <a:off x="4786152" y="4083942"/>
            <a:ext cx="1792800" cy="6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0" name="Google Shape;660;p27"/>
          <p:cNvSpPr txBox="1"/>
          <p:nvPr/>
        </p:nvSpPr>
        <p:spPr>
          <a:xfrm>
            <a:off x="4881601" y="3510097"/>
            <a:ext cx="1951017" cy="927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Data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utilization </a:t>
            </a:r>
            <a:endParaRPr sz="2000" dirty="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61" name="Google Shape;661;p27"/>
          <p:cNvSpPr txBox="1"/>
          <p:nvPr/>
        </p:nvSpPr>
        <p:spPr>
          <a:xfrm>
            <a:off x="4961035" y="1892828"/>
            <a:ext cx="1565633" cy="47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30%</a:t>
            </a:r>
            <a:endParaRPr sz="24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30"/>
          <p:cNvSpPr/>
          <p:nvPr/>
        </p:nvSpPr>
        <p:spPr>
          <a:xfrm>
            <a:off x="2938050" y="1168049"/>
            <a:ext cx="3267900" cy="3147000"/>
          </a:xfrm>
          <a:prstGeom prst="pie">
            <a:avLst>
              <a:gd name="adj1" fmla="val 15194939"/>
              <a:gd name="adj2" fmla="val 20661952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30"/>
          <p:cNvSpPr/>
          <p:nvPr/>
        </p:nvSpPr>
        <p:spPr>
          <a:xfrm>
            <a:off x="4975247" y="1784810"/>
            <a:ext cx="920366" cy="838373"/>
          </a:xfrm>
          <a:custGeom>
            <a:avLst/>
            <a:gdLst/>
            <a:ahLst/>
            <a:cxnLst/>
            <a:rect l="l" t="t" r="r" b="b"/>
            <a:pathLst>
              <a:path w="29589" h="26953" extrusionOk="0">
                <a:moveTo>
                  <a:pt x="14794" y="0"/>
                </a:moveTo>
                <a:cubicBezTo>
                  <a:pt x="11342" y="0"/>
                  <a:pt x="7889" y="1318"/>
                  <a:pt x="5271" y="3953"/>
                </a:cubicBezTo>
                <a:cubicBezTo>
                  <a:pt x="1" y="9224"/>
                  <a:pt x="1" y="17763"/>
                  <a:pt x="5271" y="23000"/>
                </a:cubicBezTo>
                <a:cubicBezTo>
                  <a:pt x="7889" y="25635"/>
                  <a:pt x="11342" y="26953"/>
                  <a:pt x="14794" y="26953"/>
                </a:cubicBezTo>
                <a:cubicBezTo>
                  <a:pt x="18247" y="26953"/>
                  <a:pt x="21699" y="25635"/>
                  <a:pt x="24318" y="23000"/>
                </a:cubicBezTo>
                <a:cubicBezTo>
                  <a:pt x="29588" y="17763"/>
                  <a:pt x="29588" y="9224"/>
                  <a:pt x="24318" y="3953"/>
                </a:cubicBezTo>
                <a:cubicBezTo>
                  <a:pt x="21699" y="1318"/>
                  <a:pt x="18247" y="0"/>
                  <a:pt x="14794" y="0"/>
                </a:cubicBezTo>
                <a:close/>
              </a:path>
            </a:pathLst>
          </a:custGeom>
          <a:solidFill>
            <a:schemeClr val="accent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30"/>
          <p:cNvSpPr/>
          <p:nvPr/>
        </p:nvSpPr>
        <p:spPr>
          <a:xfrm>
            <a:off x="5175431" y="1971765"/>
            <a:ext cx="217713" cy="218576"/>
          </a:xfrm>
          <a:custGeom>
            <a:avLst/>
            <a:gdLst/>
            <a:ahLst/>
            <a:cxnLst/>
            <a:rect l="l" t="t" r="r" b="b"/>
            <a:pathLst>
              <a:path w="23161" h="23259" extrusionOk="0">
                <a:moveTo>
                  <a:pt x="11580" y="0"/>
                </a:moveTo>
                <a:cubicBezTo>
                  <a:pt x="5187" y="0"/>
                  <a:pt x="0" y="5187"/>
                  <a:pt x="0" y="11613"/>
                </a:cubicBezTo>
                <a:cubicBezTo>
                  <a:pt x="0" y="18039"/>
                  <a:pt x="5187" y="23258"/>
                  <a:pt x="11580" y="23258"/>
                </a:cubicBezTo>
                <a:cubicBezTo>
                  <a:pt x="17974" y="23258"/>
                  <a:pt x="23160" y="18039"/>
                  <a:pt x="23160" y="11613"/>
                </a:cubicBezTo>
                <a:cubicBezTo>
                  <a:pt x="23160" y="5187"/>
                  <a:pt x="17974" y="0"/>
                  <a:pt x="11580" y="0"/>
                </a:cubicBezTo>
                <a:close/>
              </a:path>
            </a:pathLst>
          </a:custGeom>
          <a:solidFill>
            <a:srgbClr val="94D4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30"/>
          <p:cNvSpPr txBox="1">
            <a:spLocks noGrp="1"/>
          </p:cNvSpPr>
          <p:nvPr>
            <p:ph type="title"/>
          </p:nvPr>
        </p:nvSpPr>
        <p:spPr>
          <a:xfrm>
            <a:off x="2514600" y="445575"/>
            <a:ext cx="4114800" cy="32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4">
                    <a:lumMod val="50000"/>
                  </a:schemeClr>
                </a:solidFill>
                <a:latin typeface="Elephant" panose="02020904090505020303" pitchFamily="18" charset="0"/>
              </a:rPr>
              <a:t>Conclusion</a:t>
            </a:r>
            <a:r>
              <a:rPr lang="en-GB" dirty="0"/>
              <a:t> </a:t>
            </a:r>
            <a:endParaRPr dirty="0"/>
          </a:p>
        </p:txBody>
      </p:sp>
      <p:grpSp>
        <p:nvGrpSpPr>
          <p:cNvPr id="835" name="Google Shape;835;p30"/>
          <p:cNvGrpSpPr/>
          <p:nvPr/>
        </p:nvGrpSpPr>
        <p:grpSpPr>
          <a:xfrm>
            <a:off x="457299" y="1223765"/>
            <a:ext cx="1978372" cy="1313171"/>
            <a:chOff x="885226" y="1162570"/>
            <a:chExt cx="1772100" cy="1176255"/>
          </a:xfrm>
        </p:grpSpPr>
        <p:sp>
          <p:nvSpPr>
            <p:cNvPr id="836" name="Google Shape;836;p30"/>
            <p:cNvSpPr/>
            <p:nvPr/>
          </p:nvSpPr>
          <p:spPr>
            <a:xfrm>
              <a:off x="885226" y="1664840"/>
              <a:ext cx="1772100" cy="6739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Professional practices in e commerce have some rules like being fair and keeping customers info safe. 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7" name="Google Shape;837;p30"/>
            <p:cNvSpPr/>
            <p:nvPr/>
          </p:nvSpPr>
          <p:spPr>
            <a:xfrm>
              <a:off x="885226" y="1162570"/>
              <a:ext cx="14865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Recap </a:t>
              </a:r>
              <a:endParaRPr sz="20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838" name="Google Shape;838;p30"/>
          <p:cNvGrpSpPr/>
          <p:nvPr/>
        </p:nvGrpSpPr>
        <p:grpSpPr>
          <a:xfrm>
            <a:off x="457299" y="3284067"/>
            <a:ext cx="2170414" cy="1859433"/>
            <a:chOff x="885225" y="2792795"/>
            <a:chExt cx="1944118" cy="1665563"/>
          </a:xfrm>
        </p:grpSpPr>
        <p:sp>
          <p:nvSpPr>
            <p:cNvPr id="839" name="Google Shape;839;p30"/>
            <p:cNvSpPr/>
            <p:nvPr/>
          </p:nvSpPr>
          <p:spPr>
            <a:xfrm>
              <a:off x="906283" y="3099714"/>
              <a:ext cx="1923060" cy="13586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 helps business earn trust and it eventually grows overtime. 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0" name="Google Shape;840;p30"/>
            <p:cNvSpPr/>
            <p:nvPr/>
          </p:nvSpPr>
          <p:spPr>
            <a:xfrm>
              <a:off x="885225" y="2792795"/>
              <a:ext cx="14865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Importance of maintaining professional standard </a:t>
              </a:r>
              <a:endParaRPr sz="2000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841" name="Google Shape;841;p30"/>
          <p:cNvGrpSpPr/>
          <p:nvPr/>
        </p:nvGrpSpPr>
        <p:grpSpPr>
          <a:xfrm>
            <a:off x="6705902" y="1223765"/>
            <a:ext cx="1980772" cy="1313172"/>
            <a:chOff x="6482326" y="1162570"/>
            <a:chExt cx="1774249" cy="1176256"/>
          </a:xfrm>
        </p:grpSpPr>
        <p:sp>
          <p:nvSpPr>
            <p:cNvPr id="842" name="Google Shape;842;p30"/>
            <p:cNvSpPr/>
            <p:nvPr/>
          </p:nvSpPr>
          <p:spPr>
            <a:xfrm>
              <a:off x="6482326" y="1458025"/>
              <a:ext cx="1772100" cy="88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The Market is evolving and soon we will have to use AI tools for shopping. 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3" name="Google Shape;843;p30"/>
            <p:cNvSpPr/>
            <p:nvPr/>
          </p:nvSpPr>
          <p:spPr>
            <a:xfrm>
              <a:off x="6770075" y="1162570"/>
              <a:ext cx="14865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Future trends </a:t>
              </a:r>
              <a:endParaRPr sz="20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844" name="Google Shape;844;p30"/>
          <p:cNvGrpSpPr/>
          <p:nvPr/>
        </p:nvGrpSpPr>
        <p:grpSpPr>
          <a:xfrm>
            <a:off x="6708329" y="3248922"/>
            <a:ext cx="1978372" cy="1324447"/>
            <a:chOff x="6484500" y="2792795"/>
            <a:chExt cx="1772100" cy="1186356"/>
          </a:xfrm>
        </p:grpSpPr>
        <p:sp>
          <p:nvSpPr>
            <p:cNvPr id="845" name="Google Shape;845;p30"/>
            <p:cNvSpPr/>
            <p:nvPr/>
          </p:nvSpPr>
          <p:spPr>
            <a:xfrm>
              <a:off x="6484500" y="3085750"/>
              <a:ext cx="1772100" cy="8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There are hackers trying to steal info, complicated rules of govt, and lots of competitors. 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6" name="Google Shape;846;p30"/>
            <p:cNvSpPr/>
            <p:nvPr/>
          </p:nvSpPr>
          <p:spPr>
            <a:xfrm>
              <a:off x="6770075" y="2792795"/>
              <a:ext cx="1486500" cy="3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Challenges </a:t>
              </a:r>
              <a:endParaRPr sz="20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847" name="Google Shape;847;p30"/>
          <p:cNvSpPr/>
          <p:nvPr/>
        </p:nvSpPr>
        <p:spPr>
          <a:xfrm>
            <a:off x="2938050" y="1168049"/>
            <a:ext cx="3267900" cy="3147000"/>
          </a:xfrm>
          <a:prstGeom prst="pie">
            <a:avLst>
              <a:gd name="adj1" fmla="val 0"/>
              <a:gd name="adj2" fmla="val 5372984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30"/>
          <p:cNvSpPr/>
          <p:nvPr/>
        </p:nvSpPr>
        <p:spPr>
          <a:xfrm flipH="1">
            <a:off x="2938050" y="1168049"/>
            <a:ext cx="3267900" cy="3147000"/>
          </a:xfrm>
          <a:prstGeom prst="pie">
            <a:avLst>
              <a:gd name="adj1" fmla="val 1907329"/>
              <a:gd name="adj2" fmla="val 4689951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30"/>
          <p:cNvSpPr/>
          <p:nvPr/>
        </p:nvSpPr>
        <p:spPr>
          <a:xfrm flipH="1">
            <a:off x="2938050" y="1168049"/>
            <a:ext cx="3267900" cy="3147000"/>
          </a:xfrm>
          <a:prstGeom prst="pie">
            <a:avLst>
              <a:gd name="adj1" fmla="val 17731277"/>
              <a:gd name="adj2" fmla="val 2132189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30"/>
          <p:cNvSpPr/>
          <p:nvPr/>
        </p:nvSpPr>
        <p:spPr>
          <a:xfrm>
            <a:off x="3857400" y="2026949"/>
            <a:ext cx="1429200" cy="142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30"/>
          <p:cNvSpPr/>
          <p:nvPr/>
        </p:nvSpPr>
        <p:spPr>
          <a:xfrm>
            <a:off x="3304734" y="3438396"/>
            <a:ext cx="950444" cy="839026"/>
          </a:xfrm>
          <a:custGeom>
            <a:avLst/>
            <a:gdLst/>
            <a:ahLst/>
            <a:cxnLst/>
            <a:rect l="l" t="t" r="r" b="b"/>
            <a:pathLst>
              <a:path w="30556" h="26974" extrusionOk="0">
                <a:moveTo>
                  <a:pt x="15264" y="1"/>
                </a:moveTo>
                <a:cubicBezTo>
                  <a:pt x="12464" y="1"/>
                  <a:pt x="9635" y="867"/>
                  <a:pt x="7206" y="2663"/>
                </a:cubicBezTo>
                <a:cubicBezTo>
                  <a:pt x="1235" y="7099"/>
                  <a:pt x="0" y="15572"/>
                  <a:pt x="4437" y="21543"/>
                </a:cubicBezTo>
                <a:cubicBezTo>
                  <a:pt x="7098" y="25098"/>
                  <a:pt x="11166" y="26974"/>
                  <a:pt x="15282" y="26974"/>
                </a:cubicBezTo>
                <a:cubicBezTo>
                  <a:pt x="18081" y="26974"/>
                  <a:pt x="20901" y="26107"/>
                  <a:pt x="23317" y="24312"/>
                </a:cubicBezTo>
                <a:cubicBezTo>
                  <a:pt x="29288" y="19875"/>
                  <a:pt x="30556" y="11402"/>
                  <a:pt x="26086" y="5431"/>
                </a:cubicBezTo>
                <a:cubicBezTo>
                  <a:pt x="23445" y="1877"/>
                  <a:pt x="19385" y="1"/>
                  <a:pt x="15264" y="1"/>
                </a:cubicBezTo>
                <a:close/>
              </a:path>
            </a:pathLst>
          </a:custGeom>
          <a:solidFill>
            <a:schemeClr val="accent4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30"/>
          <p:cNvSpPr/>
          <p:nvPr/>
        </p:nvSpPr>
        <p:spPr>
          <a:xfrm>
            <a:off x="4975247" y="3437681"/>
            <a:ext cx="920366" cy="839431"/>
          </a:xfrm>
          <a:custGeom>
            <a:avLst/>
            <a:gdLst/>
            <a:ahLst/>
            <a:cxnLst/>
            <a:rect l="l" t="t" r="r" b="b"/>
            <a:pathLst>
              <a:path w="29589" h="26987" extrusionOk="0">
                <a:moveTo>
                  <a:pt x="14782" y="0"/>
                </a:moveTo>
                <a:cubicBezTo>
                  <a:pt x="11334" y="0"/>
                  <a:pt x="7889" y="1318"/>
                  <a:pt x="5271" y="3953"/>
                </a:cubicBezTo>
                <a:cubicBezTo>
                  <a:pt x="1" y="9224"/>
                  <a:pt x="1" y="17763"/>
                  <a:pt x="5271" y="23034"/>
                </a:cubicBezTo>
                <a:cubicBezTo>
                  <a:pt x="7889" y="25669"/>
                  <a:pt x="11334" y="26986"/>
                  <a:pt x="14782" y="26986"/>
                </a:cubicBezTo>
                <a:cubicBezTo>
                  <a:pt x="18230" y="26986"/>
                  <a:pt x="21683" y="25669"/>
                  <a:pt x="24318" y="23034"/>
                </a:cubicBezTo>
                <a:cubicBezTo>
                  <a:pt x="29588" y="17763"/>
                  <a:pt x="29588" y="9224"/>
                  <a:pt x="24318" y="3953"/>
                </a:cubicBezTo>
                <a:cubicBezTo>
                  <a:pt x="21683" y="1318"/>
                  <a:pt x="18230" y="0"/>
                  <a:pt x="14782" y="0"/>
                </a:cubicBezTo>
                <a:close/>
              </a:path>
            </a:pathLst>
          </a:custGeom>
          <a:solidFill>
            <a:schemeClr val="accent3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30"/>
          <p:cNvSpPr/>
          <p:nvPr/>
        </p:nvSpPr>
        <p:spPr>
          <a:xfrm>
            <a:off x="3304734" y="1784499"/>
            <a:ext cx="950444" cy="839462"/>
          </a:xfrm>
          <a:custGeom>
            <a:avLst/>
            <a:gdLst/>
            <a:ahLst/>
            <a:cxnLst/>
            <a:rect l="l" t="t" r="r" b="b"/>
            <a:pathLst>
              <a:path w="30556" h="26988" extrusionOk="0">
                <a:moveTo>
                  <a:pt x="15271" y="0"/>
                </a:moveTo>
                <a:cubicBezTo>
                  <a:pt x="12476" y="0"/>
                  <a:pt x="9655" y="867"/>
                  <a:pt x="7239" y="2662"/>
                </a:cubicBezTo>
                <a:cubicBezTo>
                  <a:pt x="1235" y="7132"/>
                  <a:pt x="0" y="15572"/>
                  <a:pt x="4470" y="21542"/>
                </a:cubicBezTo>
                <a:cubicBezTo>
                  <a:pt x="7113" y="25100"/>
                  <a:pt x="11177" y="26987"/>
                  <a:pt x="15293" y="26987"/>
                </a:cubicBezTo>
                <a:cubicBezTo>
                  <a:pt x="18086" y="26987"/>
                  <a:pt x="20903" y="26118"/>
                  <a:pt x="23317" y="24311"/>
                </a:cubicBezTo>
                <a:cubicBezTo>
                  <a:pt x="29288" y="19875"/>
                  <a:pt x="30556" y="11435"/>
                  <a:pt x="26086" y="5431"/>
                </a:cubicBezTo>
                <a:cubicBezTo>
                  <a:pt x="23445" y="1876"/>
                  <a:pt x="19385" y="0"/>
                  <a:pt x="15271" y="0"/>
                </a:cubicBezTo>
                <a:close/>
              </a:path>
            </a:pathLst>
          </a:custGeom>
          <a:solidFill>
            <a:schemeClr val="accen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4" name="Google Shape;854;p30"/>
          <p:cNvGrpSpPr/>
          <p:nvPr/>
        </p:nvGrpSpPr>
        <p:grpSpPr>
          <a:xfrm>
            <a:off x="5201326" y="3559270"/>
            <a:ext cx="468207" cy="596253"/>
            <a:chOff x="1889025" y="-3117200"/>
            <a:chExt cx="1335825" cy="1701150"/>
          </a:xfrm>
        </p:grpSpPr>
        <p:sp>
          <p:nvSpPr>
            <p:cNvPr id="855" name="Google Shape;855;p30"/>
            <p:cNvSpPr/>
            <p:nvPr/>
          </p:nvSpPr>
          <p:spPr>
            <a:xfrm>
              <a:off x="2070075" y="-2703750"/>
              <a:ext cx="690750" cy="690750"/>
            </a:xfrm>
            <a:custGeom>
              <a:avLst/>
              <a:gdLst/>
              <a:ahLst/>
              <a:cxnLst/>
              <a:rect l="l" t="t" r="r" b="b"/>
              <a:pathLst>
                <a:path w="27630" h="27630" extrusionOk="0">
                  <a:moveTo>
                    <a:pt x="13831" y="0"/>
                  </a:moveTo>
                  <a:cubicBezTo>
                    <a:pt x="6198" y="0"/>
                    <a:pt x="1" y="6198"/>
                    <a:pt x="1" y="13799"/>
                  </a:cubicBezTo>
                  <a:cubicBezTo>
                    <a:pt x="1" y="21432"/>
                    <a:pt x="6198" y="27629"/>
                    <a:pt x="13831" y="27629"/>
                  </a:cubicBezTo>
                  <a:cubicBezTo>
                    <a:pt x="21464" y="27629"/>
                    <a:pt x="27630" y="21432"/>
                    <a:pt x="27630" y="13799"/>
                  </a:cubicBezTo>
                  <a:cubicBezTo>
                    <a:pt x="27630" y="6198"/>
                    <a:pt x="21464" y="0"/>
                    <a:pt x="13831" y="0"/>
                  </a:cubicBezTo>
                  <a:close/>
                </a:path>
              </a:pathLst>
            </a:custGeom>
            <a:solidFill>
              <a:srgbClr val="E5B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0"/>
            <p:cNvSpPr/>
            <p:nvPr/>
          </p:nvSpPr>
          <p:spPr>
            <a:xfrm>
              <a:off x="2282925" y="-2583050"/>
              <a:ext cx="267500" cy="449350"/>
            </a:xfrm>
            <a:custGeom>
              <a:avLst/>
              <a:gdLst/>
              <a:ahLst/>
              <a:cxnLst/>
              <a:rect l="l" t="t" r="r" b="b"/>
              <a:pathLst>
                <a:path w="10700" h="17974" extrusionOk="0">
                  <a:moveTo>
                    <a:pt x="3817" y="4371"/>
                  </a:moveTo>
                  <a:lnTo>
                    <a:pt x="3817" y="6655"/>
                  </a:lnTo>
                  <a:cubicBezTo>
                    <a:pt x="3360" y="6394"/>
                    <a:pt x="3132" y="6002"/>
                    <a:pt x="3197" y="5513"/>
                  </a:cubicBezTo>
                  <a:cubicBezTo>
                    <a:pt x="3230" y="5056"/>
                    <a:pt x="3458" y="4632"/>
                    <a:pt x="3817" y="4371"/>
                  </a:cubicBezTo>
                  <a:close/>
                  <a:moveTo>
                    <a:pt x="6459" y="10569"/>
                  </a:moveTo>
                  <a:cubicBezTo>
                    <a:pt x="7503" y="11091"/>
                    <a:pt x="7894" y="12004"/>
                    <a:pt x="7797" y="12689"/>
                  </a:cubicBezTo>
                  <a:cubicBezTo>
                    <a:pt x="7731" y="13309"/>
                    <a:pt x="7242" y="13766"/>
                    <a:pt x="6459" y="13994"/>
                  </a:cubicBezTo>
                  <a:lnTo>
                    <a:pt x="6459" y="10569"/>
                  </a:lnTo>
                  <a:close/>
                  <a:moveTo>
                    <a:pt x="5154" y="0"/>
                  </a:moveTo>
                  <a:cubicBezTo>
                    <a:pt x="4404" y="0"/>
                    <a:pt x="3817" y="587"/>
                    <a:pt x="3817" y="1338"/>
                  </a:cubicBezTo>
                  <a:lnTo>
                    <a:pt x="3817" y="1566"/>
                  </a:lnTo>
                  <a:cubicBezTo>
                    <a:pt x="3654" y="1599"/>
                    <a:pt x="3523" y="1631"/>
                    <a:pt x="3360" y="1664"/>
                  </a:cubicBezTo>
                  <a:cubicBezTo>
                    <a:pt x="1827" y="2153"/>
                    <a:pt x="653" y="3654"/>
                    <a:pt x="522" y="5317"/>
                  </a:cubicBezTo>
                  <a:cubicBezTo>
                    <a:pt x="424" y="6981"/>
                    <a:pt x="1305" y="8416"/>
                    <a:pt x="2904" y="9199"/>
                  </a:cubicBezTo>
                  <a:cubicBezTo>
                    <a:pt x="3099" y="9297"/>
                    <a:pt x="3425" y="9427"/>
                    <a:pt x="3817" y="9558"/>
                  </a:cubicBezTo>
                  <a:lnTo>
                    <a:pt x="3817" y="13864"/>
                  </a:lnTo>
                  <a:cubicBezTo>
                    <a:pt x="3295" y="13668"/>
                    <a:pt x="2838" y="13407"/>
                    <a:pt x="2545" y="13016"/>
                  </a:cubicBezTo>
                  <a:cubicBezTo>
                    <a:pt x="2288" y="12685"/>
                    <a:pt x="1907" y="12520"/>
                    <a:pt x="1519" y="12520"/>
                  </a:cubicBezTo>
                  <a:cubicBezTo>
                    <a:pt x="1216" y="12520"/>
                    <a:pt x="910" y="12620"/>
                    <a:pt x="653" y="12820"/>
                  </a:cubicBezTo>
                  <a:cubicBezTo>
                    <a:pt x="98" y="13276"/>
                    <a:pt x="0" y="14125"/>
                    <a:pt x="457" y="14679"/>
                  </a:cubicBezTo>
                  <a:cubicBezTo>
                    <a:pt x="1338" y="15756"/>
                    <a:pt x="2577" y="16343"/>
                    <a:pt x="3817" y="16604"/>
                  </a:cubicBezTo>
                  <a:lnTo>
                    <a:pt x="3817" y="16636"/>
                  </a:lnTo>
                  <a:cubicBezTo>
                    <a:pt x="3817" y="17387"/>
                    <a:pt x="4404" y="17974"/>
                    <a:pt x="5154" y="17974"/>
                  </a:cubicBezTo>
                  <a:cubicBezTo>
                    <a:pt x="5872" y="17974"/>
                    <a:pt x="6459" y="17419"/>
                    <a:pt x="6492" y="16702"/>
                  </a:cubicBezTo>
                  <a:cubicBezTo>
                    <a:pt x="8645" y="16375"/>
                    <a:pt x="10178" y="14973"/>
                    <a:pt x="10439" y="13016"/>
                  </a:cubicBezTo>
                  <a:cubicBezTo>
                    <a:pt x="10700" y="10830"/>
                    <a:pt x="9264" y="8710"/>
                    <a:pt x="6948" y="7894"/>
                  </a:cubicBezTo>
                  <a:cubicBezTo>
                    <a:pt x="6785" y="7829"/>
                    <a:pt x="6622" y="7764"/>
                    <a:pt x="6459" y="7731"/>
                  </a:cubicBezTo>
                  <a:lnTo>
                    <a:pt x="6459" y="4208"/>
                  </a:lnTo>
                  <a:cubicBezTo>
                    <a:pt x="6818" y="4339"/>
                    <a:pt x="7046" y="4534"/>
                    <a:pt x="7177" y="4697"/>
                  </a:cubicBezTo>
                  <a:cubicBezTo>
                    <a:pt x="7439" y="5061"/>
                    <a:pt x="7851" y="5262"/>
                    <a:pt x="8267" y="5262"/>
                  </a:cubicBezTo>
                  <a:cubicBezTo>
                    <a:pt x="8522" y="5262"/>
                    <a:pt x="8780" y="5185"/>
                    <a:pt x="9003" y="5024"/>
                  </a:cubicBezTo>
                  <a:cubicBezTo>
                    <a:pt x="9623" y="4600"/>
                    <a:pt x="9754" y="3784"/>
                    <a:pt x="9330" y="3164"/>
                  </a:cubicBezTo>
                  <a:cubicBezTo>
                    <a:pt x="8775" y="2381"/>
                    <a:pt x="7797" y="1696"/>
                    <a:pt x="6459" y="1468"/>
                  </a:cubicBezTo>
                  <a:lnTo>
                    <a:pt x="6459" y="1338"/>
                  </a:lnTo>
                  <a:cubicBezTo>
                    <a:pt x="6459" y="587"/>
                    <a:pt x="5872" y="0"/>
                    <a:pt x="51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0"/>
            <p:cNvSpPr/>
            <p:nvPr/>
          </p:nvSpPr>
          <p:spPr>
            <a:xfrm>
              <a:off x="2360400" y="-1615075"/>
              <a:ext cx="110925" cy="66100"/>
            </a:xfrm>
            <a:custGeom>
              <a:avLst/>
              <a:gdLst/>
              <a:ahLst/>
              <a:cxnLst/>
              <a:rect l="l" t="t" r="r" b="b"/>
              <a:pathLst>
                <a:path w="4437" h="2644" extrusionOk="0">
                  <a:moveTo>
                    <a:pt x="1338" y="1"/>
                  </a:moveTo>
                  <a:cubicBezTo>
                    <a:pt x="587" y="1"/>
                    <a:pt x="0" y="588"/>
                    <a:pt x="0" y="1338"/>
                  </a:cubicBezTo>
                  <a:cubicBezTo>
                    <a:pt x="0" y="2056"/>
                    <a:pt x="587" y="2643"/>
                    <a:pt x="1338" y="2643"/>
                  </a:cubicBezTo>
                  <a:lnTo>
                    <a:pt x="3099" y="2643"/>
                  </a:lnTo>
                  <a:cubicBezTo>
                    <a:pt x="3849" y="2643"/>
                    <a:pt x="4437" y="2056"/>
                    <a:pt x="4437" y="1338"/>
                  </a:cubicBezTo>
                  <a:cubicBezTo>
                    <a:pt x="4437" y="588"/>
                    <a:pt x="3849" y="1"/>
                    <a:pt x="3099" y="1"/>
                  </a:cubicBezTo>
                  <a:close/>
                </a:path>
              </a:pathLst>
            </a:custGeom>
            <a:solidFill>
              <a:srgbClr val="E5B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0"/>
            <p:cNvSpPr/>
            <p:nvPr/>
          </p:nvSpPr>
          <p:spPr>
            <a:xfrm>
              <a:off x="1889025" y="-3117200"/>
              <a:ext cx="1335825" cy="1701150"/>
            </a:xfrm>
            <a:custGeom>
              <a:avLst/>
              <a:gdLst/>
              <a:ahLst/>
              <a:cxnLst/>
              <a:rect l="l" t="t" r="r" b="b"/>
              <a:pathLst>
                <a:path w="53433" h="68046" extrusionOk="0">
                  <a:moveTo>
                    <a:pt x="35720" y="2675"/>
                  </a:moveTo>
                  <a:cubicBezTo>
                    <a:pt x="37807" y="2675"/>
                    <a:pt x="39504" y="4339"/>
                    <a:pt x="39504" y="6394"/>
                  </a:cubicBezTo>
                  <a:lnTo>
                    <a:pt x="39504" y="8579"/>
                  </a:lnTo>
                  <a:lnTo>
                    <a:pt x="2643" y="8579"/>
                  </a:lnTo>
                  <a:lnTo>
                    <a:pt x="2643" y="6394"/>
                  </a:lnTo>
                  <a:cubicBezTo>
                    <a:pt x="2643" y="4339"/>
                    <a:pt x="4339" y="2675"/>
                    <a:pt x="6427" y="2675"/>
                  </a:cubicBezTo>
                  <a:close/>
                  <a:moveTo>
                    <a:pt x="40808" y="37937"/>
                  </a:moveTo>
                  <a:cubicBezTo>
                    <a:pt x="42961" y="37937"/>
                    <a:pt x="44723" y="39699"/>
                    <a:pt x="44723" y="41884"/>
                  </a:cubicBezTo>
                  <a:lnTo>
                    <a:pt x="44723" y="42700"/>
                  </a:lnTo>
                  <a:lnTo>
                    <a:pt x="36894" y="42700"/>
                  </a:lnTo>
                  <a:lnTo>
                    <a:pt x="36894" y="41884"/>
                  </a:lnTo>
                  <a:cubicBezTo>
                    <a:pt x="36894" y="39699"/>
                    <a:pt x="38656" y="37937"/>
                    <a:pt x="40808" y="37937"/>
                  </a:cubicBezTo>
                  <a:close/>
                  <a:moveTo>
                    <a:pt x="39504" y="11254"/>
                  </a:moveTo>
                  <a:lnTo>
                    <a:pt x="39504" y="35425"/>
                  </a:lnTo>
                  <a:cubicBezTo>
                    <a:pt x="36503" y="36045"/>
                    <a:pt x="34252" y="38687"/>
                    <a:pt x="34252" y="41884"/>
                  </a:cubicBezTo>
                  <a:lnTo>
                    <a:pt x="34252" y="42700"/>
                  </a:lnTo>
                  <a:lnTo>
                    <a:pt x="29522" y="42700"/>
                  </a:lnTo>
                  <a:cubicBezTo>
                    <a:pt x="28804" y="42700"/>
                    <a:pt x="28185" y="43319"/>
                    <a:pt x="28185" y="44037"/>
                  </a:cubicBezTo>
                  <a:lnTo>
                    <a:pt x="28185" y="54769"/>
                  </a:lnTo>
                  <a:lnTo>
                    <a:pt x="2643" y="54769"/>
                  </a:lnTo>
                  <a:lnTo>
                    <a:pt x="2643" y="11254"/>
                  </a:lnTo>
                  <a:close/>
                  <a:moveTo>
                    <a:pt x="28185" y="57444"/>
                  </a:moveTo>
                  <a:lnTo>
                    <a:pt x="28185" y="62761"/>
                  </a:lnTo>
                  <a:cubicBezTo>
                    <a:pt x="28185" y="63707"/>
                    <a:pt x="28445" y="64620"/>
                    <a:pt x="28902" y="65403"/>
                  </a:cubicBezTo>
                  <a:lnTo>
                    <a:pt x="6394" y="65403"/>
                  </a:lnTo>
                  <a:cubicBezTo>
                    <a:pt x="4339" y="65403"/>
                    <a:pt x="2643" y="63707"/>
                    <a:pt x="2643" y="61652"/>
                  </a:cubicBezTo>
                  <a:lnTo>
                    <a:pt x="2643" y="57444"/>
                  </a:lnTo>
                  <a:close/>
                  <a:moveTo>
                    <a:pt x="50790" y="45374"/>
                  </a:moveTo>
                  <a:lnTo>
                    <a:pt x="50790" y="62761"/>
                  </a:lnTo>
                  <a:cubicBezTo>
                    <a:pt x="50790" y="64196"/>
                    <a:pt x="49616" y="65403"/>
                    <a:pt x="48148" y="65403"/>
                  </a:cubicBezTo>
                  <a:lnTo>
                    <a:pt x="33502" y="65403"/>
                  </a:lnTo>
                  <a:cubicBezTo>
                    <a:pt x="32034" y="65403"/>
                    <a:pt x="30859" y="64196"/>
                    <a:pt x="30859" y="62761"/>
                  </a:cubicBezTo>
                  <a:lnTo>
                    <a:pt x="30859" y="45374"/>
                  </a:lnTo>
                  <a:lnTo>
                    <a:pt x="34219" y="45374"/>
                  </a:lnTo>
                  <a:lnTo>
                    <a:pt x="34219" y="49158"/>
                  </a:lnTo>
                  <a:cubicBezTo>
                    <a:pt x="34219" y="49909"/>
                    <a:pt x="34839" y="50496"/>
                    <a:pt x="35557" y="50496"/>
                  </a:cubicBezTo>
                  <a:cubicBezTo>
                    <a:pt x="36307" y="50496"/>
                    <a:pt x="36894" y="49909"/>
                    <a:pt x="36894" y="49158"/>
                  </a:cubicBezTo>
                  <a:lnTo>
                    <a:pt x="36894" y="45374"/>
                  </a:lnTo>
                  <a:lnTo>
                    <a:pt x="44690" y="45374"/>
                  </a:lnTo>
                  <a:lnTo>
                    <a:pt x="44690" y="49158"/>
                  </a:lnTo>
                  <a:cubicBezTo>
                    <a:pt x="44690" y="49909"/>
                    <a:pt x="45310" y="50496"/>
                    <a:pt x="46028" y="50496"/>
                  </a:cubicBezTo>
                  <a:cubicBezTo>
                    <a:pt x="46778" y="50496"/>
                    <a:pt x="47365" y="49909"/>
                    <a:pt x="47365" y="49158"/>
                  </a:cubicBezTo>
                  <a:lnTo>
                    <a:pt x="47365" y="45374"/>
                  </a:lnTo>
                  <a:close/>
                  <a:moveTo>
                    <a:pt x="6394" y="0"/>
                  </a:moveTo>
                  <a:cubicBezTo>
                    <a:pt x="2872" y="0"/>
                    <a:pt x="1" y="2871"/>
                    <a:pt x="1" y="6394"/>
                  </a:cubicBezTo>
                  <a:lnTo>
                    <a:pt x="1" y="61652"/>
                  </a:lnTo>
                  <a:cubicBezTo>
                    <a:pt x="1" y="65175"/>
                    <a:pt x="2872" y="68045"/>
                    <a:pt x="6394" y="68045"/>
                  </a:cubicBezTo>
                  <a:lnTo>
                    <a:pt x="48148" y="68045"/>
                  </a:lnTo>
                  <a:cubicBezTo>
                    <a:pt x="51051" y="68045"/>
                    <a:pt x="53432" y="65664"/>
                    <a:pt x="53432" y="62761"/>
                  </a:cubicBezTo>
                  <a:lnTo>
                    <a:pt x="53432" y="44037"/>
                  </a:lnTo>
                  <a:cubicBezTo>
                    <a:pt x="53432" y="43319"/>
                    <a:pt x="52845" y="42700"/>
                    <a:pt x="52128" y="42700"/>
                  </a:cubicBezTo>
                  <a:lnTo>
                    <a:pt x="47365" y="42700"/>
                  </a:lnTo>
                  <a:lnTo>
                    <a:pt x="47365" y="41884"/>
                  </a:lnTo>
                  <a:cubicBezTo>
                    <a:pt x="47365" y="38720"/>
                    <a:pt x="45114" y="36045"/>
                    <a:pt x="42146" y="35425"/>
                  </a:cubicBezTo>
                  <a:lnTo>
                    <a:pt x="42146" y="6394"/>
                  </a:lnTo>
                  <a:cubicBezTo>
                    <a:pt x="42146" y="2871"/>
                    <a:pt x="39275" y="0"/>
                    <a:pt x="35720" y="0"/>
                  </a:cubicBezTo>
                  <a:close/>
                </a:path>
              </a:pathLst>
            </a:custGeom>
            <a:solidFill>
              <a:srgbClr val="E5B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9" name="Google Shape;859;p30"/>
          <p:cNvSpPr/>
          <p:nvPr/>
        </p:nvSpPr>
        <p:spPr>
          <a:xfrm>
            <a:off x="3839250" y="2509349"/>
            <a:ext cx="1465500" cy="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E-COMMERCE</a:t>
            </a:r>
            <a:endParaRPr sz="1600">
              <a:solidFill>
                <a:schemeClr val="dk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860" name="Google Shape;860;p30"/>
          <p:cNvGrpSpPr/>
          <p:nvPr/>
        </p:nvGrpSpPr>
        <p:grpSpPr>
          <a:xfrm>
            <a:off x="3490429" y="3684596"/>
            <a:ext cx="579055" cy="346627"/>
            <a:chOff x="3533363" y="3677876"/>
            <a:chExt cx="579055" cy="346627"/>
          </a:xfrm>
        </p:grpSpPr>
        <p:sp>
          <p:nvSpPr>
            <p:cNvPr id="861" name="Google Shape;861;p30"/>
            <p:cNvSpPr/>
            <p:nvPr/>
          </p:nvSpPr>
          <p:spPr>
            <a:xfrm>
              <a:off x="3533363" y="3677876"/>
              <a:ext cx="579055" cy="346627"/>
            </a:xfrm>
            <a:custGeom>
              <a:avLst/>
              <a:gdLst/>
              <a:ahLst/>
              <a:cxnLst/>
              <a:rect l="l" t="t" r="r" b="b"/>
              <a:pathLst>
                <a:path w="74765" h="44755" extrusionOk="0">
                  <a:moveTo>
                    <a:pt x="4958" y="0"/>
                  </a:moveTo>
                  <a:cubicBezTo>
                    <a:pt x="2218" y="0"/>
                    <a:pt x="0" y="2218"/>
                    <a:pt x="0" y="4958"/>
                  </a:cubicBezTo>
                  <a:lnTo>
                    <a:pt x="0" y="26487"/>
                  </a:lnTo>
                  <a:lnTo>
                    <a:pt x="0" y="31446"/>
                  </a:lnTo>
                  <a:lnTo>
                    <a:pt x="0" y="39796"/>
                  </a:lnTo>
                  <a:cubicBezTo>
                    <a:pt x="0" y="42536"/>
                    <a:pt x="2218" y="44755"/>
                    <a:pt x="4958" y="44755"/>
                  </a:cubicBezTo>
                  <a:lnTo>
                    <a:pt x="69774" y="44755"/>
                  </a:lnTo>
                  <a:cubicBezTo>
                    <a:pt x="72514" y="44755"/>
                    <a:pt x="74765" y="42536"/>
                    <a:pt x="74765" y="39796"/>
                  </a:cubicBezTo>
                  <a:lnTo>
                    <a:pt x="74765" y="32033"/>
                  </a:lnTo>
                  <a:cubicBezTo>
                    <a:pt x="74765" y="31217"/>
                    <a:pt x="74113" y="30565"/>
                    <a:pt x="73297" y="30565"/>
                  </a:cubicBezTo>
                  <a:cubicBezTo>
                    <a:pt x="72482" y="30565"/>
                    <a:pt x="71829" y="31217"/>
                    <a:pt x="71829" y="32033"/>
                  </a:cubicBezTo>
                  <a:lnTo>
                    <a:pt x="71829" y="39796"/>
                  </a:lnTo>
                  <a:cubicBezTo>
                    <a:pt x="71829" y="40905"/>
                    <a:pt x="70916" y="41851"/>
                    <a:pt x="69774" y="41851"/>
                  </a:cubicBezTo>
                  <a:lnTo>
                    <a:pt x="4958" y="41851"/>
                  </a:lnTo>
                  <a:cubicBezTo>
                    <a:pt x="3849" y="41851"/>
                    <a:pt x="2903" y="40905"/>
                    <a:pt x="2903" y="39796"/>
                  </a:cubicBezTo>
                  <a:lnTo>
                    <a:pt x="2903" y="35980"/>
                  </a:lnTo>
                  <a:cubicBezTo>
                    <a:pt x="3556" y="36273"/>
                    <a:pt x="4241" y="36436"/>
                    <a:pt x="4958" y="36436"/>
                  </a:cubicBezTo>
                  <a:lnTo>
                    <a:pt x="53301" y="36436"/>
                  </a:lnTo>
                  <a:cubicBezTo>
                    <a:pt x="54084" y="36436"/>
                    <a:pt x="54736" y="35784"/>
                    <a:pt x="54736" y="34969"/>
                  </a:cubicBezTo>
                  <a:cubicBezTo>
                    <a:pt x="54736" y="34153"/>
                    <a:pt x="54084" y="33501"/>
                    <a:pt x="53301" y="33501"/>
                  </a:cubicBezTo>
                  <a:lnTo>
                    <a:pt x="4958" y="33501"/>
                  </a:lnTo>
                  <a:cubicBezTo>
                    <a:pt x="3849" y="33501"/>
                    <a:pt x="2903" y="32587"/>
                    <a:pt x="2903" y="31446"/>
                  </a:cubicBezTo>
                  <a:lnTo>
                    <a:pt x="2903" y="26487"/>
                  </a:lnTo>
                  <a:lnTo>
                    <a:pt x="2903" y="4958"/>
                  </a:lnTo>
                  <a:cubicBezTo>
                    <a:pt x="2903" y="3849"/>
                    <a:pt x="3849" y="2903"/>
                    <a:pt x="4958" y="2903"/>
                  </a:cubicBezTo>
                  <a:lnTo>
                    <a:pt x="53301" y="2903"/>
                  </a:lnTo>
                  <a:cubicBezTo>
                    <a:pt x="54084" y="2903"/>
                    <a:pt x="54736" y="2251"/>
                    <a:pt x="54736" y="1468"/>
                  </a:cubicBezTo>
                  <a:cubicBezTo>
                    <a:pt x="54736" y="652"/>
                    <a:pt x="54084" y="0"/>
                    <a:pt x="53301" y="0"/>
                  </a:cubicBezTo>
                  <a:close/>
                </a:path>
              </a:pathLst>
            </a:custGeom>
            <a:solidFill>
              <a:srgbClr val="BFAC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0"/>
            <p:cNvSpPr/>
            <p:nvPr/>
          </p:nvSpPr>
          <p:spPr>
            <a:xfrm>
              <a:off x="3617486" y="3766801"/>
              <a:ext cx="74793" cy="107880"/>
            </a:xfrm>
            <a:custGeom>
              <a:avLst/>
              <a:gdLst/>
              <a:ahLst/>
              <a:cxnLst/>
              <a:rect l="l" t="t" r="r" b="b"/>
              <a:pathLst>
                <a:path w="9657" h="13929" extrusionOk="0">
                  <a:moveTo>
                    <a:pt x="4665" y="2936"/>
                  </a:moveTo>
                  <a:cubicBezTo>
                    <a:pt x="5252" y="2936"/>
                    <a:pt x="5742" y="3425"/>
                    <a:pt x="5742" y="4013"/>
                  </a:cubicBezTo>
                  <a:cubicBezTo>
                    <a:pt x="5742" y="4600"/>
                    <a:pt x="5252" y="5089"/>
                    <a:pt x="4665" y="5089"/>
                  </a:cubicBezTo>
                  <a:lnTo>
                    <a:pt x="2936" y="5089"/>
                  </a:lnTo>
                  <a:lnTo>
                    <a:pt x="2936" y="2936"/>
                  </a:lnTo>
                  <a:close/>
                  <a:moveTo>
                    <a:pt x="5220" y="7992"/>
                  </a:moveTo>
                  <a:cubicBezTo>
                    <a:pt x="6035" y="7992"/>
                    <a:pt x="6720" y="8677"/>
                    <a:pt x="6720" y="9493"/>
                  </a:cubicBezTo>
                  <a:cubicBezTo>
                    <a:pt x="6720" y="10341"/>
                    <a:pt x="6035" y="10993"/>
                    <a:pt x="5220" y="10993"/>
                  </a:cubicBezTo>
                  <a:cubicBezTo>
                    <a:pt x="4796" y="10993"/>
                    <a:pt x="3785" y="10993"/>
                    <a:pt x="2936" y="11026"/>
                  </a:cubicBezTo>
                  <a:lnTo>
                    <a:pt x="2936" y="7992"/>
                  </a:lnTo>
                  <a:close/>
                  <a:moveTo>
                    <a:pt x="1469" y="0"/>
                  </a:moveTo>
                  <a:cubicBezTo>
                    <a:pt x="653" y="0"/>
                    <a:pt x="1" y="653"/>
                    <a:pt x="1" y="1468"/>
                  </a:cubicBezTo>
                  <a:lnTo>
                    <a:pt x="1" y="6557"/>
                  </a:lnTo>
                  <a:lnTo>
                    <a:pt x="1" y="12494"/>
                  </a:lnTo>
                  <a:cubicBezTo>
                    <a:pt x="1" y="12852"/>
                    <a:pt x="164" y="13244"/>
                    <a:pt x="425" y="13505"/>
                  </a:cubicBezTo>
                  <a:cubicBezTo>
                    <a:pt x="718" y="13798"/>
                    <a:pt x="1077" y="13929"/>
                    <a:pt x="1469" y="13929"/>
                  </a:cubicBezTo>
                  <a:lnTo>
                    <a:pt x="5220" y="13929"/>
                  </a:lnTo>
                  <a:cubicBezTo>
                    <a:pt x="7666" y="13929"/>
                    <a:pt x="9656" y="11939"/>
                    <a:pt x="9656" y="9493"/>
                  </a:cubicBezTo>
                  <a:cubicBezTo>
                    <a:pt x="9656" y="8155"/>
                    <a:pt x="9036" y="6916"/>
                    <a:pt x="8058" y="6100"/>
                  </a:cubicBezTo>
                  <a:cubicBezTo>
                    <a:pt x="8449" y="5513"/>
                    <a:pt x="8645" y="4795"/>
                    <a:pt x="8645" y="4013"/>
                  </a:cubicBezTo>
                  <a:cubicBezTo>
                    <a:pt x="8645" y="1794"/>
                    <a:pt x="6851" y="0"/>
                    <a:pt x="4665" y="0"/>
                  </a:cubicBezTo>
                  <a:close/>
                </a:path>
              </a:pathLst>
            </a:custGeom>
            <a:solidFill>
              <a:srgbClr val="BFAC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0"/>
            <p:cNvSpPr/>
            <p:nvPr/>
          </p:nvSpPr>
          <p:spPr>
            <a:xfrm>
              <a:off x="3791299" y="3766902"/>
              <a:ext cx="80091" cy="107779"/>
            </a:xfrm>
            <a:custGeom>
              <a:avLst/>
              <a:gdLst/>
              <a:ahLst/>
              <a:cxnLst/>
              <a:rect l="l" t="t" r="r" b="b"/>
              <a:pathLst>
                <a:path w="10341" h="13916" extrusionOk="0">
                  <a:moveTo>
                    <a:pt x="1669" y="1"/>
                  </a:moveTo>
                  <a:cubicBezTo>
                    <a:pt x="1395" y="1"/>
                    <a:pt x="1120" y="81"/>
                    <a:pt x="881" y="248"/>
                  </a:cubicBezTo>
                  <a:cubicBezTo>
                    <a:pt x="196" y="672"/>
                    <a:pt x="0" y="1586"/>
                    <a:pt x="457" y="2271"/>
                  </a:cubicBezTo>
                  <a:lnTo>
                    <a:pt x="3719" y="7261"/>
                  </a:lnTo>
                  <a:lnTo>
                    <a:pt x="3719" y="12448"/>
                  </a:lnTo>
                  <a:cubicBezTo>
                    <a:pt x="3719" y="13264"/>
                    <a:pt x="4371" y="13916"/>
                    <a:pt x="5187" y="13916"/>
                  </a:cubicBezTo>
                  <a:cubicBezTo>
                    <a:pt x="5970" y="13916"/>
                    <a:pt x="6622" y="13264"/>
                    <a:pt x="6622" y="12481"/>
                  </a:cubicBezTo>
                  <a:lnTo>
                    <a:pt x="6655" y="7294"/>
                  </a:lnTo>
                  <a:lnTo>
                    <a:pt x="9884" y="2271"/>
                  </a:lnTo>
                  <a:cubicBezTo>
                    <a:pt x="10341" y="1618"/>
                    <a:pt x="10145" y="705"/>
                    <a:pt x="9460" y="281"/>
                  </a:cubicBezTo>
                  <a:cubicBezTo>
                    <a:pt x="9221" y="113"/>
                    <a:pt x="8946" y="34"/>
                    <a:pt x="8672" y="34"/>
                  </a:cubicBezTo>
                  <a:cubicBezTo>
                    <a:pt x="8199" y="34"/>
                    <a:pt x="7727" y="271"/>
                    <a:pt x="7437" y="705"/>
                  </a:cubicBezTo>
                  <a:lnTo>
                    <a:pt x="5187" y="4163"/>
                  </a:lnTo>
                  <a:lnTo>
                    <a:pt x="2903" y="672"/>
                  </a:lnTo>
                  <a:cubicBezTo>
                    <a:pt x="2614" y="239"/>
                    <a:pt x="2142" y="1"/>
                    <a:pt x="1669" y="1"/>
                  </a:cubicBezTo>
                  <a:close/>
                </a:path>
              </a:pathLst>
            </a:custGeom>
            <a:solidFill>
              <a:srgbClr val="BFAC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0"/>
            <p:cNvSpPr/>
            <p:nvPr/>
          </p:nvSpPr>
          <p:spPr>
            <a:xfrm>
              <a:off x="3702367" y="3766801"/>
              <a:ext cx="81865" cy="107880"/>
            </a:xfrm>
            <a:custGeom>
              <a:avLst/>
              <a:gdLst/>
              <a:ahLst/>
              <a:cxnLst/>
              <a:rect l="l" t="t" r="r" b="b"/>
              <a:pathLst>
                <a:path w="10570" h="13929" extrusionOk="0">
                  <a:moveTo>
                    <a:pt x="1469" y="0"/>
                  </a:moveTo>
                  <a:cubicBezTo>
                    <a:pt x="653" y="0"/>
                    <a:pt x="1" y="653"/>
                    <a:pt x="1" y="1468"/>
                  </a:cubicBezTo>
                  <a:lnTo>
                    <a:pt x="1" y="9036"/>
                  </a:lnTo>
                  <a:cubicBezTo>
                    <a:pt x="1" y="10732"/>
                    <a:pt x="816" y="12102"/>
                    <a:pt x="2415" y="13113"/>
                  </a:cubicBezTo>
                  <a:cubicBezTo>
                    <a:pt x="3263" y="13668"/>
                    <a:pt x="4209" y="13929"/>
                    <a:pt x="5220" y="13929"/>
                  </a:cubicBezTo>
                  <a:cubicBezTo>
                    <a:pt x="6133" y="13929"/>
                    <a:pt x="6949" y="13733"/>
                    <a:pt x="7699" y="13374"/>
                  </a:cubicBezTo>
                  <a:cubicBezTo>
                    <a:pt x="10080" y="12167"/>
                    <a:pt x="10570" y="10341"/>
                    <a:pt x="10570" y="9036"/>
                  </a:cubicBezTo>
                  <a:lnTo>
                    <a:pt x="10570" y="1468"/>
                  </a:lnTo>
                  <a:cubicBezTo>
                    <a:pt x="10570" y="653"/>
                    <a:pt x="9917" y="33"/>
                    <a:pt x="9102" y="33"/>
                  </a:cubicBezTo>
                  <a:cubicBezTo>
                    <a:pt x="8319" y="33"/>
                    <a:pt x="7667" y="685"/>
                    <a:pt x="7667" y="1468"/>
                  </a:cubicBezTo>
                  <a:lnTo>
                    <a:pt x="7667" y="9036"/>
                  </a:lnTo>
                  <a:cubicBezTo>
                    <a:pt x="7667" y="9558"/>
                    <a:pt x="7503" y="10178"/>
                    <a:pt x="6394" y="10765"/>
                  </a:cubicBezTo>
                  <a:cubicBezTo>
                    <a:pt x="6036" y="10928"/>
                    <a:pt x="5644" y="11026"/>
                    <a:pt x="5220" y="11026"/>
                  </a:cubicBezTo>
                  <a:cubicBezTo>
                    <a:pt x="4763" y="11026"/>
                    <a:pt x="4339" y="10895"/>
                    <a:pt x="3981" y="10667"/>
                  </a:cubicBezTo>
                  <a:cubicBezTo>
                    <a:pt x="3100" y="10112"/>
                    <a:pt x="2937" y="9623"/>
                    <a:pt x="2937" y="9036"/>
                  </a:cubicBezTo>
                  <a:lnTo>
                    <a:pt x="2937" y="1468"/>
                  </a:lnTo>
                  <a:cubicBezTo>
                    <a:pt x="2937" y="653"/>
                    <a:pt x="2284" y="0"/>
                    <a:pt x="1469" y="0"/>
                  </a:cubicBezTo>
                  <a:close/>
                </a:path>
              </a:pathLst>
            </a:custGeom>
            <a:solidFill>
              <a:srgbClr val="BFAC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0"/>
            <p:cNvSpPr/>
            <p:nvPr/>
          </p:nvSpPr>
          <p:spPr>
            <a:xfrm>
              <a:off x="3942622" y="3677876"/>
              <a:ext cx="169778" cy="282205"/>
            </a:xfrm>
            <a:custGeom>
              <a:avLst/>
              <a:gdLst/>
              <a:ahLst/>
              <a:cxnLst/>
              <a:rect l="l" t="t" r="r" b="b"/>
              <a:pathLst>
                <a:path w="21921" h="36437" extrusionOk="0">
                  <a:moveTo>
                    <a:pt x="0" y="0"/>
                  </a:moveTo>
                  <a:lnTo>
                    <a:pt x="0" y="36436"/>
                  </a:lnTo>
                  <a:lnTo>
                    <a:pt x="18398" y="36436"/>
                  </a:lnTo>
                  <a:cubicBezTo>
                    <a:pt x="20355" y="36436"/>
                    <a:pt x="21921" y="34871"/>
                    <a:pt x="21921" y="32914"/>
                  </a:cubicBezTo>
                  <a:lnTo>
                    <a:pt x="21921" y="3523"/>
                  </a:lnTo>
                  <a:cubicBezTo>
                    <a:pt x="21921" y="1598"/>
                    <a:pt x="20323" y="0"/>
                    <a:pt x="18398" y="0"/>
                  </a:cubicBezTo>
                  <a:close/>
                </a:path>
              </a:pathLst>
            </a:custGeom>
            <a:solidFill>
              <a:srgbClr val="BFAC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0"/>
            <p:cNvSpPr/>
            <p:nvPr/>
          </p:nvSpPr>
          <p:spPr>
            <a:xfrm>
              <a:off x="4000722" y="3774445"/>
              <a:ext cx="58118" cy="89122"/>
            </a:xfrm>
            <a:custGeom>
              <a:avLst/>
              <a:gdLst/>
              <a:ahLst/>
              <a:cxnLst/>
              <a:rect l="l" t="t" r="r" b="b"/>
              <a:pathLst>
                <a:path w="7504" h="11507" extrusionOk="0">
                  <a:moveTo>
                    <a:pt x="1603" y="0"/>
                  </a:moveTo>
                  <a:cubicBezTo>
                    <a:pt x="1232" y="0"/>
                    <a:pt x="865" y="139"/>
                    <a:pt x="588" y="416"/>
                  </a:cubicBezTo>
                  <a:cubicBezTo>
                    <a:pt x="1" y="1003"/>
                    <a:pt x="1" y="1916"/>
                    <a:pt x="588" y="2471"/>
                  </a:cubicBezTo>
                  <a:lnTo>
                    <a:pt x="3850" y="5766"/>
                  </a:lnTo>
                  <a:lnTo>
                    <a:pt x="588" y="9028"/>
                  </a:lnTo>
                  <a:cubicBezTo>
                    <a:pt x="1" y="9582"/>
                    <a:pt x="1" y="10495"/>
                    <a:pt x="588" y="11083"/>
                  </a:cubicBezTo>
                  <a:cubicBezTo>
                    <a:pt x="849" y="11376"/>
                    <a:pt x="1241" y="11507"/>
                    <a:pt x="1599" y="11507"/>
                  </a:cubicBezTo>
                  <a:cubicBezTo>
                    <a:pt x="1991" y="11507"/>
                    <a:pt x="2350" y="11376"/>
                    <a:pt x="2643" y="11083"/>
                  </a:cubicBezTo>
                  <a:lnTo>
                    <a:pt x="6949" y="6777"/>
                  </a:lnTo>
                  <a:cubicBezTo>
                    <a:pt x="7504" y="6222"/>
                    <a:pt x="7504" y="5309"/>
                    <a:pt x="6949" y="4722"/>
                  </a:cubicBezTo>
                  <a:lnTo>
                    <a:pt x="2643" y="416"/>
                  </a:lnTo>
                  <a:cubicBezTo>
                    <a:pt x="2350" y="139"/>
                    <a:pt x="1974" y="0"/>
                    <a:pt x="16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30"/>
          <p:cNvGrpSpPr/>
          <p:nvPr/>
        </p:nvGrpSpPr>
        <p:grpSpPr>
          <a:xfrm>
            <a:off x="3510413" y="1981983"/>
            <a:ext cx="539085" cy="444494"/>
            <a:chOff x="2258450" y="-990400"/>
            <a:chExt cx="1821850" cy="1502175"/>
          </a:xfrm>
        </p:grpSpPr>
        <p:sp>
          <p:nvSpPr>
            <p:cNvPr id="868" name="Google Shape;868;p30"/>
            <p:cNvSpPr/>
            <p:nvPr/>
          </p:nvSpPr>
          <p:spPr>
            <a:xfrm>
              <a:off x="3671700" y="-304350"/>
              <a:ext cx="159875" cy="233850"/>
            </a:xfrm>
            <a:custGeom>
              <a:avLst/>
              <a:gdLst/>
              <a:ahLst/>
              <a:cxnLst/>
              <a:rect l="l" t="t" r="r" b="b"/>
              <a:pathLst>
                <a:path w="6395" h="9354" extrusionOk="0">
                  <a:moveTo>
                    <a:pt x="1567" y="0"/>
                  </a:moveTo>
                  <a:cubicBezTo>
                    <a:pt x="1200" y="0"/>
                    <a:pt x="833" y="139"/>
                    <a:pt x="556" y="416"/>
                  </a:cubicBezTo>
                  <a:cubicBezTo>
                    <a:pt x="1" y="971"/>
                    <a:pt x="1" y="1851"/>
                    <a:pt x="556" y="2439"/>
                  </a:cubicBezTo>
                  <a:lnTo>
                    <a:pt x="2806" y="4689"/>
                  </a:lnTo>
                  <a:lnTo>
                    <a:pt x="556" y="6907"/>
                  </a:lnTo>
                  <a:cubicBezTo>
                    <a:pt x="1" y="7495"/>
                    <a:pt x="1" y="8375"/>
                    <a:pt x="556" y="8930"/>
                  </a:cubicBezTo>
                  <a:cubicBezTo>
                    <a:pt x="849" y="9223"/>
                    <a:pt x="1208" y="9354"/>
                    <a:pt x="1567" y="9354"/>
                  </a:cubicBezTo>
                  <a:cubicBezTo>
                    <a:pt x="1926" y="9354"/>
                    <a:pt x="2284" y="9223"/>
                    <a:pt x="2578" y="8930"/>
                  </a:cubicBezTo>
                  <a:lnTo>
                    <a:pt x="5840" y="5668"/>
                  </a:lnTo>
                  <a:cubicBezTo>
                    <a:pt x="6394" y="5113"/>
                    <a:pt x="6394" y="4233"/>
                    <a:pt x="5840" y="3678"/>
                  </a:cubicBezTo>
                  <a:lnTo>
                    <a:pt x="2578" y="416"/>
                  </a:lnTo>
                  <a:cubicBezTo>
                    <a:pt x="2301" y="139"/>
                    <a:pt x="1934" y="0"/>
                    <a:pt x="1567" y="0"/>
                  </a:cubicBezTo>
                  <a:close/>
                </a:path>
              </a:pathLst>
            </a:custGeom>
            <a:solidFill>
              <a:srgbClr val="F2EF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2508000" y="-304350"/>
              <a:ext cx="159850" cy="233850"/>
            </a:xfrm>
            <a:custGeom>
              <a:avLst/>
              <a:gdLst/>
              <a:ahLst/>
              <a:cxnLst/>
              <a:rect l="l" t="t" r="r" b="b"/>
              <a:pathLst>
                <a:path w="6394" h="9354" extrusionOk="0">
                  <a:moveTo>
                    <a:pt x="4828" y="0"/>
                  </a:moveTo>
                  <a:cubicBezTo>
                    <a:pt x="4461" y="0"/>
                    <a:pt x="4094" y="139"/>
                    <a:pt x="3817" y="416"/>
                  </a:cubicBezTo>
                  <a:lnTo>
                    <a:pt x="555" y="3678"/>
                  </a:lnTo>
                  <a:cubicBezTo>
                    <a:pt x="0" y="4233"/>
                    <a:pt x="0" y="5113"/>
                    <a:pt x="555" y="5701"/>
                  </a:cubicBezTo>
                  <a:lnTo>
                    <a:pt x="3817" y="8930"/>
                  </a:lnTo>
                  <a:cubicBezTo>
                    <a:pt x="4078" y="9223"/>
                    <a:pt x="4437" y="9354"/>
                    <a:pt x="4828" y="9354"/>
                  </a:cubicBezTo>
                  <a:cubicBezTo>
                    <a:pt x="5187" y="9354"/>
                    <a:pt x="5546" y="9223"/>
                    <a:pt x="5839" y="8930"/>
                  </a:cubicBezTo>
                  <a:cubicBezTo>
                    <a:pt x="6394" y="8375"/>
                    <a:pt x="6394" y="7495"/>
                    <a:pt x="5839" y="6940"/>
                  </a:cubicBezTo>
                  <a:lnTo>
                    <a:pt x="3589" y="4689"/>
                  </a:lnTo>
                  <a:lnTo>
                    <a:pt x="5839" y="2439"/>
                  </a:lnTo>
                  <a:cubicBezTo>
                    <a:pt x="6361" y="1884"/>
                    <a:pt x="6361" y="971"/>
                    <a:pt x="5839" y="416"/>
                  </a:cubicBezTo>
                  <a:cubicBezTo>
                    <a:pt x="5562" y="139"/>
                    <a:pt x="5195" y="0"/>
                    <a:pt x="4828" y="0"/>
                  </a:cubicBezTo>
                  <a:close/>
                </a:path>
              </a:pathLst>
            </a:custGeom>
            <a:solidFill>
              <a:srgbClr val="F2EF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2258450" y="-990400"/>
              <a:ext cx="1821850" cy="1502175"/>
            </a:xfrm>
            <a:custGeom>
              <a:avLst/>
              <a:gdLst/>
              <a:ahLst/>
              <a:cxnLst/>
              <a:rect l="l" t="t" r="r" b="b"/>
              <a:pathLst>
                <a:path w="72874" h="60087" extrusionOk="0">
                  <a:moveTo>
                    <a:pt x="64327" y="2839"/>
                  </a:moveTo>
                  <a:cubicBezTo>
                    <a:pt x="65958" y="2839"/>
                    <a:pt x="67263" y="4176"/>
                    <a:pt x="67263" y="5807"/>
                  </a:cubicBezTo>
                  <a:lnTo>
                    <a:pt x="67263" y="9754"/>
                  </a:lnTo>
                  <a:lnTo>
                    <a:pt x="5611" y="9754"/>
                  </a:lnTo>
                  <a:lnTo>
                    <a:pt x="5611" y="5807"/>
                  </a:lnTo>
                  <a:cubicBezTo>
                    <a:pt x="5611" y="4176"/>
                    <a:pt x="6949" y="2839"/>
                    <a:pt x="8580" y="2839"/>
                  </a:cubicBezTo>
                  <a:close/>
                  <a:moveTo>
                    <a:pt x="67263" y="12592"/>
                  </a:moveTo>
                  <a:lnTo>
                    <a:pt x="67263" y="46843"/>
                  </a:lnTo>
                  <a:lnTo>
                    <a:pt x="46745" y="46843"/>
                  </a:lnTo>
                  <a:cubicBezTo>
                    <a:pt x="45962" y="46843"/>
                    <a:pt x="45310" y="47463"/>
                    <a:pt x="45310" y="48246"/>
                  </a:cubicBezTo>
                  <a:cubicBezTo>
                    <a:pt x="45310" y="49159"/>
                    <a:pt x="44592" y="49909"/>
                    <a:pt x="43679" y="49909"/>
                  </a:cubicBezTo>
                  <a:lnTo>
                    <a:pt x="29228" y="49909"/>
                  </a:lnTo>
                  <a:cubicBezTo>
                    <a:pt x="28315" y="49909"/>
                    <a:pt x="27565" y="49159"/>
                    <a:pt x="27565" y="48246"/>
                  </a:cubicBezTo>
                  <a:cubicBezTo>
                    <a:pt x="27565" y="47463"/>
                    <a:pt x="26945" y="46843"/>
                    <a:pt x="26129" y="46843"/>
                  </a:cubicBezTo>
                  <a:lnTo>
                    <a:pt x="5611" y="46843"/>
                  </a:lnTo>
                  <a:lnTo>
                    <a:pt x="5611" y="12592"/>
                  </a:lnTo>
                  <a:close/>
                  <a:moveTo>
                    <a:pt x="70036" y="49681"/>
                  </a:moveTo>
                  <a:lnTo>
                    <a:pt x="70036" y="53595"/>
                  </a:lnTo>
                  <a:cubicBezTo>
                    <a:pt x="70036" y="55618"/>
                    <a:pt x="68405" y="57249"/>
                    <a:pt x="66382" y="57249"/>
                  </a:cubicBezTo>
                  <a:lnTo>
                    <a:pt x="6525" y="57249"/>
                  </a:lnTo>
                  <a:cubicBezTo>
                    <a:pt x="4502" y="57249"/>
                    <a:pt x="2839" y="55618"/>
                    <a:pt x="2839" y="53595"/>
                  </a:cubicBezTo>
                  <a:lnTo>
                    <a:pt x="2839" y="49681"/>
                  </a:lnTo>
                  <a:lnTo>
                    <a:pt x="24955" y="49681"/>
                  </a:lnTo>
                  <a:cubicBezTo>
                    <a:pt x="25542" y="51475"/>
                    <a:pt x="27238" y="52747"/>
                    <a:pt x="29228" y="52747"/>
                  </a:cubicBezTo>
                  <a:lnTo>
                    <a:pt x="43679" y="52747"/>
                  </a:lnTo>
                  <a:cubicBezTo>
                    <a:pt x="45669" y="52747"/>
                    <a:pt x="47332" y="51475"/>
                    <a:pt x="47952" y="49681"/>
                  </a:cubicBezTo>
                  <a:close/>
                  <a:moveTo>
                    <a:pt x="8580" y="1"/>
                  </a:moveTo>
                  <a:cubicBezTo>
                    <a:pt x="5383" y="1"/>
                    <a:pt x="2773" y="2578"/>
                    <a:pt x="2773" y="5774"/>
                  </a:cubicBezTo>
                  <a:lnTo>
                    <a:pt x="2773" y="46843"/>
                  </a:lnTo>
                  <a:lnTo>
                    <a:pt x="1436" y="46843"/>
                  </a:lnTo>
                  <a:cubicBezTo>
                    <a:pt x="653" y="46843"/>
                    <a:pt x="1" y="47463"/>
                    <a:pt x="1" y="48246"/>
                  </a:cubicBezTo>
                  <a:lnTo>
                    <a:pt x="1" y="53595"/>
                  </a:lnTo>
                  <a:cubicBezTo>
                    <a:pt x="1" y="57183"/>
                    <a:pt x="2937" y="60087"/>
                    <a:pt x="6525" y="60087"/>
                  </a:cubicBezTo>
                  <a:lnTo>
                    <a:pt x="66382" y="60087"/>
                  </a:lnTo>
                  <a:cubicBezTo>
                    <a:pt x="69970" y="60087"/>
                    <a:pt x="72874" y="57183"/>
                    <a:pt x="72874" y="53595"/>
                  </a:cubicBezTo>
                  <a:lnTo>
                    <a:pt x="72874" y="48246"/>
                  </a:lnTo>
                  <a:cubicBezTo>
                    <a:pt x="72874" y="47463"/>
                    <a:pt x="72254" y="46843"/>
                    <a:pt x="71471" y="46843"/>
                  </a:cubicBezTo>
                  <a:lnTo>
                    <a:pt x="70133" y="46843"/>
                  </a:lnTo>
                  <a:lnTo>
                    <a:pt x="70133" y="5774"/>
                  </a:lnTo>
                  <a:cubicBezTo>
                    <a:pt x="70133" y="2610"/>
                    <a:pt x="67524" y="1"/>
                    <a:pt x="64327" y="1"/>
                  </a:cubicBezTo>
                  <a:close/>
                </a:path>
              </a:pathLst>
            </a:custGeom>
            <a:solidFill>
              <a:srgbClr val="F2EF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3113900" y="-872950"/>
              <a:ext cx="110950" cy="71775"/>
            </a:xfrm>
            <a:custGeom>
              <a:avLst/>
              <a:gdLst/>
              <a:ahLst/>
              <a:cxnLst/>
              <a:rect l="l" t="t" r="r" b="b"/>
              <a:pathLst>
                <a:path w="4438" h="2871" extrusionOk="0">
                  <a:moveTo>
                    <a:pt x="1436" y="0"/>
                  </a:moveTo>
                  <a:cubicBezTo>
                    <a:pt x="653" y="0"/>
                    <a:pt x="1" y="652"/>
                    <a:pt x="1" y="1435"/>
                  </a:cubicBezTo>
                  <a:cubicBezTo>
                    <a:pt x="1" y="2218"/>
                    <a:pt x="653" y="2871"/>
                    <a:pt x="1436" y="2871"/>
                  </a:cubicBezTo>
                  <a:lnTo>
                    <a:pt x="3035" y="2871"/>
                  </a:lnTo>
                  <a:cubicBezTo>
                    <a:pt x="3818" y="2871"/>
                    <a:pt x="4437" y="2218"/>
                    <a:pt x="4437" y="1435"/>
                  </a:cubicBezTo>
                  <a:cubicBezTo>
                    <a:pt x="4437" y="652"/>
                    <a:pt x="3818" y="0"/>
                    <a:pt x="3035" y="0"/>
                  </a:cubicBezTo>
                  <a:close/>
                </a:path>
              </a:pathLst>
            </a:custGeom>
            <a:solidFill>
              <a:srgbClr val="F2EF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2805650" y="-550025"/>
              <a:ext cx="728275" cy="621425"/>
            </a:xfrm>
            <a:custGeom>
              <a:avLst/>
              <a:gdLst/>
              <a:ahLst/>
              <a:cxnLst/>
              <a:rect l="l" t="t" r="r" b="b"/>
              <a:pathLst>
                <a:path w="29131" h="24857" extrusionOk="0">
                  <a:moveTo>
                    <a:pt x="5546" y="0"/>
                  </a:moveTo>
                  <a:cubicBezTo>
                    <a:pt x="3687" y="0"/>
                    <a:pt x="1" y="1762"/>
                    <a:pt x="1" y="5546"/>
                  </a:cubicBezTo>
                  <a:lnTo>
                    <a:pt x="1" y="13864"/>
                  </a:lnTo>
                  <a:lnTo>
                    <a:pt x="5774" y="13864"/>
                  </a:lnTo>
                  <a:lnTo>
                    <a:pt x="5774" y="24857"/>
                  </a:lnTo>
                  <a:lnTo>
                    <a:pt x="23357" y="24857"/>
                  </a:lnTo>
                  <a:lnTo>
                    <a:pt x="23357" y="13864"/>
                  </a:lnTo>
                  <a:lnTo>
                    <a:pt x="29130" y="13864"/>
                  </a:lnTo>
                  <a:lnTo>
                    <a:pt x="29130" y="5546"/>
                  </a:lnTo>
                  <a:cubicBezTo>
                    <a:pt x="29130" y="1534"/>
                    <a:pt x="25444" y="0"/>
                    <a:pt x="23585" y="0"/>
                  </a:cubicBezTo>
                  <a:lnTo>
                    <a:pt x="18724" y="0"/>
                  </a:lnTo>
                  <a:cubicBezTo>
                    <a:pt x="18724" y="1631"/>
                    <a:pt x="17387" y="2969"/>
                    <a:pt x="15756" y="2969"/>
                  </a:cubicBezTo>
                  <a:lnTo>
                    <a:pt x="13375" y="2969"/>
                  </a:lnTo>
                  <a:cubicBezTo>
                    <a:pt x="11711" y="2969"/>
                    <a:pt x="10406" y="1631"/>
                    <a:pt x="10406" y="0"/>
                  </a:cubicBezTo>
                  <a:close/>
                </a:path>
              </a:pathLst>
            </a:custGeom>
            <a:solidFill>
              <a:srgbClr val="F2EF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3" name="Google Shape;873;p30"/>
          <p:cNvSpPr/>
          <p:nvPr/>
        </p:nvSpPr>
        <p:spPr>
          <a:xfrm>
            <a:off x="5236437" y="2031536"/>
            <a:ext cx="458991" cy="404691"/>
          </a:xfrm>
          <a:custGeom>
            <a:avLst/>
            <a:gdLst/>
            <a:ahLst/>
            <a:cxnLst/>
            <a:rect l="l" t="t" r="r" b="b"/>
            <a:pathLst>
              <a:path w="48833" h="43060" extrusionOk="0">
                <a:moveTo>
                  <a:pt x="41982" y="11875"/>
                </a:moveTo>
                <a:lnTo>
                  <a:pt x="45081" y="20095"/>
                </a:lnTo>
                <a:lnTo>
                  <a:pt x="36339" y="20095"/>
                </a:lnTo>
                <a:lnTo>
                  <a:pt x="36339" y="11875"/>
                </a:lnTo>
                <a:close/>
                <a:moveTo>
                  <a:pt x="45571" y="22248"/>
                </a:moveTo>
                <a:lnTo>
                  <a:pt x="45571" y="27467"/>
                </a:lnTo>
                <a:lnTo>
                  <a:pt x="36339" y="27467"/>
                </a:lnTo>
                <a:lnTo>
                  <a:pt x="36339" y="22248"/>
                </a:lnTo>
                <a:close/>
                <a:moveTo>
                  <a:pt x="46680" y="29620"/>
                </a:moveTo>
                <a:lnTo>
                  <a:pt x="46680" y="34089"/>
                </a:lnTo>
                <a:lnTo>
                  <a:pt x="42961" y="34089"/>
                </a:lnTo>
                <a:cubicBezTo>
                  <a:pt x="41950" y="32719"/>
                  <a:pt x="40286" y="31805"/>
                  <a:pt x="38427" y="31805"/>
                </a:cubicBezTo>
                <a:cubicBezTo>
                  <a:pt x="36600" y="31805"/>
                  <a:pt x="34936" y="32719"/>
                  <a:pt x="33925" y="34089"/>
                </a:cubicBezTo>
                <a:lnTo>
                  <a:pt x="16082" y="34089"/>
                </a:lnTo>
                <a:cubicBezTo>
                  <a:pt x="15071" y="32719"/>
                  <a:pt x="13407" y="31805"/>
                  <a:pt x="11581" y="31805"/>
                </a:cubicBezTo>
                <a:cubicBezTo>
                  <a:pt x="9721" y="31805"/>
                  <a:pt x="8058" y="32719"/>
                  <a:pt x="7047" y="34089"/>
                </a:cubicBezTo>
                <a:lnTo>
                  <a:pt x="2154" y="34089"/>
                </a:lnTo>
                <a:lnTo>
                  <a:pt x="2154" y="29620"/>
                </a:lnTo>
                <a:close/>
                <a:moveTo>
                  <a:pt x="11581" y="33958"/>
                </a:moveTo>
                <a:cubicBezTo>
                  <a:pt x="13473" y="33958"/>
                  <a:pt x="15006" y="35524"/>
                  <a:pt x="15006" y="37416"/>
                </a:cubicBezTo>
                <a:cubicBezTo>
                  <a:pt x="15006" y="39340"/>
                  <a:pt x="13473" y="40906"/>
                  <a:pt x="11581" y="40906"/>
                </a:cubicBezTo>
                <a:cubicBezTo>
                  <a:pt x="9689" y="40906"/>
                  <a:pt x="8123" y="39340"/>
                  <a:pt x="8123" y="37416"/>
                </a:cubicBezTo>
                <a:cubicBezTo>
                  <a:pt x="8123" y="35524"/>
                  <a:pt x="9689" y="33958"/>
                  <a:pt x="11581" y="33958"/>
                </a:cubicBezTo>
                <a:close/>
                <a:moveTo>
                  <a:pt x="38459" y="33958"/>
                </a:moveTo>
                <a:cubicBezTo>
                  <a:pt x="40351" y="33958"/>
                  <a:pt x="41885" y="35524"/>
                  <a:pt x="41885" y="37416"/>
                </a:cubicBezTo>
                <a:cubicBezTo>
                  <a:pt x="41885" y="39340"/>
                  <a:pt x="40351" y="40906"/>
                  <a:pt x="38459" y="40906"/>
                </a:cubicBezTo>
                <a:cubicBezTo>
                  <a:pt x="36535" y="40906"/>
                  <a:pt x="35002" y="39340"/>
                  <a:pt x="35002" y="37416"/>
                </a:cubicBezTo>
                <a:cubicBezTo>
                  <a:pt x="35002" y="35524"/>
                  <a:pt x="36535" y="33958"/>
                  <a:pt x="38459" y="33958"/>
                </a:cubicBezTo>
                <a:close/>
                <a:moveTo>
                  <a:pt x="14353" y="1"/>
                </a:moveTo>
                <a:cubicBezTo>
                  <a:pt x="14712" y="686"/>
                  <a:pt x="14973" y="1404"/>
                  <a:pt x="15201" y="2154"/>
                </a:cubicBezTo>
                <a:lnTo>
                  <a:pt x="33403" y="2154"/>
                </a:lnTo>
                <a:cubicBezTo>
                  <a:pt x="33827" y="2154"/>
                  <a:pt x="34186" y="2513"/>
                  <a:pt x="34186" y="2937"/>
                </a:cubicBezTo>
                <a:lnTo>
                  <a:pt x="34186" y="27467"/>
                </a:lnTo>
                <a:lnTo>
                  <a:pt x="3263" y="27467"/>
                </a:lnTo>
                <a:lnTo>
                  <a:pt x="3263" y="15658"/>
                </a:lnTo>
                <a:cubicBezTo>
                  <a:pt x="2545" y="15561"/>
                  <a:pt x="1795" y="15365"/>
                  <a:pt x="1110" y="15104"/>
                </a:cubicBezTo>
                <a:lnTo>
                  <a:pt x="1110" y="27467"/>
                </a:lnTo>
                <a:lnTo>
                  <a:pt x="1077" y="27467"/>
                </a:lnTo>
                <a:cubicBezTo>
                  <a:pt x="490" y="27467"/>
                  <a:pt x="1" y="27956"/>
                  <a:pt x="1" y="28543"/>
                </a:cubicBezTo>
                <a:lnTo>
                  <a:pt x="1" y="35198"/>
                </a:lnTo>
                <a:cubicBezTo>
                  <a:pt x="1" y="35785"/>
                  <a:pt x="490" y="36274"/>
                  <a:pt x="1077" y="36274"/>
                </a:cubicBezTo>
                <a:lnTo>
                  <a:pt x="6101" y="36274"/>
                </a:lnTo>
                <a:cubicBezTo>
                  <a:pt x="6035" y="36633"/>
                  <a:pt x="5970" y="37024"/>
                  <a:pt x="5970" y="37416"/>
                </a:cubicBezTo>
                <a:cubicBezTo>
                  <a:pt x="5970" y="40547"/>
                  <a:pt x="8482" y="43059"/>
                  <a:pt x="11581" y="43059"/>
                </a:cubicBezTo>
                <a:cubicBezTo>
                  <a:pt x="14647" y="43059"/>
                  <a:pt x="17159" y="40547"/>
                  <a:pt x="17159" y="37416"/>
                </a:cubicBezTo>
                <a:cubicBezTo>
                  <a:pt x="17159" y="37024"/>
                  <a:pt x="17126" y="36633"/>
                  <a:pt x="17061" y="36274"/>
                </a:cubicBezTo>
                <a:lnTo>
                  <a:pt x="32979" y="36274"/>
                </a:lnTo>
                <a:cubicBezTo>
                  <a:pt x="32881" y="36633"/>
                  <a:pt x="32849" y="37024"/>
                  <a:pt x="32849" y="37416"/>
                </a:cubicBezTo>
                <a:cubicBezTo>
                  <a:pt x="32849" y="40547"/>
                  <a:pt x="35361" y="43059"/>
                  <a:pt x="38427" y="43059"/>
                </a:cubicBezTo>
                <a:cubicBezTo>
                  <a:pt x="41526" y="43059"/>
                  <a:pt x="44037" y="40547"/>
                  <a:pt x="44037" y="37416"/>
                </a:cubicBezTo>
                <a:cubicBezTo>
                  <a:pt x="44037" y="37024"/>
                  <a:pt x="44005" y="36633"/>
                  <a:pt x="43907" y="36274"/>
                </a:cubicBezTo>
                <a:lnTo>
                  <a:pt x="47756" y="36274"/>
                </a:lnTo>
                <a:cubicBezTo>
                  <a:pt x="48343" y="36274"/>
                  <a:pt x="48833" y="35785"/>
                  <a:pt x="48833" y="35198"/>
                </a:cubicBezTo>
                <a:lnTo>
                  <a:pt x="48833" y="28543"/>
                </a:lnTo>
                <a:cubicBezTo>
                  <a:pt x="48833" y="27956"/>
                  <a:pt x="48343" y="27467"/>
                  <a:pt x="47756" y="27467"/>
                </a:cubicBezTo>
                <a:lnTo>
                  <a:pt x="47723" y="27467"/>
                </a:lnTo>
                <a:lnTo>
                  <a:pt x="47723" y="21171"/>
                </a:lnTo>
                <a:cubicBezTo>
                  <a:pt x="47723" y="20976"/>
                  <a:pt x="47691" y="20878"/>
                  <a:pt x="47658" y="20780"/>
                </a:cubicBezTo>
                <a:lnTo>
                  <a:pt x="43744" y="10407"/>
                </a:lnTo>
                <a:cubicBezTo>
                  <a:pt x="43581" y="9983"/>
                  <a:pt x="43157" y="9722"/>
                  <a:pt x="42733" y="9722"/>
                </a:cubicBezTo>
                <a:lnTo>
                  <a:pt x="36339" y="9722"/>
                </a:lnTo>
                <a:lnTo>
                  <a:pt x="36339" y="2937"/>
                </a:lnTo>
                <a:cubicBezTo>
                  <a:pt x="36339" y="1306"/>
                  <a:pt x="35002" y="1"/>
                  <a:pt x="33403" y="1"/>
                </a:cubicBezTo>
                <a:close/>
              </a:path>
            </a:pathLst>
          </a:custGeom>
          <a:solidFill>
            <a:srgbClr val="94D4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30"/>
          <p:cNvSpPr/>
          <p:nvPr/>
        </p:nvSpPr>
        <p:spPr>
          <a:xfrm>
            <a:off x="5274145" y="2043801"/>
            <a:ext cx="39260" cy="52132"/>
          </a:xfrm>
          <a:custGeom>
            <a:avLst/>
            <a:gdLst/>
            <a:ahLst/>
            <a:cxnLst/>
            <a:rect l="l" t="t" r="r" b="b"/>
            <a:pathLst>
              <a:path w="4177" h="5547" extrusionOk="0">
                <a:moveTo>
                  <a:pt x="1077" y="1"/>
                </a:moveTo>
                <a:cubicBezTo>
                  <a:pt x="490" y="1"/>
                  <a:pt x="1" y="490"/>
                  <a:pt x="1" y="1077"/>
                </a:cubicBezTo>
                <a:lnTo>
                  <a:pt x="1" y="4470"/>
                </a:lnTo>
                <a:cubicBezTo>
                  <a:pt x="1" y="5057"/>
                  <a:pt x="490" y="5546"/>
                  <a:pt x="1077" y="5546"/>
                </a:cubicBezTo>
                <a:lnTo>
                  <a:pt x="3100" y="5546"/>
                </a:lnTo>
                <a:cubicBezTo>
                  <a:pt x="3720" y="5546"/>
                  <a:pt x="4176" y="5057"/>
                  <a:pt x="4176" y="4470"/>
                </a:cubicBezTo>
                <a:cubicBezTo>
                  <a:pt x="4176" y="3850"/>
                  <a:pt x="3687" y="3393"/>
                  <a:pt x="3100" y="3393"/>
                </a:cubicBezTo>
                <a:lnTo>
                  <a:pt x="2186" y="3393"/>
                </a:lnTo>
                <a:lnTo>
                  <a:pt x="2186" y="1077"/>
                </a:lnTo>
                <a:cubicBezTo>
                  <a:pt x="2186" y="490"/>
                  <a:pt x="1697" y="1"/>
                  <a:pt x="107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-Commerce Infographics by Slidesgo">
  <a:themeElements>
    <a:clrScheme name="Simple Light">
      <a:dk1>
        <a:srgbClr val="000000"/>
      </a:dk1>
      <a:lt1>
        <a:srgbClr val="FFFFFF"/>
      </a:lt1>
      <a:dk2>
        <a:srgbClr val="929292"/>
      </a:dk2>
      <a:lt2>
        <a:srgbClr val="CFCFCF"/>
      </a:lt2>
      <a:accent1>
        <a:srgbClr val="C0C55F"/>
      </a:accent1>
      <a:accent2>
        <a:srgbClr val="39B6B5"/>
      </a:accent2>
      <a:accent3>
        <a:srgbClr val="B878C2"/>
      </a:accent3>
      <a:accent4>
        <a:srgbClr val="957FCA"/>
      </a:accent4>
      <a:accent5>
        <a:srgbClr val="6639A8"/>
      </a:accent5>
      <a:accent6>
        <a:srgbClr val="4C076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772</Words>
  <Application>Microsoft Office PowerPoint</Application>
  <PresentationFormat>On-screen Show (16:9)</PresentationFormat>
  <Paragraphs>154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Calibri</vt:lpstr>
      <vt:lpstr>Fira Sans Extra Condensed Light</vt:lpstr>
      <vt:lpstr>Palatino Linotype</vt:lpstr>
      <vt:lpstr>Arial Narrow</vt:lpstr>
      <vt:lpstr>Perpetua</vt:lpstr>
      <vt:lpstr>Elephant</vt:lpstr>
      <vt:lpstr>Proxima Nova Semibold</vt:lpstr>
      <vt:lpstr>Poor Richard</vt:lpstr>
      <vt:lpstr>Roboto</vt:lpstr>
      <vt:lpstr>Arial</vt:lpstr>
      <vt:lpstr>Gill Sans Ultra Bold Condensed</vt:lpstr>
      <vt:lpstr>PMingLiU-ExtB</vt:lpstr>
      <vt:lpstr>Fira Sans Extra Condensed Medium</vt:lpstr>
      <vt:lpstr>E-Commerce Infographics by Slidesgo</vt:lpstr>
      <vt:lpstr>E-Commerce and professional practices</vt:lpstr>
      <vt:lpstr>Model </vt:lpstr>
      <vt:lpstr>E commerce</vt:lpstr>
      <vt:lpstr>Importance of E commerce</vt:lpstr>
      <vt:lpstr>E commerce in  Professional Practices </vt:lpstr>
      <vt:lpstr>Types of E commerce</vt:lpstr>
      <vt:lpstr>Role of Professional Practices in E commerce</vt:lpstr>
      <vt:lpstr>Role of Professional Practices in E commerce</vt:lpstr>
      <vt:lpstr>Best practices for E commerce  </vt:lpstr>
      <vt:lpstr>Building trust and credibility</vt:lpstr>
      <vt:lpstr>Effective marketing and sales strategies</vt:lpstr>
      <vt:lpstr>Case study </vt:lpstr>
      <vt:lpstr>Key strategies 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and professional practices</dc:title>
  <dc:creator>70141746</dc:creator>
  <cp:lastModifiedBy>Hp</cp:lastModifiedBy>
  <cp:revision>7</cp:revision>
  <dcterms:modified xsi:type="dcterms:W3CDTF">2024-04-24T20:38:41Z</dcterms:modified>
</cp:coreProperties>
</file>