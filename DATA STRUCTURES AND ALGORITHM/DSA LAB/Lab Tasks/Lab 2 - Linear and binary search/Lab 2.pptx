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9"/>
  </p:notesMasterIdLst>
  <p:sldIdLst>
    <p:sldId id="256" r:id="rId2"/>
    <p:sldId id="262" r:id="rId3"/>
    <p:sldId id="264" r:id="rId4"/>
    <p:sldId id="266" r:id="rId5"/>
    <p:sldId id="271" r:id="rId6"/>
    <p:sldId id="270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2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32830"/>
            <a:ext cx="10058400" cy="5042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1663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and binary search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32830"/>
            <a:ext cx="5999556" cy="50425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implements Linear Search to find an element in a given integer array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10, 25, 30, 45, 50, 65, 80, 95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to input a target element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to find the target in the array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index if the element is found; otherwise, print "Element not found".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10127" y="1393969"/>
            <a:ext cx="3702356" cy="316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Case 1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element to search: 45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found at index: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Case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element to search: 32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not found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32830"/>
            <a:ext cx="4880439" cy="50425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Linear Search to count how many times a given element appears in an array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{10, 25, 30, 25, 50, 65, 25, 95, 25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16952" y="1393969"/>
            <a:ext cx="4538728" cy="32700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Case 1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element to search: 25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25 appears 4 times in the array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Case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element to search: 77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not found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4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implements Linear Search to find a character in a given string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string input from the user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to enter a character to search for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to find the character in the string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index of the first occurrence if found, otherwise print "Character not found".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2986" y="4421134"/>
            <a:ext cx="5613324" cy="17067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string: University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lahore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character to search: 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'e' found at index: 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07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implements Linear Search to find all occurrences of a target element in an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array.</a:t>
            </a:r>
          </a:p>
          <a:p>
            <a:pPr algn="ctr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10, 25, 30, 25, 50, 65, 25, 95, 25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to input a target element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to find all occurrences of the target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indices where the element appears. If the element is not found, print "Element not found".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28346" y="4682338"/>
            <a:ext cx="4427334" cy="14318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element to search: 25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25 found at indices: 1 3 6 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83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implements Binary Search on a sorted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array.</a:t>
            </a:r>
          </a:p>
          <a:p>
            <a:pPr algn="ctr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10, 20, 30, 40, 50, 60, 70, 80, 90, 100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to input a target element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to find the target in the array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index if the element is found; otherwise, print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“Element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found”.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95981" y="4683081"/>
            <a:ext cx="4427334" cy="14993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element to search: 80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found at index: 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00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given a sorted array containing numbers from 1 to N, with one number missing. Implement Binary Search to find the missing number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{1, 2, 3, 4, 6, 7, 8, 9, 10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8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8101</TotalTime>
  <Words>556</Words>
  <Application>Microsoft Office PowerPoint</Application>
  <PresentationFormat>Widescreen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Retrospect</vt:lpstr>
      <vt:lpstr>LAB – 2</vt:lpstr>
      <vt:lpstr>Task - 1</vt:lpstr>
      <vt:lpstr>Task - 2</vt:lpstr>
      <vt:lpstr>Task - 3</vt:lpstr>
      <vt:lpstr>Task - 4</vt:lpstr>
      <vt:lpstr>Task - 5</vt:lpstr>
      <vt:lpstr>Task - 6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661</cp:revision>
  <dcterms:created xsi:type="dcterms:W3CDTF">2022-09-18T18:36:50Z</dcterms:created>
  <dcterms:modified xsi:type="dcterms:W3CDTF">2025-03-05T05:27:13Z</dcterms:modified>
</cp:coreProperties>
</file>