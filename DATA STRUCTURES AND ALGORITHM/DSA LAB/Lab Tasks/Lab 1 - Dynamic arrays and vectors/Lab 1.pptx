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9" r:id="rId1"/>
  </p:sldMasterIdLst>
  <p:notesMasterIdLst>
    <p:notesMasterId r:id="rId11"/>
  </p:notesMasterIdLst>
  <p:sldIdLst>
    <p:sldId id="256" r:id="rId2"/>
    <p:sldId id="262" r:id="rId3"/>
    <p:sldId id="264" r:id="rId4"/>
    <p:sldId id="266" r:id="rId5"/>
    <p:sldId id="271" r:id="rId6"/>
    <p:sldId id="270" r:id="rId7"/>
    <p:sldId id="267" r:id="rId8"/>
    <p:sldId id="268" r:id="rId9"/>
    <p:sldId id="269"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714"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AB2439D-EB4B-4FB0-8FCF-F98E8606EACA}" type="datetimeFigureOut">
              <a:rPr lang="en-US" smtClean="0"/>
              <a:t>2/26/2025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128867-5CFB-4CF7-B5DC-CFC116C37B29}" type="slidenum">
              <a:rPr lang="en-US" smtClean="0"/>
              <a:t>‹#›</a:t>
            </a:fld>
            <a:endParaRPr lang="en-US"/>
          </a:p>
        </p:txBody>
      </p:sp>
    </p:spTree>
    <p:extLst>
      <p:ext uri="{BB962C8B-B14F-4D97-AF65-F5344CB8AC3E}">
        <p14:creationId xmlns:p14="http://schemas.microsoft.com/office/powerpoint/2010/main" val="8969524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128867-5CFB-4CF7-B5DC-CFC116C37B29}" type="slidenum">
              <a:rPr lang="en-US" smtClean="0"/>
              <a:t>1</a:t>
            </a:fld>
            <a:endParaRPr lang="en-US"/>
          </a:p>
        </p:txBody>
      </p:sp>
    </p:spTree>
    <p:extLst>
      <p:ext uri="{BB962C8B-B14F-4D97-AF65-F5344CB8AC3E}">
        <p14:creationId xmlns:p14="http://schemas.microsoft.com/office/powerpoint/2010/main" val="28438638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C684046B-4E25-4DF1-9DE1-12E4A41B97A6}" type="datetime1">
              <a:rPr lang="en-US" smtClean="0"/>
              <a:t>2/26/2025</a:t>
            </a:fld>
            <a:endParaRPr lang="en-US"/>
          </a:p>
        </p:txBody>
      </p:sp>
      <p:sp>
        <p:nvSpPr>
          <p:cNvPr id="5" name="Footer Placeholder 4"/>
          <p:cNvSpPr>
            <a:spLocks noGrp="1"/>
          </p:cNvSpPr>
          <p:nvPr>
            <p:ph type="ftr" sz="quarter" idx="11"/>
          </p:nvPr>
        </p:nvSpPr>
        <p:spPr/>
        <p:txBody>
          <a:bodyPr/>
          <a:lstStyle/>
          <a:p>
            <a:r>
              <a:rPr lang="en-US" smtClean="0"/>
              <a:t>The University of Lahore</a:t>
            </a:r>
            <a:endParaRPr lang="en-US"/>
          </a:p>
        </p:txBody>
      </p:sp>
      <p:sp>
        <p:nvSpPr>
          <p:cNvPr id="6" name="Slide Number Placeholder 5"/>
          <p:cNvSpPr>
            <a:spLocks noGrp="1"/>
          </p:cNvSpPr>
          <p:nvPr>
            <p:ph type="sldNum" sz="quarter" idx="12"/>
          </p:nvPr>
        </p:nvSpPr>
        <p:spPr/>
        <p:txBody>
          <a:bodyPr/>
          <a:lstStyle/>
          <a:p>
            <a:fld id="{F4CEE02E-1D84-46BB-93EA-A480D0C19957}"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7996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5DE1216-3170-4F6D-A3CF-E5C5608AA8CF}" type="datetime1">
              <a:rPr lang="en-US" smtClean="0"/>
              <a:t>2/26/2025</a:t>
            </a:fld>
            <a:endParaRPr lang="en-US"/>
          </a:p>
        </p:txBody>
      </p:sp>
      <p:sp>
        <p:nvSpPr>
          <p:cNvPr id="5" name="Footer Placeholder 4"/>
          <p:cNvSpPr>
            <a:spLocks noGrp="1"/>
          </p:cNvSpPr>
          <p:nvPr>
            <p:ph type="ftr" sz="quarter" idx="11"/>
          </p:nvPr>
        </p:nvSpPr>
        <p:spPr/>
        <p:txBody>
          <a:bodyPr/>
          <a:lstStyle/>
          <a:p>
            <a:r>
              <a:rPr lang="en-US" smtClean="0"/>
              <a:t>The University of Lahore</a:t>
            </a:r>
            <a:endParaRPr lang="en-US"/>
          </a:p>
        </p:txBody>
      </p:sp>
      <p:sp>
        <p:nvSpPr>
          <p:cNvPr id="6" name="Slide Number Placeholder 5"/>
          <p:cNvSpPr>
            <a:spLocks noGrp="1"/>
          </p:cNvSpPr>
          <p:nvPr>
            <p:ph type="sldNum" sz="quarter" idx="12"/>
          </p:nvPr>
        </p:nvSpPr>
        <p:spPr/>
        <p:txBody>
          <a:bodyPr/>
          <a:lstStyle/>
          <a:p>
            <a:fld id="{F4CEE02E-1D84-46BB-93EA-A480D0C19957}" type="slidenum">
              <a:rPr lang="en-US" smtClean="0"/>
              <a:t>‹#›</a:t>
            </a:fld>
            <a:endParaRPr lang="en-US"/>
          </a:p>
        </p:txBody>
      </p:sp>
    </p:spTree>
    <p:extLst>
      <p:ext uri="{BB962C8B-B14F-4D97-AF65-F5344CB8AC3E}">
        <p14:creationId xmlns:p14="http://schemas.microsoft.com/office/powerpoint/2010/main" val="21932546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1FEE345-4D4B-489D-AE9E-E4830A31EDB1}" type="datetime1">
              <a:rPr lang="en-US" smtClean="0"/>
              <a:t>2/26/2025</a:t>
            </a:fld>
            <a:endParaRPr lang="en-US"/>
          </a:p>
        </p:txBody>
      </p:sp>
      <p:sp>
        <p:nvSpPr>
          <p:cNvPr id="5" name="Footer Placeholder 4"/>
          <p:cNvSpPr>
            <a:spLocks noGrp="1"/>
          </p:cNvSpPr>
          <p:nvPr>
            <p:ph type="ftr" sz="quarter" idx="11"/>
          </p:nvPr>
        </p:nvSpPr>
        <p:spPr/>
        <p:txBody>
          <a:bodyPr/>
          <a:lstStyle/>
          <a:p>
            <a:r>
              <a:rPr lang="en-US" smtClean="0"/>
              <a:t>The University of Lahore</a:t>
            </a:r>
            <a:endParaRPr lang="en-US"/>
          </a:p>
        </p:txBody>
      </p:sp>
      <p:sp>
        <p:nvSpPr>
          <p:cNvPr id="6" name="Slide Number Placeholder 5"/>
          <p:cNvSpPr>
            <a:spLocks noGrp="1"/>
          </p:cNvSpPr>
          <p:nvPr>
            <p:ph type="sldNum" sz="quarter" idx="12"/>
          </p:nvPr>
        </p:nvSpPr>
        <p:spPr/>
        <p:txBody>
          <a:bodyPr/>
          <a:lstStyle/>
          <a:p>
            <a:fld id="{F4CEE02E-1D84-46BB-93EA-A480D0C19957}"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59773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EC7ACABA-1141-4E49-A369-9B6F45643DFF}" type="datetime1">
              <a:rPr lang="en-US" smtClean="0"/>
              <a:t>2/26/2025</a:t>
            </a:fld>
            <a:endParaRPr lang="en-US"/>
          </a:p>
        </p:txBody>
      </p:sp>
      <p:sp>
        <p:nvSpPr>
          <p:cNvPr id="6" name="Footer Placeholder 5"/>
          <p:cNvSpPr>
            <a:spLocks noGrp="1"/>
          </p:cNvSpPr>
          <p:nvPr>
            <p:ph type="ftr" sz="quarter" idx="11"/>
          </p:nvPr>
        </p:nvSpPr>
        <p:spPr/>
        <p:txBody>
          <a:bodyPr/>
          <a:lstStyle/>
          <a:p>
            <a:r>
              <a:rPr lang="en-US" smtClean="0"/>
              <a:t>The University of Lahore</a:t>
            </a:r>
            <a:endParaRPr lang="en-US"/>
          </a:p>
        </p:txBody>
      </p:sp>
      <p:sp>
        <p:nvSpPr>
          <p:cNvPr id="7" name="Slide Number Placeholder 6"/>
          <p:cNvSpPr>
            <a:spLocks noGrp="1"/>
          </p:cNvSpPr>
          <p:nvPr>
            <p:ph type="sldNum" sz="quarter" idx="12"/>
          </p:nvPr>
        </p:nvSpPr>
        <p:spPr/>
        <p:txBody>
          <a:bodyPr/>
          <a:lstStyle/>
          <a:p>
            <a:fld id="{F4CEE02E-1D84-46BB-93EA-A480D0C19957}" type="slidenum">
              <a:rPr lang="en-US" smtClean="0"/>
              <a:t>‹#›</a:t>
            </a:fld>
            <a:endParaRPr lang="en-US"/>
          </a:p>
        </p:txBody>
      </p:sp>
    </p:spTree>
    <p:extLst>
      <p:ext uri="{BB962C8B-B14F-4D97-AF65-F5344CB8AC3E}">
        <p14:creationId xmlns:p14="http://schemas.microsoft.com/office/powerpoint/2010/main" val="25337127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4704340-9E8F-4ED5-AC11-E5BB2925CA43}" type="datetime1">
              <a:rPr lang="en-US" smtClean="0"/>
              <a:t>2/26/2025</a:t>
            </a:fld>
            <a:endParaRPr lang="en-US"/>
          </a:p>
        </p:txBody>
      </p:sp>
      <p:sp>
        <p:nvSpPr>
          <p:cNvPr id="8" name="Footer Placeholder 7"/>
          <p:cNvSpPr>
            <a:spLocks noGrp="1"/>
          </p:cNvSpPr>
          <p:nvPr>
            <p:ph type="ftr" sz="quarter" idx="11"/>
          </p:nvPr>
        </p:nvSpPr>
        <p:spPr/>
        <p:txBody>
          <a:bodyPr/>
          <a:lstStyle/>
          <a:p>
            <a:r>
              <a:rPr lang="en-US" smtClean="0"/>
              <a:t>The University of Lahore</a:t>
            </a:r>
            <a:endParaRPr lang="en-US"/>
          </a:p>
        </p:txBody>
      </p:sp>
      <p:sp>
        <p:nvSpPr>
          <p:cNvPr id="9" name="Slide Number Placeholder 8"/>
          <p:cNvSpPr>
            <a:spLocks noGrp="1"/>
          </p:cNvSpPr>
          <p:nvPr>
            <p:ph type="sldNum" sz="quarter" idx="12"/>
          </p:nvPr>
        </p:nvSpPr>
        <p:spPr/>
        <p:txBody>
          <a:bodyPr/>
          <a:lstStyle/>
          <a:p>
            <a:fld id="{F4CEE02E-1D84-46BB-93EA-A480D0C19957}" type="slidenum">
              <a:rPr lang="en-US" smtClean="0"/>
              <a:t>‹#›</a:t>
            </a:fld>
            <a:endParaRPr lang="en-US"/>
          </a:p>
        </p:txBody>
      </p:sp>
    </p:spTree>
    <p:extLst>
      <p:ext uri="{BB962C8B-B14F-4D97-AF65-F5344CB8AC3E}">
        <p14:creationId xmlns:p14="http://schemas.microsoft.com/office/powerpoint/2010/main" val="15295550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CDAE39F-54E1-4E4D-A3A6-583B543675EE}" type="datetime1">
              <a:rPr lang="en-US" smtClean="0"/>
              <a:t>2/26/2025</a:t>
            </a:fld>
            <a:endParaRPr lang="en-US"/>
          </a:p>
        </p:txBody>
      </p:sp>
      <p:sp>
        <p:nvSpPr>
          <p:cNvPr id="4" name="Footer Placeholder 3"/>
          <p:cNvSpPr>
            <a:spLocks noGrp="1"/>
          </p:cNvSpPr>
          <p:nvPr>
            <p:ph type="ftr" sz="quarter" idx="11"/>
          </p:nvPr>
        </p:nvSpPr>
        <p:spPr/>
        <p:txBody>
          <a:bodyPr/>
          <a:lstStyle/>
          <a:p>
            <a:r>
              <a:rPr lang="en-US" smtClean="0"/>
              <a:t>The University of Lahore</a:t>
            </a:r>
            <a:endParaRPr lang="en-US"/>
          </a:p>
        </p:txBody>
      </p:sp>
      <p:sp>
        <p:nvSpPr>
          <p:cNvPr id="5" name="Slide Number Placeholder 4"/>
          <p:cNvSpPr>
            <a:spLocks noGrp="1"/>
          </p:cNvSpPr>
          <p:nvPr>
            <p:ph type="sldNum" sz="quarter" idx="12"/>
          </p:nvPr>
        </p:nvSpPr>
        <p:spPr/>
        <p:txBody>
          <a:bodyPr/>
          <a:lstStyle/>
          <a:p>
            <a:fld id="{F4CEE02E-1D84-46BB-93EA-A480D0C19957}" type="slidenum">
              <a:rPr lang="en-US" smtClean="0"/>
              <a:t>‹#›</a:t>
            </a:fld>
            <a:endParaRPr lang="en-US"/>
          </a:p>
        </p:txBody>
      </p:sp>
    </p:spTree>
    <p:extLst>
      <p:ext uri="{BB962C8B-B14F-4D97-AF65-F5344CB8AC3E}">
        <p14:creationId xmlns:p14="http://schemas.microsoft.com/office/powerpoint/2010/main" val="15009099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688CE462-0C8B-4901-9C7A-7FEF6BCCE1D9}" type="datetime1">
              <a:rPr lang="en-US" smtClean="0"/>
              <a:t>2/26/2025</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US" smtClean="0"/>
              <a:t>The University of Lahore</a:t>
            </a:r>
            <a:endParaRPr lang="en-US"/>
          </a:p>
        </p:txBody>
      </p:sp>
      <p:sp>
        <p:nvSpPr>
          <p:cNvPr id="9" name="Slide Number Placeholder 8"/>
          <p:cNvSpPr>
            <a:spLocks noGrp="1"/>
          </p:cNvSpPr>
          <p:nvPr>
            <p:ph type="sldNum" sz="quarter" idx="12"/>
          </p:nvPr>
        </p:nvSpPr>
        <p:spPr/>
        <p:txBody>
          <a:bodyPr/>
          <a:lstStyle/>
          <a:p>
            <a:fld id="{F4CEE02E-1D84-46BB-93EA-A480D0C19957}" type="slidenum">
              <a:rPr lang="en-US" smtClean="0"/>
              <a:t>‹#›</a:t>
            </a:fld>
            <a:endParaRPr lang="en-US"/>
          </a:p>
        </p:txBody>
      </p:sp>
    </p:spTree>
    <p:extLst>
      <p:ext uri="{BB962C8B-B14F-4D97-AF65-F5344CB8AC3E}">
        <p14:creationId xmlns:p14="http://schemas.microsoft.com/office/powerpoint/2010/main" val="19235528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DA8872F5-177D-4534-9718-DD8D4001B234}" type="datetime1">
              <a:rPr lang="en-US" smtClean="0"/>
              <a:t>2/26/2025</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r>
              <a:rPr lang="en-US" smtClean="0"/>
              <a:t>The University of Lahore</a:t>
            </a:r>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F4CEE02E-1D84-46BB-93EA-A480D0C19957}" type="slidenum">
              <a:rPr lang="en-US" smtClean="0"/>
              <a:t>‹#›</a:t>
            </a:fld>
            <a:endParaRPr lang="en-US"/>
          </a:p>
        </p:txBody>
      </p:sp>
    </p:spTree>
    <p:extLst>
      <p:ext uri="{BB962C8B-B14F-4D97-AF65-F5344CB8AC3E}">
        <p14:creationId xmlns:p14="http://schemas.microsoft.com/office/powerpoint/2010/main" val="35731998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255ECED-6A20-494B-8D7D-788231577CE4}" type="datetime1">
              <a:rPr lang="en-US" smtClean="0"/>
              <a:t>2/26/2025</a:t>
            </a:fld>
            <a:endParaRPr lang="en-US"/>
          </a:p>
        </p:txBody>
      </p:sp>
      <p:sp>
        <p:nvSpPr>
          <p:cNvPr id="6" name="Footer Placeholder 5"/>
          <p:cNvSpPr>
            <a:spLocks noGrp="1"/>
          </p:cNvSpPr>
          <p:nvPr>
            <p:ph type="ftr" sz="quarter" idx="11"/>
          </p:nvPr>
        </p:nvSpPr>
        <p:spPr/>
        <p:txBody>
          <a:bodyPr/>
          <a:lstStyle/>
          <a:p>
            <a:r>
              <a:rPr lang="en-US" smtClean="0"/>
              <a:t>The University of Lahore</a:t>
            </a:r>
            <a:endParaRPr lang="en-US"/>
          </a:p>
        </p:txBody>
      </p:sp>
      <p:sp>
        <p:nvSpPr>
          <p:cNvPr id="7" name="Slide Number Placeholder 6"/>
          <p:cNvSpPr>
            <a:spLocks noGrp="1"/>
          </p:cNvSpPr>
          <p:nvPr>
            <p:ph type="sldNum" sz="quarter" idx="12"/>
          </p:nvPr>
        </p:nvSpPr>
        <p:spPr/>
        <p:txBody>
          <a:bodyPr/>
          <a:lstStyle/>
          <a:p>
            <a:fld id="{F4CEE02E-1D84-46BB-93EA-A480D0C19957}" type="slidenum">
              <a:rPr lang="en-US" smtClean="0"/>
              <a:t>‹#›</a:t>
            </a:fld>
            <a:endParaRPr lang="en-US"/>
          </a:p>
        </p:txBody>
      </p:sp>
    </p:spTree>
    <p:extLst>
      <p:ext uri="{BB962C8B-B14F-4D97-AF65-F5344CB8AC3E}">
        <p14:creationId xmlns:p14="http://schemas.microsoft.com/office/powerpoint/2010/main" val="26125221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8EFD0AE-6D5A-40E9-98F9-7B2CF6A45989}" type="datetime1">
              <a:rPr lang="en-US" smtClean="0"/>
              <a:t>2/26/2025</a:t>
            </a:fld>
            <a:endParaRPr lang="en-US"/>
          </a:p>
        </p:txBody>
      </p:sp>
      <p:sp>
        <p:nvSpPr>
          <p:cNvPr id="5" name="Footer Placeholder 4"/>
          <p:cNvSpPr>
            <a:spLocks noGrp="1"/>
          </p:cNvSpPr>
          <p:nvPr>
            <p:ph type="ftr" sz="quarter" idx="11"/>
          </p:nvPr>
        </p:nvSpPr>
        <p:spPr/>
        <p:txBody>
          <a:bodyPr/>
          <a:lstStyle/>
          <a:p>
            <a:r>
              <a:rPr lang="en-US" smtClean="0"/>
              <a:t>The University of Lahore</a:t>
            </a:r>
            <a:endParaRPr lang="en-US"/>
          </a:p>
        </p:txBody>
      </p:sp>
      <p:sp>
        <p:nvSpPr>
          <p:cNvPr id="6" name="Slide Number Placeholder 5"/>
          <p:cNvSpPr>
            <a:spLocks noGrp="1"/>
          </p:cNvSpPr>
          <p:nvPr>
            <p:ph type="sldNum" sz="quarter" idx="12"/>
          </p:nvPr>
        </p:nvSpPr>
        <p:spPr/>
        <p:txBody>
          <a:bodyPr/>
          <a:lstStyle/>
          <a:p>
            <a:fld id="{F4CEE02E-1D84-46BB-93EA-A480D0C19957}" type="slidenum">
              <a:rPr lang="en-US" smtClean="0"/>
              <a:t>‹#›</a:t>
            </a:fld>
            <a:endParaRPr lang="en-US"/>
          </a:p>
        </p:txBody>
      </p:sp>
    </p:spTree>
    <p:extLst>
      <p:ext uri="{BB962C8B-B14F-4D97-AF65-F5344CB8AC3E}">
        <p14:creationId xmlns:p14="http://schemas.microsoft.com/office/powerpoint/2010/main" val="10450501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48482EA-7E95-40E9-9BD0-5300AFC5B999}" type="datetime1">
              <a:rPr lang="en-US" smtClean="0"/>
              <a:t>2/26/2025</a:t>
            </a:fld>
            <a:endParaRPr lang="en-US"/>
          </a:p>
        </p:txBody>
      </p:sp>
      <p:sp>
        <p:nvSpPr>
          <p:cNvPr id="5" name="Footer Placeholder 4"/>
          <p:cNvSpPr>
            <a:spLocks noGrp="1"/>
          </p:cNvSpPr>
          <p:nvPr>
            <p:ph type="ftr" sz="quarter" idx="11"/>
          </p:nvPr>
        </p:nvSpPr>
        <p:spPr/>
        <p:txBody>
          <a:bodyPr/>
          <a:lstStyle/>
          <a:p>
            <a:r>
              <a:rPr lang="en-US" smtClean="0"/>
              <a:t>The University of Lahore</a:t>
            </a:r>
            <a:endParaRPr lang="en-US"/>
          </a:p>
        </p:txBody>
      </p:sp>
      <p:sp>
        <p:nvSpPr>
          <p:cNvPr id="6" name="Slide Number Placeholder 5"/>
          <p:cNvSpPr>
            <a:spLocks noGrp="1"/>
          </p:cNvSpPr>
          <p:nvPr>
            <p:ph type="sldNum" sz="quarter" idx="12"/>
          </p:nvPr>
        </p:nvSpPr>
        <p:spPr/>
        <p:txBody>
          <a:bodyPr/>
          <a:lstStyle/>
          <a:p>
            <a:fld id="{F4CEE02E-1D84-46BB-93EA-A480D0C19957}" type="slidenum">
              <a:rPr lang="en-US" smtClean="0"/>
              <a:t>‹#›</a:t>
            </a:fld>
            <a:endParaRPr lang="en-US"/>
          </a:p>
        </p:txBody>
      </p:sp>
    </p:spTree>
    <p:extLst>
      <p:ext uri="{BB962C8B-B14F-4D97-AF65-F5344CB8AC3E}">
        <p14:creationId xmlns:p14="http://schemas.microsoft.com/office/powerpoint/2010/main" val="1766165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820757"/>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97280" y="1232830"/>
            <a:ext cx="10058400" cy="5042500"/>
          </a:xfrm>
          <a:prstGeom prst="rect">
            <a:avLst/>
          </a:prstGeom>
        </p:spPr>
        <p:txBody>
          <a:bodyPr vert="horz" lIns="0" tIns="45720" rIns="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52434106-2ABE-4E26-B24F-AA7802E7B0E5}" type="datetime1">
              <a:rPr lang="en-US" smtClean="0"/>
              <a:t>2/26/2025</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n-US" smtClean="0"/>
              <a:t>The University of Lahore</a:t>
            </a:r>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F4CEE02E-1D84-46BB-93EA-A480D0C19957}" type="slidenum">
              <a:rPr lang="en-US" smtClean="0"/>
              <a:t>‹#›</a:t>
            </a:fld>
            <a:endParaRPr lang="en-US"/>
          </a:p>
        </p:txBody>
      </p:sp>
      <p:cxnSp>
        <p:nvCxnSpPr>
          <p:cNvPr id="10" name="Straight Connector 9"/>
          <p:cNvCxnSpPr/>
          <p:nvPr/>
        </p:nvCxnSpPr>
        <p:spPr>
          <a:xfrm>
            <a:off x="1188720" y="11663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60793397"/>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Lst>
  <p:hf hd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4800" dirty="0" smtClean="0">
                <a:latin typeface="Times New Roman" panose="02020603050405020304" pitchFamily="18" charset="0"/>
                <a:cs typeface="Times New Roman" panose="02020603050405020304" pitchFamily="18" charset="0"/>
              </a:rPr>
              <a:t>LAB – </a:t>
            </a:r>
            <a:r>
              <a:rPr lang="en-US" sz="4800" dirty="0" smtClean="0">
                <a:latin typeface="Times New Roman" panose="02020603050405020304" pitchFamily="18" charset="0"/>
                <a:cs typeface="Times New Roman" panose="02020603050405020304" pitchFamily="18" charset="0"/>
              </a:rPr>
              <a:t>1</a:t>
            </a:r>
            <a:endParaRPr lang="en-US" sz="48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p:txBody>
          <a:bodyPr/>
          <a:lstStyle/>
          <a:p>
            <a:r>
              <a:rPr lang="en-US" dirty="0" smtClean="0">
                <a:latin typeface="Times New Roman" panose="02020603050405020304" pitchFamily="18" charset="0"/>
                <a:cs typeface="Times New Roman" panose="02020603050405020304" pitchFamily="18" charset="0"/>
              </a:rPr>
              <a:t>Dynamic arrays and vectors</a:t>
            </a:r>
            <a:endParaRPr lang="en-US" dirty="0" smtClean="0">
              <a:latin typeface="Times New Roman" panose="02020603050405020304" pitchFamily="18" charset="0"/>
              <a:cs typeface="Times New Roman" panose="02020603050405020304" pitchFamily="18" charset="0"/>
            </a:endParaRPr>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0800000">
            <a:off x="0" y="-5"/>
            <a:ext cx="12219296" cy="464028"/>
          </a:xfrm>
          <a:prstGeom prst="rect">
            <a:avLst/>
          </a:prstGeom>
        </p:spPr>
      </p:pic>
      <p:sp>
        <p:nvSpPr>
          <p:cNvPr id="9" name="Footer Placeholder 8"/>
          <p:cNvSpPr>
            <a:spLocks noGrp="1"/>
          </p:cNvSpPr>
          <p:nvPr>
            <p:ph type="ftr" sz="quarter" idx="11"/>
          </p:nvPr>
        </p:nvSpPr>
        <p:spPr/>
        <p:txBody>
          <a:bodyPr/>
          <a:lstStyle/>
          <a:p>
            <a:r>
              <a:rPr lang="en-US" dirty="0" smtClean="0">
                <a:cs typeface="Times New Roman" panose="02020603050405020304" pitchFamily="18" charset="0"/>
              </a:rPr>
              <a:t>The University of Lahore</a:t>
            </a:r>
            <a:endParaRPr lang="en-US" dirty="0">
              <a:cs typeface="Times New Roman" panose="02020603050405020304" pitchFamily="18" charset="0"/>
            </a:endParaRPr>
          </a:p>
        </p:txBody>
      </p:sp>
      <p:sp>
        <p:nvSpPr>
          <p:cNvPr id="10" name="Slide Number Placeholder 9"/>
          <p:cNvSpPr>
            <a:spLocks noGrp="1"/>
          </p:cNvSpPr>
          <p:nvPr>
            <p:ph type="sldNum" sz="quarter" idx="12"/>
          </p:nvPr>
        </p:nvSpPr>
        <p:spPr/>
        <p:txBody>
          <a:bodyPr/>
          <a:lstStyle/>
          <a:p>
            <a:fld id="{F4CEE02E-1D84-46BB-93EA-A480D0C19957}" type="slidenum">
              <a:rPr lang="en-US" smtClean="0">
                <a:cs typeface="Times New Roman" panose="02020603050405020304" pitchFamily="18" charset="0"/>
              </a:rPr>
              <a:t>1</a:t>
            </a:fld>
            <a:endParaRPr lang="en-US" dirty="0">
              <a:cs typeface="Times New Roman" panose="02020603050405020304" pitchFamily="18" charset="0"/>
            </a:endParaRPr>
          </a:p>
        </p:txBody>
      </p:sp>
    </p:spTree>
    <p:extLst>
      <p:ext uri="{BB962C8B-B14F-4D97-AF65-F5344CB8AC3E}">
        <p14:creationId xmlns:p14="http://schemas.microsoft.com/office/powerpoint/2010/main" val="126281074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smtClean="0">
                <a:solidFill>
                  <a:schemeClr val="tx1"/>
                </a:solidFill>
                <a:latin typeface="Times New Roman" panose="02020603050405020304" pitchFamily="18" charset="0"/>
                <a:cs typeface="Times New Roman" panose="02020603050405020304" pitchFamily="18" charset="0"/>
              </a:rPr>
              <a:t>Task - 1</a:t>
            </a:r>
            <a:endParaRPr lang="en-US" sz="3600"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097280" y="1232830"/>
            <a:ext cx="5999556" cy="5042500"/>
          </a:xfrm>
        </p:spPr>
        <p:txBody>
          <a:bodyPr>
            <a:noAutofit/>
          </a:bodyPr>
          <a:lstStyle/>
          <a:p>
            <a:pPr algn="just">
              <a:lnSpc>
                <a:spcPct val="100000"/>
              </a:lnSpc>
            </a:pPr>
            <a:r>
              <a:rPr lang="en-US" sz="2800" dirty="0">
                <a:solidFill>
                  <a:schemeClr val="tx1"/>
                </a:solidFill>
                <a:latin typeface="Times New Roman" panose="02020603050405020304" pitchFamily="18" charset="0"/>
                <a:cs typeface="Times New Roman" panose="02020603050405020304" pitchFamily="18" charset="0"/>
              </a:rPr>
              <a:t>A teacher needs to store marks dynamically as the number of students is unknown initially. Write a program that allocates memory dynamically, takes user input, and displays the entered marks. </a:t>
            </a:r>
            <a:r>
              <a:rPr lang="en-US" sz="2800" dirty="0" smtClean="0">
                <a:solidFill>
                  <a:schemeClr val="tx1"/>
                </a:solidFill>
                <a:latin typeface="Times New Roman" panose="02020603050405020304" pitchFamily="18" charset="0"/>
                <a:cs typeface="Times New Roman" panose="02020603050405020304" pitchFamily="18" charset="0"/>
              </a:rPr>
              <a:t>Also </a:t>
            </a:r>
            <a:r>
              <a:rPr lang="en-US" sz="2800" dirty="0">
                <a:solidFill>
                  <a:schemeClr val="tx1"/>
                </a:solidFill>
                <a:latin typeface="Times New Roman" panose="02020603050405020304" pitchFamily="18" charset="0"/>
                <a:cs typeface="Times New Roman" panose="02020603050405020304" pitchFamily="18" charset="0"/>
              </a:rPr>
              <a:t>find the highest and lowest marks from the allocated array.</a:t>
            </a:r>
            <a:endParaRPr lang="en-US" sz="2400" dirty="0">
              <a:solidFill>
                <a:schemeClr val="tx1"/>
              </a:solidFill>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r>
              <a:rPr lang="en-US" smtClean="0"/>
              <a:t>The University of Lahore</a:t>
            </a:r>
            <a:endParaRPr lang="en-US"/>
          </a:p>
        </p:txBody>
      </p:sp>
      <p:sp>
        <p:nvSpPr>
          <p:cNvPr id="5" name="Slide Number Placeholder 4"/>
          <p:cNvSpPr>
            <a:spLocks noGrp="1"/>
          </p:cNvSpPr>
          <p:nvPr>
            <p:ph type="sldNum" sz="quarter" idx="12"/>
          </p:nvPr>
        </p:nvSpPr>
        <p:spPr/>
        <p:txBody>
          <a:bodyPr/>
          <a:lstStyle/>
          <a:p>
            <a:fld id="{F4CEE02E-1D84-46BB-93EA-A480D0C19957}" type="slidenum">
              <a:rPr lang="en-US" smtClean="0"/>
              <a:t>2</a:t>
            </a:fld>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0800000">
            <a:off x="0" y="-5"/>
            <a:ext cx="12219296" cy="464028"/>
          </a:xfrm>
          <a:prstGeom prst="rect">
            <a:avLst/>
          </a:prstGeom>
        </p:spPr>
      </p:pic>
      <p:sp>
        <p:nvSpPr>
          <p:cNvPr id="9" name="Rectangle 8"/>
          <p:cNvSpPr/>
          <p:nvPr/>
        </p:nvSpPr>
        <p:spPr>
          <a:xfrm>
            <a:off x="7510127" y="1393969"/>
            <a:ext cx="3702356" cy="4611046"/>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2000" dirty="0">
                <a:latin typeface="Times New Roman" panose="02020603050405020304" pitchFamily="18" charset="0"/>
                <a:cs typeface="Times New Roman" panose="02020603050405020304" pitchFamily="18" charset="0"/>
              </a:rPr>
              <a:t>Sample </a:t>
            </a:r>
            <a:r>
              <a:rPr lang="en-US" sz="2000" dirty="0" smtClean="0">
                <a:latin typeface="Times New Roman" panose="02020603050405020304" pitchFamily="18" charset="0"/>
                <a:cs typeface="Times New Roman" panose="02020603050405020304" pitchFamily="18" charset="0"/>
              </a:rPr>
              <a:t>Output</a:t>
            </a:r>
          </a:p>
          <a:p>
            <a:pPr algn="ctr"/>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Enter the number of students: </a:t>
            </a:r>
            <a:r>
              <a:rPr lang="en-US" sz="2000" dirty="0" smtClean="0">
                <a:latin typeface="Times New Roman" panose="02020603050405020304" pitchFamily="18" charset="0"/>
                <a:cs typeface="Times New Roman" panose="02020603050405020304" pitchFamily="18" charset="0"/>
              </a:rPr>
              <a:t>3</a:t>
            </a:r>
          </a:p>
          <a:p>
            <a:pPr algn="just"/>
            <a:r>
              <a:rPr lang="en-US" sz="2000" dirty="0" smtClean="0">
                <a:latin typeface="Times New Roman" panose="02020603050405020304" pitchFamily="18" charset="0"/>
                <a:cs typeface="Times New Roman" panose="02020603050405020304" pitchFamily="18" charset="0"/>
              </a:rPr>
              <a:t>Enter </a:t>
            </a:r>
            <a:r>
              <a:rPr lang="en-US" sz="2000" dirty="0">
                <a:latin typeface="Times New Roman" panose="02020603050405020304" pitchFamily="18" charset="0"/>
                <a:cs typeface="Times New Roman" panose="02020603050405020304" pitchFamily="18" charset="0"/>
              </a:rPr>
              <a:t>marks of 3 students</a:t>
            </a:r>
            <a:r>
              <a:rPr lang="en-US" sz="2000" dirty="0" smtClean="0">
                <a:latin typeface="Times New Roman" panose="02020603050405020304" pitchFamily="18" charset="0"/>
                <a:cs typeface="Times New Roman" panose="02020603050405020304" pitchFamily="18" charset="0"/>
              </a:rPr>
              <a:t>:</a:t>
            </a:r>
          </a:p>
          <a:p>
            <a:pPr algn="just"/>
            <a:r>
              <a:rPr lang="en-US" sz="2000" dirty="0" smtClean="0">
                <a:latin typeface="Times New Roman" panose="02020603050405020304" pitchFamily="18" charset="0"/>
                <a:cs typeface="Times New Roman" panose="02020603050405020304" pitchFamily="18" charset="0"/>
              </a:rPr>
              <a:t>Student </a:t>
            </a:r>
            <a:r>
              <a:rPr lang="en-US" sz="2000" dirty="0">
                <a:latin typeface="Times New Roman" panose="02020603050405020304" pitchFamily="18" charset="0"/>
                <a:cs typeface="Times New Roman" panose="02020603050405020304" pitchFamily="18" charset="0"/>
              </a:rPr>
              <a:t>1: </a:t>
            </a:r>
            <a:r>
              <a:rPr lang="en-US" sz="2000" dirty="0" smtClean="0">
                <a:latin typeface="Times New Roman" panose="02020603050405020304" pitchFamily="18" charset="0"/>
                <a:cs typeface="Times New Roman" panose="02020603050405020304" pitchFamily="18" charset="0"/>
              </a:rPr>
              <a:t>3</a:t>
            </a:r>
          </a:p>
          <a:p>
            <a:pPr algn="just"/>
            <a:r>
              <a:rPr lang="en-US" sz="2000" dirty="0" smtClean="0">
                <a:latin typeface="Times New Roman" panose="02020603050405020304" pitchFamily="18" charset="0"/>
                <a:cs typeface="Times New Roman" panose="02020603050405020304" pitchFamily="18" charset="0"/>
              </a:rPr>
              <a:t>Student </a:t>
            </a:r>
            <a:r>
              <a:rPr lang="en-US" sz="2000" dirty="0">
                <a:latin typeface="Times New Roman" panose="02020603050405020304" pitchFamily="18" charset="0"/>
                <a:cs typeface="Times New Roman" panose="02020603050405020304" pitchFamily="18" charset="0"/>
              </a:rPr>
              <a:t>2: </a:t>
            </a:r>
            <a:r>
              <a:rPr lang="en-US" sz="2000" dirty="0" smtClean="0">
                <a:latin typeface="Times New Roman" panose="02020603050405020304" pitchFamily="18" charset="0"/>
                <a:cs typeface="Times New Roman" panose="02020603050405020304" pitchFamily="18" charset="0"/>
              </a:rPr>
              <a:t>4</a:t>
            </a:r>
          </a:p>
          <a:p>
            <a:pPr algn="just"/>
            <a:r>
              <a:rPr lang="en-US" sz="2000" dirty="0" smtClean="0">
                <a:latin typeface="Times New Roman" panose="02020603050405020304" pitchFamily="18" charset="0"/>
                <a:cs typeface="Times New Roman" panose="02020603050405020304" pitchFamily="18" charset="0"/>
              </a:rPr>
              <a:t>Student </a:t>
            </a:r>
            <a:r>
              <a:rPr lang="en-US" sz="2000" dirty="0">
                <a:latin typeface="Times New Roman" panose="02020603050405020304" pitchFamily="18" charset="0"/>
                <a:cs typeface="Times New Roman" panose="02020603050405020304" pitchFamily="18" charset="0"/>
              </a:rPr>
              <a:t>3: </a:t>
            </a:r>
            <a:r>
              <a:rPr lang="en-US" sz="2000" dirty="0" smtClean="0">
                <a:latin typeface="Times New Roman" panose="02020603050405020304" pitchFamily="18" charset="0"/>
                <a:cs typeface="Times New Roman" panose="02020603050405020304" pitchFamily="18" charset="0"/>
              </a:rPr>
              <a:t>2</a:t>
            </a:r>
          </a:p>
          <a:p>
            <a:pPr algn="just"/>
            <a:endParaRPr lang="en-US" sz="2000" dirty="0" smtClean="0">
              <a:latin typeface="Times New Roman" panose="02020603050405020304" pitchFamily="18" charset="0"/>
              <a:cs typeface="Times New Roman" panose="02020603050405020304" pitchFamily="18" charset="0"/>
            </a:endParaRPr>
          </a:p>
          <a:p>
            <a:pPr algn="just"/>
            <a:r>
              <a:rPr lang="en-US" sz="2000" dirty="0" smtClean="0">
                <a:latin typeface="Times New Roman" panose="02020603050405020304" pitchFamily="18" charset="0"/>
                <a:cs typeface="Times New Roman" panose="02020603050405020304" pitchFamily="18" charset="0"/>
              </a:rPr>
              <a:t>Stored </a:t>
            </a:r>
            <a:r>
              <a:rPr lang="en-US" sz="2000" dirty="0">
                <a:latin typeface="Times New Roman" panose="02020603050405020304" pitchFamily="18" charset="0"/>
                <a:cs typeface="Times New Roman" panose="02020603050405020304" pitchFamily="18" charset="0"/>
              </a:rPr>
              <a:t>Marks</a:t>
            </a:r>
            <a:r>
              <a:rPr lang="en-US" sz="2000" dirty="0" smtClean="0">
                <a:latin typeface="Times New Roman" panose="02020603050405020304" pitchFamily="18" charset="0"/>
                <a:cs typeface="Times New Roman" panose="02020603050405020304" pitchFamily="18" charset="0"/>
              </a:rPr>
              <a:t>:</a:t>
            </a:r>
          </a:p>
          <a:p>
            <a:pPr algn="just"/>
            <a:r>
              <a:rPr lang="en-US" sz="2000" dirty="0" smtClean="0">
                <a:latin typeface="Times New Roman" panose="02020603050405020304" pitchFamily="18" charset="0"/>
                <a:cs typeface="Times New Roman" panose="02020603050405020304" pitchFamily="18" charset="0"/>
              </a:rPr>
              <a:t>Student </a:t>
            </a:r>
            <a:r>
              <a:rPr lang="en-US" sz="2000" dirty="0">
                <a:latin typeface="Times New Roman" panose="02020603050405020304" pitchFamily="18" charset="0"/>
                <a:cs typeface="Times New Roman" panose="02020603050405020304" pitchFamily="18" charset="0"/>
              </a:rPr>
              <a:t>1: </a:t>
            </a:r>
            <a:r>
              <a:rPr lang="en-US" sz="2000" dirty="0" smtClean="0">
                <a:latin typeface="Times New Roman" panose="02020603050405020304" pitchFamily="18" charset="0"/>
                <a:cs typeface="Times New Roman" panose="02020603050405020304" pitchFamily="18" charset="0"/>
              </a:rPr>
              <a:t>3</a:t>
            </a:r>
          </a:p>
          <a:p>
            <a:pPr algn="just"/>
            <a:r>
              <a:rPr lang="en-US" sz="2000" dirty="0" smtClean="0">
                <a:latin typeface="Times New Roman" panose="02020603050405020304" pitchFamily="18" charset="0"/>
                <a:cs typeface="Times New Roman" panose="02020603050405020304" pitchFamily="18" charset="0"/>
              </a:rPr>
              <a:t>Student </a:t>
            </a:r>
            <a:r>
              <a:rPr lang="en-US" sz="2000" dirty="0">
                <a:latin typeface="Times New Roman" panose="02020603050405020304" pitchFamily="18" charset="0"/>
                <a:cs typeface="Times New Roman" panose="02020603050405020304" pitchFamily="18" charset="0"/>
              </a:rPr>
              <a:t>2: </a:t>
            </a:r>
            <a:r>
              <a:rPr lang="en-US" sz="2000" dirty="0" smtClean="0">
                <a:latin typeface="Times New Roman" panose="02020603050405020304" pitchFamily="18" charset="0"/>
                <a:cs typeface="Times New Roman" panose="02020603050405020304" pitchFamily="18" charset="0"/>
              </a:rPr>
              <a:t>4</a:t>
            </a:r>
          </a:p>
          <a:p>
            <a:pPr algn="just"/>
            <a:r>
              <a:rPr lang="en-US" sz="2000" dirty="0" smtClean="0">
                <a:latin typeface="Times New Roman" panose="02020603050405020304" pitchFamily="18" charset="0"/>
                <a:cs typeface="Times New Roman" panose="02020603050405020304" pitchFamily="18" charset="0"/>
              </a:rPr>
              <a:t>Student </a:t>
            </a:r>
            <a:r>
              <a:rPr lang="en-US" sz="2000" dirty="0">
                <a:latin typeface="Times New Roman" panose="02020603050405020304" pitchFamily="18" charset="0"/>
                <a:cs typeface="Times New Roman" panose="02020603050405020304" pitchFamily="18" charset="0"/>
              </a:rPr>
              <a:t>3: </a:t>
            </a:r>
            <a:r>
              <a:rPr lang="en-US" sz="2000" dirty="0" smtClean="0">
                <a:latin typeface="Times New Roman" panose="02020603050405020304" pitchFamily="18" charset="0"/>
                <a:cs typeface="Times New Roman" panose="02020603050405020304" pitchFamily="18" charset="0"/>
              </a:rPr>
              <a:t>2</a:t>
            </a:r>
          </a:p>
          <a:p>
            <a:pPr algn="just"/>
            <a:endParaRPr lang="en-US" sz="2000" dirty="0" smtClean="0">
              <a:latin typeface="Times New Roman" panose="02020603050405020304" pitchFamily="18" charset="0"/>
              <a:cs typeface="Times New Roman" panose="02020603050405020304" pitchFamily="18" charset="0"/>
            </a:endParaRPr>
          </a:p>
          <a:p>
            <a:pPr algn="just"/>
            <a:r>
              <a:rPr lang="en-US" sz="2000" dirty="0" smtClean="0">
                <a:latin typeface="Times New Roman" panose="02020603050405020304" pitchFamily="18" charset="0"/>
                <a:cs typeface="Times New Roman" panose="02020603050405020304" pitchFamily="18" charset="0"/>
              </a:rPr>
              <a:t>Highest </a:t>
            </a:r>
            <a:r>
              <a:rPr lang="en-US" sz="2000" dirty="0">
                <a:latin typeface="Times New Roman" panose="02020603050405020304" pitchFamily="18" charset="0"/>
                <a:cs typeface="Times New Roman" panose="02020603050405020304" pitchFamily="18" charset="0"/>
              </a:rPr>
              <a:t>Marks: </a:t>
            </a:r>
            <a:r>
              <a:rPr lang="en-US" sz="2000" dirty="0" smtClean="0">
                <a:latin typeface="Times New Roman" panose="02020603050405020304" pitchFamily="18" charset="0"/>
                <a:cs typeface="Times New Roman" panose="02020603050405020304" pitchFamily="18" charset="0"/>
              </a:rPr>
              <a:t>4</a:t>
            </a:r>
          </a:p>
          <a:p>
            <a:pPr algn="just"/>
            <a:r>
              <a:rPr lang="en-US" sz="2000" dirty="0" smtClean="0">
                <a:latin typeface="Times New Roman" panose="02020603050405020304" pitchFamily="18" charset="0"/>
                <a:cs typeface="Times New Roman" panose="02020603050405020304" pitchFamily="18" charset="0"/>
              </a:rPr>
              <a:t>Lowest </a:t>
            </a:r>
            <a:r>
              <a:rPr lang="en-US" sz="2000" dirty="0">
                <a:latin typeface="Times New Roman" panose="02020603050405020304" pitchFamily="18" charset="0"/>
                <a:cs typeface="Times New Roman" panose="02020603050405020304" pitchFamily="18" charset="0"/>
              </a:rPr>
              <a:t>Marks: 2</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4052917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smtClean="0">
                <a:solidFill>
                  <a:schemeClr val="tx1"/>
                </a:solidFill>
                <a:latin typeface="Times New Roman" panose="02020603050405020304" pitchFamily="18" charset="0"/>
                <a:cs typeface="Times New Roman" panose="02020603050405020304" pitchFamily="18" charset="0"/>
              </a:rPr>
              <a:t>Task - </a:t>
            </a:r>
            <a:r>
              <a:rPr lang="en-US" sz="3600" b="1" dirty="0" smtClean="0">
                <a:solidFill>
                  <a:schemeClr val="tx1"/>
                </a:solidFill>
                <a:latin typeface="Times New Roman" panose="02020603050405020304" pitchFamily="18" charset="0"/>
                <a:cs typeface="Times New Roman" panose="02020603050405020304" pitchFamily="18" charset="0"/>
              </a:rPr>
              <a:t>2</a:t>
            </a:r>
            <a:endParaRPr lang="en-US" sz="3600"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097280" y="1232830"/>
            <a:ext cx="4880439" cy="5042500"/>
          </a:xfrm>
        </p:spPr>
        <p:txBody>
          <a:bodyPr>
            <a:noAutofit/>
          </a:bodyPr>
          <a:lstStyle/>
          <a:p>
            <a:pPr algn="just">
              <a:lnSpc>
                <a:spcPct val="100000"/>
              </a:lnSpc>
            </a:pPr>
            <a:r>
              <a:rPr lang="en-US" sz="2800" dirty="0" smtClean="0">
                <a:solidFill>
                  <a:schemeClr val="tx1"/>
                </a:solidFill>
                <a:latin typeface="Times New Roman" panose="02020603050405020304" pitchFamily="18" charset="0"/>
                <a:cs typeface="Times New Roman" panose="02020603050405020304" pitchFamily="18" charset="0"/>
              </a:rPr>
              <a:t>Now the </a:t>
            </a:r>
            <a:r>
              <a:rPr lang="en-US" sz="2800" dirty="0">
                <a:solidFill>
                  <a:schemeClr val="tx1"/>
                </a:solidFill>
                <a:latin typeface="Times New Roman" panose="02020603050405020304" pitchFamily="18" charset="0"/>
                <a:cs typeface="Times New Roman" panose="02020603050405020304" pitchFamily="18" charset="0"/>
              </a:rPr>
              <a:t>school plans to enroll more students. Modify the </a:t>
            </a:r>
            <a:r>
              <a:rPr lang="en-US" sz="2800" dirty="0" smtClean="0">
                <a:solidFill>
                  <a:schemeClr val="tx1"/>
                </a:solidFill>
                <a:latin typeface="Times New Roman" panose="02020603050405020304" pitchFamily="18" charset="0"/>
                <a:cs typeface="Times New Roman" panose="02020603050405020304" pitchFamily="18" charset="0"/>
              </a:rPr>
              <a:t>previous program </a:t>
            </a:r>
            <a:r>
              <a:rPr lang="en-US" sz="2800" dirty="0">
                <a:solidFill>
                  <a:schemeClr val="tx1"/>
                </a:solidFill>
                <a:latin typeface="Times New Roman" panose="02020603050405020304" pitchFamily="18" charset="0"/>
                <a:cs typeface="Times New Roman" panose="02020603050405020304" pitchFamily="18" charset="0"/>
              </a:rPr>
              <a:t>to allow the user to increase the array size dynamically without losing previous data.</a:t>
            </a:r>
            <a:endParaRPr lang="en-US" sz="2400" dirty="0">
              <a:solidFill>
                <a:schemeClr val="tx1"/>
              </a:solidFill>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r>
              <a:rPr lang="en-US" smtClean="0"/>
              <a:t>The University of Lahore</a:t>
            </a:r>
            <a:endParaRPr lang="en-US"/>
          </a:p>
        </p:txBody>
      </p:sp>
      <p:sp>
        <p:nvSpPr>
          <p:cNvPr id="5" name="Slide Number Placeholder 4"/>
          <p:cNvSpPr>
            <a:spLocks noGrp="1"/>
          </p:cNvSpPr>
          <p:nvPr>
            <p:ph type="sldNum" sz="quarter" idx="12"/>
          </p:nvPr>
        </p:nvSpPr>
        <p:spPr/>
        <p:txBody>
          <a:bodyPr/>
          <a:lstStyle/>
          <a:p>
            <a:fld id="{F4CEE02E-1D84-46BB-93EA-A480D0C19957}" type="slidenum">
              <a:rPr lang="en-US" smtClean="0"/>
              <a:t>3</a:t>
            </a:fld>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0800000">
            <a:off x="0" y="-5"/>
            <a:ext cx="12219296" cy="464028"/>
          </a:xfrm>
          <a:prstGeom prst="rect">
            <a:avLst/>
          </a:prstGeom>
        </p:spPr>
      </p:pic>
      <p:sp>
        <p:nvSpPr>
          <p:cNvPr id="9" name="Rectangle 8"/>
          <p:cNvSpPr/>
          <p:nvPr/>
        </p:nvSpPr>
        <p:spPr>
          <a:xfrm>
            <a:off x="6673755" y="715077"/>
            <a:ext cx="4538728" cy="559208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2000" dirty="0">
                <a:latin typeface="Times New Roman" panose="02020603050405020304" pitchFamily="18" charset="0"/>
                <a:cs typeface="Times New Roman" panose="02020603050405020304" pitchFamily="18" charset="0"/>
              </a:rPr>
              <a:t>Sample </a:t>
            </a:r>
            <a:r>
              <a:rPr lang="en-US" sz="2000" dirty="0" smtClean="0">
                <a:latin typeface="Times New Roman" panose="02020603050405020304" pitchFamily="18" charset="0"/>
                <a:cs typeface="Times New Roman" panose="02020603050405020304" pitchFamily="18" charset="0"/>
              </a:rPr>
              <a:t>Output</a:t>
            </a:r>
          </a:p>
          <a:p>
            <a:pPr algn="ctr"/>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Enter the initial number of students: 3</a:t>
            </a:r>
          </a:p>
          <a:p>
            <a:pPr algn="just"/>
            <a:r>
              <a:rPr lang="en-US" sz="2000" dirty="0">
                <a:latin typeface="Times New Roman" panose="02020603050405020304" pitchFamily="18" charset="0"/>
                <a:cs typeface="Times New Roman" panose="02020603050405020304" pitchFamily="18" charset="0"/>
              </a:rPr>
              <a:t>Enter marks of 3 students:</a:t>
            </a:r>
          </a:p>
          <a:p>
            <a:pPr algn="just"/>
            <a:r>
              <a:rPr lang="en-US" sz="2000" dirty="0">
                <a:latin typeface="Times New Roman" panose="02020603050405020304" pitchFamily="18" charset="0"/>
                <a:cs typeface="Times New Roman" panose="02020603050405020304" pitchFamily="18" charset="0"/>
              </a:rPr>
              <a:t>Student 1: 32</a:t>
            </a:r>
          </a:p>
          <a:p>
            <a:pPr algn="just"/>
            <a:r>
              <a:rPr lang="en-US" sz="2000" dirty="0">
                <a:latin typeface="Times New Roman" panose="02020603050405020304" pitchFamily="18" charset="0"/>
                <a:cs typeface="Times New Roman" panose="02020603050405020304" pitchFamily="18" charset="0"/>
              </a:rPr>
              <a:t>Student 2: 44</a:t>
            </a:r>
          </a:p>
          <a:p>
            <a:pPr algn="just"/>
            <a:r>
              <a:rPr lang="en-US" sz="2000" dirty="0">
                <a:latin typeface="Times New Roman" panose="02020603050405020304" pitchFamily="18" charset="0"/>
                <a:cs typeface="Times New Roman" panose="02020603050405020304" pitchFamily="18" charset="0"/>
              </a:rPr>
              <a:t>Student 3: 12</a:t>
            </a:r>
          </a:p>
          <a:p>
            <a:pPr algn="just"/>
            <a:r>
              <a:rPr lang="en-US" sz="2000" dirty="0">
                <a:latin typeface="Times New Roman" panose="02020603050405020304" pitchFamily="18" charset="0"/>
                <a:cs typeface="Times New Roman" panose="02020603050405020304" pitchFamily="18" charset="0"/>
              </a:rPr>
              <a:t>Enter the new number of students: 5</a:t>
            </a:r>
          </a:p>
          <a:p>
            <a:pPr algn="just"/>
            <a:r>
              <a:rPr lang="en-US" sz="2000" dirty="0">
                <a:latin typeface="Times New Roman" panose="02020603050405020304" pitchFamily="18" charset="0"/>
                <a:cs typeface="Times New Roman" panose="02020603050405020304" pitchFamily="18" charset="0"/>
              </a:rPr>
              <a:t>Enter marks for new students:</a:t>
            </a:r>
          </a:p>
          <a:p>
            <a:pPr algn="just"/>
            <a:r>
              <a:rPr lang="en-US" sz="2000" dirty="0">
                <a:latin typeface="Times New Roman" panose="02020603050405020304" pitchFamily="18" charset="0"/>
                <a:cs typeface="Times New Roman" panose="02020603050405020304" pitchFamily="18" charset="0"/>
              </a:rPr>
              <a:t>Student 4: 23</a:t>
            </a:r>
          </a:p>
          <a:p>
            <a:pPr algn="just"/>
            <a:r>
              <a:rPr lang="en-US" sz="2000" dirty="0">
                <a:latin typeface="Times New Roman" panose="02020603050405020304" pitchFamily="18" charset="0"/>
                <a:cs typeface="Times New Roman" panose="02020603050405020304" pitchFamily="18" charset="0"/>
              </a:rPr>
              <a:t>Student 5: 56</a:t>
            </a:r>
          </a:p>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Updated Marks List:</a:t>
            </a:r>
          </a:p>
          <a:p>
            <a:pPr algn="just"/>
            <a:r>
              <a:rPr lang="en-US" sz="2000" dirty="0">
                <a:latin typeface="Times New Roman" panose="02020603050405020304" pitchFamily="18" charset="0"/>
                <a:cs typeface="Times New Roman" panose="02020603050405020304" pitchFamily="18" charset="0"/>
              </a:rPr>
              <a:t>Student 1: 32</a:t>
            </a:r>
          </a:p>
          <a:p>
            <a:pPr algn="just"/>
            <a:r>
              <a:rPr lang="en-US" sz="2000" dirty="0">
                <a:latin typeface="Times New Roman" panose="02020603050405020304" pitchFamily="18" charset="0"/>
                <a:cs typeface="Times New Roman" panose="02020603050405020304" pitchFamily="18" charset="0"/>
              </a:rPr>
              <a:t>Student 2: 44</a:t>
            </a:r>
          </a:p>
          <a:p>
            <a:pPr algn="just"/>
            <a:r>
              <a:rPr lang="en-US" sz="2000" dirty="0">
                <a:latin typeface="Times New Roman" panose="02020603050405020304" pitchFamily="18" charset="0"/>
                <a:cs typeface="Times New Roman" panose="02020603050405020304" pitchFamily="18" charset="0"/>
              </a:rPr>
              <a:t>Student 3: 12</a:t>
            </a:r>
          </a:p>
          <a:p>
            <a:pPr algn="just"/>
            <a:r>
              <a:rPr lang="en-US" sz="2000" dirty="0">
                <a:latin typeface="Times New Roman" panose="02020603050405020304" pitchFamily="18" charset="0"/>
                <a:cs typeface="Times New Roman" panose="02020603050405020304" pitchFamily="18" charset="0"/>
              </a:rPr>
              <a:t>Student 4: 23</a:t>
            </a:r>
          </a:p>
          <a:p>
            <a:pPr algn="just"/>
            <a:r>
              <a:rPr lang="en-US" sz="2000" dirty="0">
                <a:latin typeface="Times New Roman" panose="02020603050405020304" pitchFamily="18" charset="0"/>
                <a:cs typeface="Times New Roman" panose="02020603050405020304" pitchFamily="18" charset="0"/>
              </a:rPr>
              <a:t>Student 5: 56</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1094726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smtClean="0">
                <a:solidFill>
                  <a:schemeClr val="tx1"/>
                </a:solidFill>
                <a:latin typeface="Times New Roman" panose="02020603050405020304" pitchFamily="18" charset="0"/>
                <a:cs typeface="Times New Roman" panose="02020603050405020304" pitchFamily="18" charset="0"/>
              </a:rPr>
              <a:t>Task - </a:t>
            </a:r>
            <a:r>
              <a:rPr lang="en-US" sz="3600" b="1" dirty="0" smtClean="0">
                <a:solidFill>
                  <a:schemeClr val="tx1"/>
                </a:solidFill>
                <a:latin typeface="Times New Roman" panose="02020603050405020304" pitchFamily="18" charset="0"/>
                <a:cs typeface="Times New Roman" panose="02020603050405020304" pitchFamily="18" charset="0"/>
              </a:rPr>
              <a:t>3</a:t>
            </a:r>
            <a:endParaRPr lang="en-US" sz="3600"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097279" y="1232830"/>
            <a:ext cx="5016917" cy="5042500"/>
          </a:xfrm>
        </p:spPr>
        <p:txBody>
          <a:bodyPr>
            <a:noAutofit/>
          </a:bodyPr>
          <a:lstStyle/>
          <a:p>
            <a:pPr algn="just">
              <a:lnSpc>
                <a:spcPct val="100000"/>
              </a:lnSpc>
            </a:pPr>
            <a:r>
              <a:rPr lang="en-US" sz="2800" dirty="0">
                <a:solidFill>
                  <a:schemeClr val="tx1"/>
                </a:solidFill>
                <a:latin typeface="Times New Roman" panose="02020603050405020304" pitchFamily="18" charset="0"/>
                <a:cs typeface="Times New Roman" panose="02020603050405020304" pitchFamily="18" charset="0"/>
              </a:rPr>
              <a:t>Write a program that uses a vector to store n students marks. The user should be able to input marks, and the program should display all the marks.</a:t>
            </a:r>
            <a:endParaRPr lang="en-US" sz="2400" dirty="0">
              <a:solidFill>
                <a:schemeClr val="tx1"/>
              </a:solidFill>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r>
              <a:rPr lang="en-US" smtClean="0"/>
              <a:t>The University of Lahore</a:t>
            </a:r>
            <a:endParaRPr lang="en-US"/>
          </a:p>
        </p:txBody>
      </p:sp>
      <p:sp>
        <p:nvSpPr>
          <p:cNvPr id="5" name="Slide Number Placeholder 4"/>
          <p:cNvSpPr>
            <a:spLocks noGrp="1"/>
          </p:cNvSpPr>
          <p:nvPr>
            <p:ph type="sldNum" sz="quarter" idx="12"/>
          </p:nvPr>
        </p:nvSpPr>
        <p:spPr/>
        <p:txBody>
          <a:bodyPr/>
          <a:lstStyle/>
          <a:p>
            <a:fld id="{F4CEE02E-1D84-46BB-93EA-A480D0C19957}" type="slidenum">
              <a:rPr lang="en-US" smtClean="0"/>
              <a:t>4</a:t>
            </a:fld>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0800000">
            <a:off x="0" y="-5"/>
            <a:ext cx="12219296" cy="464028"/>
          </a:xfrm>
          <a:prstGeom prst="rect">
            <a:avLst/>
          </a:prstGeom>
        </p:spPr>
      </p:pic>
      <p:sp>
        <p:nvSpPr>
          <p:cNvPr id="9" name="Rectangle 8"/>
          <p:cNvSpPr/>
          <p:nvPr/>
        </p:nvSpPr>
        <p:spPr>
          <a:xfrm>
            <a:off x="6728346" y="1393970"/>
            <a:ext cx="4427334" cy="391501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2000" dirty="0">
                <a:latin typeface="Times New Roman" panose="02020603050405020304" pitchFamily="18" charset="0"/>
                <a:cs typeface="Times New Roman" panose="02020603050405020304" pitchFamily="18" charset="0"/>
              </a:rPr>
              <a:t>Sample Output</a:t>
            </a:r>
          </a:p>
          <a:p>
            <a:pPr algn="ctr"/>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Enter the number of students: 3</a:t>
            </a:r>
          </a:p>
          <a:p>
            <a:pPr algn="just"/>
            <a:r>
              <a:rPr lang="en-US" sz="2000" dirty="0">
                <a:latin typeface="Times New Roman" panose="02020603050405020304" pitchFamily="18" charset="0"/>
                <a:cs typeface="Times New Roman" panose="02020603050405020304" pitchFamily="18" charset="0"/>
              </a:rPr>
              <a:t>Enter marks for 3 students:</a:t>
            </a:r>
          </a:p>
          <a:p>
            <a:pPr algn="just"/>
            <a:r>
              <a:rPr lang="en-US" sz="2000" dirty="0">
                <a:latin typeface="Times New Roman" panose="02020603050405020304" pitchFamily="18" charset="0"/>
                <a:cs typeface="Times New Roman" panose="02020603050405020304" pitchFamily="18" charset="0"/>
              </a:rPr>
              <a:t>Student 1: 22</a:t>
            </a:r>
          </a:p>
          <a:p>
            <a:pPr algn="just"/>
            <a:r>
              <a:rPr lang="en-US" sz="2000" dirty="0">
                <a:latin typeface="Times New Roman" panose="02020603050405020304" pitchFamily="18" charset="0"/>
                <a:cs typeface="Times New Roman" panose="02020603050405020304" pitchFamily="18" charset="0"/>
              </a:rPr>
              <a:t>Student 2: 11</a:t>
            </a:r>
          </a:p>
          <a:p>
            <a:pPr algn="just"/>
            <a:r>
              <a:rPr lang="en-US" sz="2000" dirty="0">
                <a:latin typeface="Times New Roman" panose="02020603050405020304" pitchFamily="18" charset="0"/>
                <a:cs typeface="Times New Roman" panose="02020603050405020304" pitchFamily="18" charset="0"/>
              </a:rPr>
              <a:t>Student 3: 66</a:t>
            </a:r>
          </a:p>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Students Marks:</a:t>
            </a:r>
          </a:p>
          <a:p>
            <a:pPr algn="just"/>
            <a:r>
              <a:rPr lang="en-US" sz="2000" dirty="0">
                <a:latin typeface="Times New Roman" panose="02020603050405020304" pitchFamily="18" charset="0"/>
                <a:cs typeface="Times New Roman" panose="02020603050405020304" pitchFamily="18" charset="0"/>
              </a:rPr>
              <a:t>Student 1: 22</a:t>
            </a:r>
          </a:p>
          <a:p>
            <a:pPr algn="just"/>
            <a:r>
              <a:rPr lang="en-US" sz="2000" dirty="0">
                <a:latin typeface="Times New Roman" panose="02020603050405020304" pitchFamily="18" charset="0"/>
                <a:cs typeface="Times New Roman" panose="02020603050405020304" pitchFamily="18" charset="0"/>
              </a:rPr>
              <a:t>Student 2: 11</a:t>
            </a:r>
          </a:p>
          <a:p>
            <a:pPr algn="just"/>
            <a:r>
              <a:rPr lang="en-US" sz="2000" dirty="0">
                <a:latin typeface="Times New Roman" panose="02020603050405020304" pitchFamily="18" charset="0"/>
                <a:cs typeface="Times New Roman" panose="02020603050405020304" pitchFamily="18" charset="0"/>
              </a:rPr>
              <a:t>Student 3: 66</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8607393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smtClean="0">
                <a:solidFill>
                  <a:schemeClr val="tx1"/>
                </a:solidFill>
                <a:latin typeface="Times New Roman" panose="02020603050405020304" pitchFamily="18" charset="0"/>
                <a:cs typeface="Times New Roman" panose="02020603050405020304" pitchFamily="18" charset="0"/>
              </a:rPr>
              <a:t>Task - </a:t>
            </a:r>
            <a:r>
              <a:rPr lang="en-US" sz="3600" b="1" dirty="0">
                <a:solidFill>
                  <a:schemeClr val="tx1"/>
                </a:solidFill>
                <a:latin typeface="Times New Roman" panose="02020603050405020304" pitchFamily="18" charset="0"/>
                <a:cs typeface="Times New Roman" panose="02020603050405020304" pitchFamily="18" charset="0"/>
              </a:rPr>
              <a:t>4</a:t>
            </a:r>
            <a:endParaRPr lang="en-US" sz="3600"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097279" y="1232830"/>
            <a:ext cx="5016917" cy="5042500"/>
          </a:xfrm>
        </p:spPr>
        <p:txBody>
          <a:bodyPr>
            <a:noAutofit/>
          </a:bodyPr>
          <a:lstStyle/>
          <a:p>
            <a:pPr algn="just">
              <a:lnSpc>
                <a:spcPct val="100000"/>
              </a:lnSpc>
            </a:pPr>
            <a:r>
              <a:rPr lang="en-US" sz="2800" dirty="0">
                <a:solidFill>
                  <a:schemeClr val="tx1"/>
                </a:solidFill>
                <a:latin typeface="Times New Roman" panose="02020603050405020304" pitchFamily="18" charset="0"/>
                <a:cs typeface="Times New Roman" panose="02020603050405020304" pitchFamily="18" charset="0"/>
              </a:rPr>
              <a:t>Extend the previous task to find and display the highest and lowest marks from the vector.</a:t>
            </a:r>
            <a:endParaRPr lang="en-US" sz="2400" dirty="0">
              <a:solidFill>
                <a:schemeClr val="tx1"/>
              </a:solidFill>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r>
              <a:rPr lang="en-US" smtClean="0"/>
              <a:t>The University of Lahore</a:t>
            </a:r>
            <a:endParaRPr lang="en-US"/>
          </a:p>
        </p:txBody>
      </p:sp>
      <p:sp>
        <p:nvSpPr>
          <p:cNvPr id="5" name="Slide Number Placeholder 4"/>
          <p:cNvSpPr>
            <a:spLocks noGrp="1"/>
          </p:cNvSpPr>
          <p:nvPr>
            <p:ph type="sldNum" sz="quarter" idx="12"/>
          </p:nvPr>
        </p:nvSpPr>
        <p:spPr/>
        <p:txBody>
          <a:bodyPr/>
          <a:lstStyle/>
          <a:p>
            <a:fld id="{F4CEE02E-1D84-46BB-93EA-A480D0C19957}" type="slidenum">
              <a:rPr lang="en-US" smtClean="0"/>
              <a:t>5</a:t>
            </a:fld>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0800000">
            <a:off x="0" y="-5"/>
            <a:ext cx="12219296" cy="464028"/>
          </a:xfrm>
          <a:prstGeom prst="rect">
            <a:avLst/>
          </a:prstGeom>
        </p:spPr>
      </p:pic>
      <p:sp>
        <p:nvSpPr>
          <p:cNvPr id="9" name="Rectangle 8"/>
          <p:cNvSpPr/>
          <p:nvPr/>
        </p:nvSpPr>
        <p:spPr>
          <a:xfrm>
            <a:off x="6728346" y="1393969"/>
            <a:ext cx="4427334" cy="4733875"/>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2000" dirty="0">
                <a:latin typeface="Times New Roman" panose="02020603050405020304" pitchFamily="18" charset="0"/>
                <a:cs typeface="Times New Roman" panose="02020603050405020304" pitchFamily="18" charset="0"/>
              </a:rPr>
              <a:t>Sample Output</a:t>
            </a:r>
          </a:p>
          <a:p>
            <a:pPr algn="ctr"/>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Enter the number of students: 3</a:t>
            </a:r>
          </a:p>
          <a:p>
            <a:pPr algn="just"/>
            <a:r>
              <a:rPr lang="en-US" sz="2000" dirty="0">
                <a:latin typeface="Times New Roman" panose="02020603050405020304" pitchFamily="18" charset="0"/>
                <a:cs typeface="Times New Roman" panose="02020603050405020304" pitchFamily="18" charset="0"/>
              </a:rPr>
              <a:t>Enter marks of 3 students:</a:t>
            </a:r>
          </a:p>
          <a:p>
            <a:pPr algn="just"/>
            <a:r>
              <a:rPr lang="en-US" sz="2000" dirty="0">
                <a:latin typeface="Times New Roman" panose="02020603050405020304" pitchFamily="18" charset="0"/>
                <a:cs typeface="Times New Roman" panose="02020603050405020304" pitchFamily="18" charset="0"/>
              </a:rPr>
              <a:t>Student 1: 23</a:t>
            </a:r>
          </a:p>
          <a:p>
            <a:pPr algn="just"/>
            <a:r>
              <a:rPr lang="en-US" sz="2000" dirty="0">
                <a:latin typeface="Times New Roman" panose="02020603050405020304" pitchFamily="18" charset="0"/>
                <a:cs typeface="Times New Roman" panose="02020603050405020304" pitchFamily="18" charset="0"/>
              </a:rPr>
              <a:t>Student 2: 34</a:t>
            </a:r>
          </a:p>
          <a:p>
            <a:pPr algn="just"/>
            <a:r>
              <a:rPr lang="en-US" sz="2000" dirty="0">
                <a:latin typeface="Times New Roman" panose="02020603050405020304" pitchFamily="18" charset="0"/>
                <a:cs typeface="Times New Roman" panose="02020603050405020304" pitchFamily="18" charset="0"/>
              </a:rPr>
              <a:t>Student 3: 12</a:t>
            </a:r>
          </a:p>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Stored Marks:</a:t>
            </a:r>
          </a:p>
          <a:p>
            <a:pPr algn="just"/>
            <a:r>
              <a:rPr lang="en-US" sz="2000" dirty="0">
                <a:latin typeface="Times New Roman" panose="02020603050405020304" pitchFamily="18" charset="0"/>
                <a:cs typeface="Times New Roman" panose="02020603050405020304" pitchFamily="18" charset="0"/>
              </a:rPr>
              <a:t>Student 1: 23</a:t>
            </a:r>
          </a:p>
          <a:p>
            <a:pPr algn="just"/>
            <a:r>
              <a:rPr lang="en-US" sz="2000" dirty="0">
                <a:latin typeface="Times New Roman" panose="02020603050405020304" pitchFamily="18" charset="0"/>
                <a:cs typeface="Times New Roman" panose="02020603050405020304" pitchFamily="18" charset="0"/>
              </a:rPr>
              <a:t>Student 2: 34</a:t>
            </a:r>
          </a:p>
          <a:p>
            <a:pPr algn="just"/>
            <a:r>
              <a:rPr lang="en-US" sz="2000" dirty="0">
                <a:latin typeface="Times New Roman" panose="02020603050405020304" pitchFamily="18" charset="0"/>
                <a:cs typeface="Times New Roman" panose="02020603050405020304" pitchFamily="18" charset="0"/>
              </a:rPr>
              <a:t>Student 3: 12</a:t>
            </a:r>
          </a:p>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Highest Marks: 34</a:t>
            </a:r>
          </a:p>
          <a:p>
            <a:pPr algn="just"/>
            <a:r>
              <a:rPr lang="en-US" sz="2000" dirty="0">
                <a:latin typeface="Times New Roman" panose="02020603050405020304" pitchFamily="18" charset="0"/>
                <a:cs typeface="Times New Roman" panose="02020603050405020304" pitchFamily="18" charset="0"/>
              </a:rPr>
              <a:t>Lowest Marks: 12</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4883216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smtClean="0">
                <a:solidFill>
                  <a:schemeClr val="tx1"/>
                </a:solidFill>
                <a:latin typeface="Times New Roman" panose="02020603050405020304" pitchFamily="18" charset="0"/>
                <a:cs typeface="Times New Roman" panose="02020603050405020304" pitchFamily="18" charset="0"/>
              </a:rPr>
              <a:t>Task - </a:t>
            </a:r>
            <a:r>
              <a:rPr lang="en-US" sz="3600" b="1" dirty="0" smtClean="0">
                <a:solidFill>
                  <a:schemeClr val="tx1"/>
                </a:solidFill>
                <a:latin typeface="Times New Roman" panose="02020603050405020304" pitchFamily="18" charset="0"/>
                <a:cs typeface="Times New Roman" panose="02020603050405020304" pitchFamily="18" charset="0"/>
              </a:rPr>
              <a:t>5</a:t>
            </a:r>
            <a:endParaRPr lang="en-US" sz="3600"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097279" y="1232830"/>
            <a:ext cx="5016917" cy="5042500"/>
          </a:xfrm>
        </p:spPr>
        <p:txBody>
          <a:bodyPr>
            <a:noAutofit/>
          </a:bodyPr>
          <a:lstStyle/>
          <a:p>
            <a:pPr algn="just">
              <a:lnSpc>
                <a:spcPct val="100000"/>
              </a:lnSpc>
            </a:pPr>
            <a:r>
              <a:rPr lang="en-US" sz="2800" dirty="0" smtClean="0">
                <a:solidFill>
                  <a:schemeClr val="tx1"/>
                </a:solidFill>
                <a:latin typeface="Times New Roman" panose="02020603050405020304" pitchFamily="18" charset="0"/>
                <a:cs typeface="Times New Roman" panose="02020603050405020304" pitchFamily="18" charset="0"/>
              </a:rPr>
              <a:t>In an exam, absent students are marked as -1. Write a program that removes all occurrences of -1 from a vector and displays the updated marks list.</a:t>
            </a:r>
            <a:endParaRPr lang="en-US" sz="2400" dirty="0">
              <a:solidFill>
                <a:schemeClr val="tx1"/>
              </a:solidFill>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r>
              <a:rPr lang="en-US" smtClean="0"/>
              <a:t>The University of Lahore</a:t>
            </a:r>
            <a:endParaRPr lang="en-US"/>
          </a:p>
        </p:txBody>
      </p:sp>
      <p:sp>
        <p:nvSpPr>
          <p:cNvPr id="5" name="Slide Number Placeholder 4"/>
          <p:cNvSpPr>
            <a:spLocks noGrp="1"/>
          </p:cNvSpPr>
          <p:nvPr>
            <p:ph type="sldNum" sz="quarter" idx="12"/>
          </p:nvPr>
        </p:nvSpPr>
        <p:spPr/>
        <p:txBody>
          <a:bodyPr/>
          <a:lstStyle/>
          <a:p>
            <a:fld id="{F4CEE02E-1D84-46BB-93EA-A480D0C19957}" type="slidenum">
              <a:rPr lang="en-US" smtClean="0"/>
              <a:t>6</a:t>
            </a:fld>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0800000">
            <a:off x="0" y="-5"/>
            <a:ext cx="12219296" cy="464028"/>
          </a:xfrm>
          <a:prstGeom prst="rect">
            <a:avLst/>
          </a:prstGeom>
        </p:spPr>
      </p:pic>
      <p:sp>
        <p:nvSpPr>
          <p:cNvPr id="9" name="Rectangle 8"/>
          <p:cNvSpPr/>
          <p:nvPr/>
        </p:nvSpPr>
        <p:spPr>
          <a:xfrm>
            <a:off x="6728346" y="1393970"/>
            <a:ext cx="4427334" cy="4269852"/>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2000" dirty="0">
                <a:latin typeface="Times New Roman" panose="02020603050405020304" pitchFamily="18" charset="0"/>
                <a:cs typeface="Times New Roman" panose="02020603050405020304" pitchFamily="18" charset="0"/>
              </a:rPr>
              <a:t>Sample </a:t>
            </a:r>
            <a:r>
              <a:rPr lang="en-US" sz="2000" dirty="0" smtClean="0">
                <a:latin typeface="Times New Roman" panose="02020603050405020304" pitchFamily="18" charset="0"/>
                <a:cs typeface="Times New Roman" panose="02020603050405020304" pitchFamily="18" charset="0"/>
              </a:rPr>
              <a:t>Output</a:t>
            </a:r>
          </a:p>
          <a:p>
            <a:pPr algn="ctr"/>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Enter the number of students: 4</a:t>
            </a:r>
          </a:p>
          <a:p>
            <a:pPr algn="just"/>
            <a:r>
              <a:rPr lang="en-US" sz="2000" dirty="0">
                <a:latin typeface="Times New Roman" panose="02020603050405020304" pitchFamily="18" charset="0"/>
                <a:cs typeface="Times New Roman" panose="02020603050405020304" pitchFamily="18" charset="0"/>
              </a:rPr>
              <a:t>Enter marks of students (-1 for absent):</a:t>
            </a:r>
          </a:p>
          <a:p>
            <a:pPr algn="just"/>
            <a:r>
              <a:rPr lang="en-US" sz="2000" dirty="0">
                <a:latin typeface="Times New Roman" panose="02020603050405020304" pitchFamily="18" charset="0"/>
                <a:cs typeface="Times New Roman" panose="02020603050405020304" pitchFamily="18" charset="0"/>
              </a:rPr>
              <a:t>Student 1: 23</a:t>
            </a:r>
          </a:p>
          <a:p>
            <a:pPr algn="just"/>
            <a:r>
              <a:rPr lang="en-US" sz="2000" dirty="0">
                <a:latin typeface="Times New Roman" panose="02020603050405020304" pitchFamily="18" charset="0"/>
                <a:cs typeface="Times New Roman" panose="02020603050405020304" pitchFamily="18" charset="0"/>
              </a:rPr>
              <a:t>Student 2: -1</a:t>
            </a:r>
          </a:p>
          <a:p>
            <a:pPr algn="just"/>
            <a:r>
              <a:rPr lang="en-US" sz="2000" dirty="0">
                <a:latin typeface="Times New Roman" panose="02020603050405020304" pitchFamily="18" charset="0"/>
                <a:cs typeface="Times New Roman" panose="02020603050405020304" pitchFamily="18" charset="0"/>
              </a:rPr>
              <a:t>Student 3: 22</a:t>
            </a:r>
          </a:p>
          <a:p>
            <a:pPr algn="just"/>
            <a:r>
              <a:rPr lang="en-US" sz="2000" dirty="0">
                <a:latin typeface="Times New Roman" panose="02020603050405020304" pitchFamily="18" charset="0"/>
                <a:cs typeface="Times New Roman" panose="02020603050405020304" pitchFamily="18" charset="0"/>
              </a:rPr>
              <a:t>Student 4: -1</a:t>
            </a:r>
          </a:p>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Updated Marks List (Absent students removed):</a:t>
            </a:r>
          </a:p>
          <a:p>
            <a:pPr algn="just"/>
            <a:r>
              <a:rPr lang="en-US" sz="2000" dirty="0">
                <a:latin typeface="Times New Roman" panose="02020603050405020304" pitchFamily="18" charset="0"/>
                <a:cs typeface="Times New Roman" panose="02020603050405020304" pitchFamily="18" charset="0"/>
              </a:rPr>
              <a:t>Student 1: 23</a:t>
            </a:r>
          </a:p>
          <a:p>
            <a:pPr algn="just"/>
            <a:r>
              <a:rPr lang="en-US" sz="2000" dirty="0">
                <a:latin typeface="Times New Roman" panose="02020603050405020304" pitchFamily="18" charset="0"/>
                <a:cs typeface="Times New Roman" panose="02020603050405020304" pitchFamily="18" charset="0"/>
              </a:rPr>
              <a:t>Student 2: 22</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1400604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smtClean="0">
                <a:solidFill>
                  <a:schemeClr val="tx1"/>
                </a:solidFill>
                <a:latin typeface="Times New Roman" panose="02020603050405020304" pitchFamily="18" charset="0"/>
                <a:cs typeface="Times New Roman" panose="02020603050405020304" pitchFamily="18" charset="0"/>
              </a:rPr>
              <a:t>Task - </a:t>
            </a:r>
            <a:r>
              <a:rPr lang="en-US" sz="3600" b="1" dirty="0">
                <a:solidFill>
                  <a:schemeClr val="tx1"/>
                </a:solidFill>
                <a:latin typeface="Times New Roman" panose="02020603050405020304" pitchFamily="18" charset="0"/>
                <a:cs typeface="Times New Roman" panose="02020603050405020304" pitchFamily="18" charset="0"/>
              </a:rPr>
              <a:t>6</a:t>
            </a:r>
            <a:endParaRPr lang="en-US" sz="3600"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097279" y="1232830"/>
            <a:ext cx="5016917" cy="5042500"/>
          </a:xfrm>
        </p:spPr>
        <p:txBody>
          <a:bodyPr>
            <a:noAutofit/>
          </a:bodyPr>
          <a:lstStyle/>
          <a:p>
            <a:pPr algn="just">
              <a:lnSpc>
                <a:spcPct val="100000"/>
              </a:lnSpc>
            </a:pPr>
            <a:r>
              <a:rPr lang="en-US" sz="2800" dirty="0">
                <a:solidFill>
                  <a:schemeClr val="tx1"/>
                </a:solidFill>
                <a:latin typeface="Times New Roman" panose="02020603050405020304" pitchFamily="18" charset="0"/>
                <a:cs typeface="Times New Roman" panose="02020603050405020304" pitchFamily="18" charset="0"/>
              </a:rPr>
              <a:t>A teacher wants to rank students based on their scores. Write a program that sorts a vector in ascending order and then in descending order using sort().</a:t>
            </a:r>
            <a:endParaRPr lang="en-US" sz="2400" dirty="0">
              <a:solidFill>
                <a:schemeClr val="tx1"/>
              </a:solidFill>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r>
              <a:rPr lang="en-US" smtClean="0"/>
              <a:t>The University of Lahore</a:t>
            </a:r>
            <a:endParaRPr lang="en-US"/>
          </a:p>
        </p:txBody>
      </p:sp>
      <p:sp>
        <p:nvSpPr>
          <p:cNvPr id="5" name="Slide Number Placeholder 4"/>
          <p:cNvSpPr>
            <a:spLocks noGrp="1"/>
          </p:cNvSpPr>
          <p:nvPr>
            <p:ph type="sldNum" sz="quarter" idx="12"/>
          </p:nvPr>
        </p:nvSpPr>
        <p:spPr/>
        <p:txBody>
          <a:bodyPr/>
          <a:lstStyle/>
          <a:p>
            <a:fld id="{F4CEE02E-1D84-46BB-93EA-A480D0C19957}" type="slidenum">
              <a:rPr lang="en-US" smtClean="0"/>
              <a:t>7</a:t>
            </a:fld>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0800000">
            <a:off x="0" y="-5"/>
            <a:ext cx="12219296" cy="464028"/>
          </a:xfrm>
          <a:prstGeom prst="rect">
            <a:avLst/>
          </a:prstGeom>
        </p:spPr>
      </p:pic>
      <p:sp>
        <p:nvSpPr>
          <p:cNvPr id="9" name="Rectangle 8"/>
          <p:cNvSpPr/>
          <p:nvPr/>
        </p:nvSpPr>
        <p:spPr>
          <a:xfrm>
            <a:off x="6728346" y="1393970"/>
            <a:ext cx="4427334" cy="4269852"/>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2000" dirty="0">
                <a:latin typeface="Times New Roman" panose="02020603050405020304" pitchFamily="18" charset="0"/>
                <a:cs typeface="Times New Roman" panose="02020603050405020304" pitchFamily="18" charset="0"/>
              </a:rPr>
              <a:t>Sample </a:t>
            </a:r>
            <a:r>
              <a:rPr lang="en-US" sz="2000" dirty="0" smtClean="0">
                <a:latin typeface="Times New Roman" panose="02020603050405020304" pitchFamily="18" charset="0"/>
                <a:cs typeface="Times New Roman" panose="02020603050405020304" pitchFamily="18" charset="0"/>
              </a:rPr>
              <a:t>Output</a:t>
            </a:r>
          </a:p>
          <a:p>
            <a:pPr algn="ctr"/>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Enter the number of students: 4</a:t>
            </a:r>
          </a:p>
          <a:p>
            <a:pPr algn="just"/>
            <a:r>
              <a:rPr lang="en-US" sz="2000" dirty="0">
                <a:latin typeface="Times New Roman" panose="02020603050405020304" pitchFamily="18" charset="0"/>
                <a:cs typeface="Times New Roman" panose="02020603050405020304" pitchFamily="18" charset="0"/>
              </a:rPr>
              <a:t>Enter marks of students:</a:t>
            </a:r>
          </a:p>
          <a:p>
            <a:pPr algn="just"/>
            <a:r>
              <a:rPr lang="en-US" sz="2000" dirty="0">
                <a:latin typeface="Times New Roman" panose="02020603050405020304" pitchFamily="18" charset="0"/>
                <a:cs typeface="Times New Roman" panose="02020603050405020304" pitchFamily="18" charset="0"/>
              </a:rPr>
              <a:t>Student 1: 23</a:t>
            </a:r>
          </a:p>
          <a:p>
            <a:pPr algn="just"/>
            <a:r>
              <a:rPr lang="en-US" sz="2000" dirty="0">
                <a:latin typeface="Times New Roman" panose="02020603050405020304" pitchFamily="18" charset="0"/>
                <a:cs typeface="Times New Roman" panose="02020603050405020304" pitchFamily="18" charset="0"/>
              </a:rPr>
              <a:t>Student 2: 45</a:t>
            </a:r>
          </a:p>
          <a:p>
            <a:pPr algn="just"/>
            <a:r>
              <a:rPr lang="en-US" sz="2000" dirty="0">
                <a:latin typeface="Times New Roman" panose="02020603050405020304" pitchFamily="18" charset="0"/>
                <a:cs typeface="Times New Roman" panose="02020603050405020304" pitchFamily="18" charset="0"/>
              </a:rPr>
              <a:t>Student 3: 67</a:t>
            </a:r>
          </a:p>
          <a:p>
            <a:pPr algn="just"/>
            <a:r>
              <a:rPr lang="en-US" sz="2000" dirty="0">
                <a:latin typeface="Times New Roman" panose="02020603050405020304" pitchFamily="18" charset="0"/>
                <a:cs typeface="Times New Roman" panose="02020603050405020304" pitchFamily="18" charset="0"/>
              </a:rPr>
              <a:t>Student 4: 22</a:t>
            </a:r>
          </a:p>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Marks in Ascending Order:</a:t>
            </a:r>
          </a:p>
          <a:p>
            <a:pPr algn="just"/>
            <a:r>
              <a:rPr lang="en-US" sz="2000" dirty="0">
                <a:latin typeface="Times New Roman" panose="02020603050405020304" pitchFamily="18" charset="0"/>
                <a:cs typeface="Times New Roman" panose="02020603050405020304" pitchFamily="18" charset="0"/>
              </a:rPr>
              <a:t>22 23 45 67</a:t>
            </a:r>
          </a:p>
          <a:p>
            <a:pPr algn="just"/>
            <a:r>
              <a:rPr lang="en-US" sz="2000" dirty="0">
                <a:latin typeface="Times New Roman" panose="02020603050405020304" pitchFamily="18" charset="0"/>
                <a:cs typeface="Times New Roman" panose="02020603050405020304" pitchFamily="18" charset="0"/>
              </a:rPr>
              <a:t>Marks in Descending Order:</a:t>
            </a:r>
          </a:p>
          <a:p>
            <a:pPr algn="just"/>
            <a:r>
              <a:rPr lang="en-US" sz="2000" dirty="0">
                <a:latin typeface="Times New Roman" panose="02020603050405020304" pitchFamily="18" charset="0"/>
                <a:cs typeface="Times New Roman" panose="02020603050405020304" pitchFamily="18" charset="0"/>
              </a:rPr>
              <a:t>67 45 23 22</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1638043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smtClean="0">
                <a:solidFill>
                  <a:schemeClr val="tx1"/>
                </a:solidFill>
                <a:latin typeface="Times New Roman" panose="02020603050405020304" pitchFamily="18" charset="0"/>
                <a:cs typeface="Times New Roman" panose="02020603050405020304" pitchFamily="18" charset="0"/>
              </a:rPr>
              <a:t>Task - </a:t>
            </a:r>
            <a:r>
              <a:rPr lang="en-US" sz="3600" b="1" dirty="0" smtClean="0">
                <a:solidFill>
                  <a:schemeClr val="tx1"/>
                </a:solidFill>
                <a:latin typeface="Times New Roman" panose="02020603050405020304" pitchFamily="18" charset="0"/>
                <a:cs typeface="Times New Roman" panose="02020603050405020304" pitchFamily="18" charset="0"/>
              </a:rPr>
              <a:t>7</a:t>
            </a:r>
            <a:endParaRPr lang="en-US" sz="3600"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097279" y="1232830"/>
            <a:ext cx="5016917" cy="5042500"/>
          </a:xfrm>
        </p:spPr>
        <p:txBody>
          <a:bodyPr>
            <a:noAutofit/>
          </a:bodyPr>
          <a:lstStyle/>
          <a:p>
            <a:pPr algn="just">
              <a:lnSpc>
                <a:spcPct val="100000"/>
              </a:lnSpc>
            </a:pPr>
            <a:r>
              <a:rPr lang="en-US" sz="2800" dirty="0">
                <a:solidFill>
                  <a:schemeClr val="tx1"/>
                </a:solidFill>
                <a:latin typeface="Times New Roman" panose="02020603050405020304" pitchFamily="18" charset="0"/>
                <a:cs typeface="Times New Roman" panose="02020603050405020304" pitchFamily="18" charset="0"/>
              </a:rPr>
              <a:t>The teacher forgot to enter a student’s marks in the list. Write a program that allows the user to insert marks at a specific index in the vector.</a:t>
            </a:r>
            <a:endParaRPr lang="en-US" sz="2400" dirty="0">
              <a:solidFill>
                <a:schemeClr val="tx1"/>
              </a:solidFill>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r>
              <a:rPr lang="en-US" smtClean="0"/>
              <a:t>The University of Lahore</a:t>
            </a:r>
            <a:endParaRPr lang="en-US"/>
          </a:p>
        </p:txBody>
      </p:sp>
      <p:sp>
        <p:nvSpPr>
          <p:cNvPr id="5" name="Slide Number Placeholder 4"/>
          <p:cNvSpPr>
            <a:spLocks noGrp="1"/>
          </p:cNvSpPr>
          <p:nvPr>
            <p:ph type="sldNum" sz="quarter" idx="12"/>
          </p:nvPr>
        </p:nvSpPr>
        <p:spPr/>
        <p:txBody>
          <a:bodyPr/>
          <a:lstStyle/>
          <a:p>
            <a:fld id="{F4CEE02E-1D84-46BB-93EA-A480D0C19957}" type="slidenum">
              <a:rPr lang="en-US" smtClean="0"/>
              <a:t>8</a:t>
            </a:fld>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0800000">
            <a:off x="0" y="-5"/>
            <a:ext cx="12219296" cy="464028"/>
          </a:xfrm>
          <a:prstGeom prst="rect">
            <a:avLst/>
          </a:prstGeom>
        </p:spPr>
      </p:pic>
      <p:sp>
        <p:nvSpPr>
          <p:cNvPr id="9" name="Rectangle 8"/>
          <p:cNvSpPr/>
          <p:nvPr/>
        </p:nvSpPr>
        <p:spPr>
          <a:xfrm>
            <a:off x="6728346" y="1393969"/>
            <a:ext cx="4427334" cy="4422479"/>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2000" dirty="0">
                <a:latin typeface="Times New Roman" panose="02020603050405020304" pitchFamily="18" charset="0"/>
                <a:cs typeface="Times New Roman" panose="02020603050405020304" pitchFamily="18" charset="0"/>
              </a:rPr>
              <a:t>Sample </a:t>
            </a:r>
            <a:r>
              <a:rPr lang="en-US" sz="2000" dirty="0" smtClean="0">
                <a:latin typeface="Times New Roman" panose="02020603050405020304" pitchFamily="18" charset="0"/>
                <a:cs typeface="Times New Roman" panose="02020603050405020304" pitchFamily="18" charset="0"/>
              </a:rPr>
              <a:t>Output</a:t>
            </a:r>
          </a:p>
          <a:p>
            <a:pPr algn="ctr"/>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Enter the number of students: 4</a:t>
            </a:r>
          </a:p>
          <a:p>
            <a:pPr algn="just"/>
            <a:r>
              <a:rPr lang="en-US" sz="2000" dirty="0">
                <a:latin typeface="Times New Roman" panose="02020603050405020304" pitchFamily="18" charset="0"/>
                <a:cs typeface="Times New Roman" panose="02020603050405020304" pitchFamily="18" charset="0"/>
              </a:rPr>
              <a:t>Enter marks of students:</a:t>
            </a:r>
          </a:p>
          <a:p>
            <a:pPr algn="just"/>
            <a:r>
              <a:rPr lang="en-US" sz="2000" dirty="0">
                <a:latin typeface="Times New Roman" panose="02020603050405020304" pitchFamily="18" charset="0"/>
                <a:cs typeface="Times New Roman" panose="02020603050405020304" pitchFamily="18" charset="0"/>
              </a:rPr>
              <a:t>Student 1: 11</a:t>
            </a:r>
          </a:p>
          <a:p>
            <a:pPr algn="just"/>
            <a:r>
              <a:rPr lang="en-US" sz="2000" dirty="0">
                <a:latin typeface="Times New Roman" panose="02020603050405020304" pitchFamily="18" charset="0"/>
                <a:cs typeface="Times New Roman" panose="02020603050405020304" pitchFamily="18" charset="0"/>
              </a:rPr>
              <a:t>Student 2: 22</a:t>
            </a:r>
          </a:p>
          <a:p>
            <a:pPr algn="just"/>
            <a:r>
              <a:rPr lang="en-US" sz="2000" dirty="0">
                <a:latin typeface="Times New Roman" panose="02020603050405020304" pitchFamily="18" charset="0"/>
                <a:cs typeface="Times New Roman" panose="02020603050405020304" pitchFamily="18" charset="0"/>
              </a:rPr>
              <a:t>Student 3: 33</a:t>
            </a:r>
          </a:p>
          <a:p>
            <a:pPr algn="just"/>
            <a:r>
              <a:rPr lang="en-US" sz="2000" dirty="0">
                <a:latin typeface="Times New Roman" panose="02020603050405020304" pitchFamily="18" charset="0"/>
                <a:cs typeface="Times New Roman" panose="02020603050405020304" pitchFamily="18" charset="0"/>
              </a:rPr>
              <a:t>Student 4: 44</a:t>
            </a:r>
          </a:p>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Enter the marks to insert: 55</a:t>
            </a:r>
          </a:p>
          <a:p>
            <a:pPr algn="just"/>
            <a:r>
              <a:rPr lang="en-US" sz="2000" dirty="0">
                <a:latin typeface="Times New Roman" panose="02020603050405020304" pitchFamily="18" charset="0"/>
                <a:cs typeface="Times New Roman" panose="02020603050405020304" pitchFamily="18" charset="0"/>
              </a:rPr>
              <a:t>Enter the position (0-based index): 3</a:t>
            </a:r>
          </a:p>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Updated Marks List:</a:t>
            </a:r>
          </a:p>
          <a:p>
            <a:pPr algn="just"/>
            <a:r>
              <a:rPr lang="en-US" sz="2000" dirty="0">
                <a:latin typeface="Times New Roman" panose="02020603050405020304" pitchFamily="18" charset="0"/>
                <a:cs typeface="Times New Roman" panose="02020603050405020304" pitchFamily="18" charset="0"/>
              </a:rPr>
              <a:t>11 22 33 55 44</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1819758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smtClean="0">
                <a:solidFill>
                  <a:schemeClr val="tx1"/>
                </a:solidFill>
                <a:latin typeface="Times New Roman" panose="02020603050405020304" pitchFamily="18" charset="0"/>
                <a:cs typeface="Times New Roman" panose="02020603050405020304" pitchFamily="18" charset="0"/>
              </a:rPr>
              <a:t>Task - </a:t>
            </a:r>
            <a:r>
              <a:rPr lang="en-US" sz="3600" b="1" dirty="0">
                <a:solidFill>
                  <a:schemeClr val="tx1"/>
                </a:solidFill>
                <a:latin typeface="Times New Roman" panose="02020603050405020304" pitchFamily="18" charset="0"/>
                <a:cs typeface="Times New Roman" panose="02020603050405020304" pitchFamily="18" charset="0"/>
              </a:rPr>
              <a:t>8</a:t>
            </a:r>
            <a:endParaRPr lang="en-US" sz="3600"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097279" y="1232830"/>
            <a:ext cx="5016917" cy="5042500"/>
          </a:xfrm>
        </p:spPr>
        <p:txBody>
          <a:bodyPr>
            <a:noAutofit/>
          </a:bodyPr>
          <a:lstStyle/>
          <a:p>
            <a:pPr algn="just">
              <a:lnSpc>
                <a:spcPct val="100000"/>
              </a:lnSpc>
            </a:pPr>
            <a:r>
              <a:rPr lang="en-US" sz="2700" dirty="0">
                <a:solidFill>
                  <a:schemeClr val="tx1"/>
                </a:solidFill>
                <a:latin typeface="Times New Roman" panose="02020603050405020304" pitchFamily="18" charset="0"/>
                <a:cs typeface="Times New Roman" panose="02020603050405020304" pitchFamily="18" charset="0"/>
              </a:rPr>
              <a:t>Write a C++ program that stores student marks in a vector and allows the teacher to remove a student's marks based on their roll number (index). Implement a function </a:t>
            </a:r>
            <a:r>
              <a:rPr lang="en-US" sz="2700" dirty="0" err="1">
                <a:solidFill>
                  <a:schemeClr val="tx1"/>
                </a:solidFill>
                <a:latin typeface="Times New Roman" panose="02020603050405020304" pitchFamily="18" charset="0"/>
                <a:cs typeface="Times New Roman" panose="02020603050405020304" pitchFamily="18" charset="0"/>
              </a:rPr>
              <a:t>removeStudentMark</a:t>
            </a:r>
            <a:r>
              <a:rPr lang="en-US" sz="2700" dirty="0">
                <a:solidFill>
                  <a:schemeClr val="tx1"/>
                </a:solidFill>
                <a:latin typeface="Times New Roman" panose="02020603050405020304" pitchFamily="18" charset="0"/>
                <a:cs typeface="Times New Roman" panose="02020603050405020304" pitchFamily="18" charset="0"/>
              </a:rPr>
              <a:t>() that takes the vector and index as parameters, validates the index, and removes the marks using erase(). If an invalid index is entered, display an error message. After removal, display the updated marks list.</a:t>
            </a:r>
            <a:endParaRPr lang="en-US" sz="2700" dirty="0">
              <a:solidFill>
                <a:schemeClr val="tx1"/>
              </a:solidFill>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r>
              <a:rPr lang="en-US" smtClean="0"/>
              <a:t>The University of Lahore</a:t>
            </a:r>
            <a:endParaRPr lang="en-US"/>
          </a:p>
        </p:txBody>
      </p:sp>
      <p:sp>
        <p:nvSpPr>
          <p:cNvPr id="5" name="Slide Number Placeholder 4"/>
          <p:cNvSpPr>
            <a:spLocks noGrp="1"/>
          </p:cNvSpPr>
          <p:nvPr>
            <p:ph type="sldNum" sz="quarter" idx="12"/>
          </p:nvPr>
        </p:nvSpPr>
        <p:spPr/>
        <p:txBody>
          <a:bodyPr/>
          <a:lstStyle/>
          <a:p>
            <a:fld id="{F4CEE02E-1D84-46BB-93EA-A480D0C19957}" type="slidenum">
              <a:rPr lang="en-US" smtClean="0"/>
              <a:t>9</a:t>
            </a:fld>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0800000">
            <a:off x="0" y="-5"/>
            <a:ext cx="12219296" cy="464028"/>
          </a:xfrm>
          <a:prstGeom prst="rect">
            <a:avLst/>
          </a:prstGeom>
        </p:spPr>
      </p:pic>
      <p:sp>
        <p:nvSpPr>
          <p:cNvPr id="9" name="Rectangle 8"/>
          <p:cNvSpPr/>
          <p:nvPr/>
        </p:nvSpPr>
        <p:spPr>
          <a:xfrm>
            <a:off x="6728346" y="1393969"/>
            <a:ext cx="4427334" cy="4761171"/>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2000" dirty="0">
                <a:latin typeface="Times New Roman" panose="02020603050405020304" pitchFamily="18" charset="0"/>
                <a:cs typeface="Times New Roman" panose="02020603050405020304" pitchFamily="18" charset="0"/>
              </a:rPr>
              <a:t>Sample </a:t>
            </a:r>
            <a:r>
              <a:rPr lang="en-US" sz="2000" dirty="0" smtClean="0">
                <a:latin typeface="Times New Roman" panose="02020603050405020304" pitchFamily="18" charset="0"/>
                <a:cs typeface="Times New Roman" panose="02020603050405020304" pitchFamily="18" charset="0"/>
              </a:rPr>
              <a:t>Output</a:t>
            </a:r>
          </a:p>
          <a:p>
            <a:pPr algn="ctr"/>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Enter the number of students: 3</a:t>
            </a:r>
          </a:p>
          <a:p>
            <a:pPr algn="just"/>
            <a:r>
              <a:rPr lang="en-US" sz="2000" dirty="0">
                <a:latin typeface="Times New Roman" panose="02020603050405020304" pitchFamily="18" charset="0"/>
                <a:cs typeface="Times New Roman" panose="02020603050405020304" pitchFamily="18" charset="0"/>
              </a:rPr>
              <a:t>Enter marks of students:</a:t>
            </a:r>
          </a:p>
          <a:p>
            <a:pPr algn="just"/>
            <a:r>
              <a:rPr lang="en-US" sz="2000" dirty="0">
                <a:latin typeface="Times New Roman" panose="02020603050405020304" pitchFamily="18" charset="0"/>
                <a:cs typeface="Times New Roman" panose="02020603050405020304" pitchFamily="18" charset="0"/>
              </a:rPr>
              <a:t>Student 1: 23</a:t>
            </a:r>
          </a:p>
          <a:p>
            <a:pPr algn="just"/>
            <a:r>
              <a:rPr lang="en-US" sz="2000" dirty="0">
                <a:latin typeface="Times New Roman" panose="02020603050405020304" pitchFamily="18" charset="0"/>
                <a:cs typeface="Times New Roman" panose="02020603050405020304" pitchFamily="18" charset="0"/>
              </a:rPr>
              <a:t>Student 2: 65</a:t>
            </a:r>
          </a:p>
          <a:p>
            <a:pPr algn="just"/>
            <a:r>
              <a:rPr lang="en-US" sz="2000" dirty="0">
                <a:latin typeface="Times New Roman" panose="02020603050405020304" pitchFamily="18" charset="0"/>
                <a:cs typeface="Times New Roman" panose="02020603050405020304" pitchFamily="18" charset="0"/>
              </a:rPr>
              <a:t>Student 3: 78</a:t>
            </a:r>
          </a:p>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Enter the roll number (index) of the student to remove: 1</a:t>
            </a:r>
          </a:p>
          <a:p>
            <a:pPr algn="just"/>
            <a:r>
              <a:rPr lang="en-US" sz="2000" dirty="0">
                <a:latin typeface="Times New Roman" panose="02020603050405020304" pitchFamily="18" charset="0"/>
                <a:cs typeface="Times New Roman" panose="02020603050405020304" pitchFamily="18" charset="0"/>
              </a:rPr>
              <a:t>Marks removed successfully.</a:t>
            </a:r>
          </a:p>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Updated Marks List:</a:t>
            </a:r>
          </a:p>
          <a:p>
            <a:pPr algn="just"/>
            <a:r>
              <a:rPr lang="en-US" sz="2000" dirty="0">
                <a:latin typeface="Times New Roman" panose="02020603050405020304" pitchFamily="18" charset="0"/>
                <a:cs typeface="Times New Roman" panose="02020603050405020304" pitchFamily="18" charset="0"/>
              </a:rPr>
              <a:t>Student 1: 23</a:t>
            </a:r>
          </a:p>
          <a:p>
            <a:pPr algn="just"/>
            <a:r>
              <a:rPr lang="en-US" sz="2000" dirty="0">
                <a:latin typeface="Times New Roman" panose="02020603050405020304" pitchFamily="18" charset="0"/>
                <a:cs typeface="Times New Roman" panose="02020603050405020304" pitchFamily="18" charset="0"/>
              </a:rPr>
              <a:t>Student 2: 78</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9887327"/>
      </p:ext>
    </p:extLst>
  </p:cSld>
  <p:clrMapOvr>
    <a:masterClrMapping/>
  </p:clrMapOvr>
  <p:timing>
    <p:tnLst>
      <p:par>
        <p:cTn id="1" dur="indefinite" restart="never" nodeType="tmRoot"/>
      </p:par>
    </p:tnLst>
  </p:timing>
</p:sld>
</file>

<file path=ppt/theme/theme1.xml><?xml version="1.0" encoding="utf-8"?>
<a:theme xmlns:a="http://schemas.openxmlformats.org/drawingml/2006/main" name="Retrospect">
  <a:themeElements>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D26EA377-59BD-4C9C-9D94-EE8416EE4C7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6980</TotalTime>
  <Words>791</Words>
  <Application>Microsoft Office PowerPoint</Application>
  <PresentationFormat>Widescreen</PresentationFormat>
  <Paragraphs>150</Paragraphs>
  <Slides>9</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Calibri Light</vt:lpstr>
      <vt:lpstr>Times New Roman</vt:lpstr>
      <vt:lpstr>Retrospect</vt:lpstr>
      <vt:lpstr>LAB – 1</vt:lpstr>
      <vt:lpstr>Task - 1</vt:lpstr>
      <vt:lpstr>Task - 2</vt:lpstr>
      <vt:lpstr>Task - 3</vt:lpstr>
      <vt:lpstr>Task - 4</vt:lpstr>
      <vt:lpstr>Task - 5</vt:lpstr>
      <vt:lpstr>Task - 6</vt:lpstr>
      <vt:lpstr>Task - 7</vt:lpstr>
      <vt:lpstr>Task - 8</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Majid Hussain</dc:creator>
  <cp:lastModifiedBy>Majid Hussain</cp:lastModifiedBy>
  <cp:revision>634</cp:revision>
  <dcterms:created xsi:type="dcterms:W3CDTF">2022-09-18T18:36:50Z</dcterms:created>
  <dcterms:modified xsi:type="dcterms:W3CDTF">2025-02-26T06:22:41Z</dcterms:modified>
</cp:coreProperties>
</file>