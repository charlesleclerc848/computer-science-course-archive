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62" r:id="rId3"/>
    <p:sldId id="264" r:id="rId4"/>
    <p:sldId id="272" r:id="rId5"/>
    <p:sldId id="266" r:id="rId6"/>
    <p:sldId id="270" r:id="rId7"/>
    <p:sldId id="27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2830"/>
            <a:ext cx="10058400" cy="50425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Queue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an 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C++. Your program should support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basic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operations: 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an element at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an element from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all current elements in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display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front element without removing it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queue.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2830"/>
            <a:ext cx="10058400" cy="5042500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Clr>
                <a:srgbClr val="549E39"/>
              </a:buClr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Queue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List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C++. Your program should support the following basic queue operations: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insert an element at the rear.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front.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print all current elements in the queue.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front element without removing it.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empty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4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2830"/>
            <a:ext cx="10058400" cy="5042500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Clr>
                <a:srgbClr val="549E39"/>
              </a:buClr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Queue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List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C++. Your program should support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basic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and the following: 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Even and Odd Elements in a Queue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and Average of All Elements in a Queue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Maximum and Minimum Element in the Queue.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a Queue is Palindrome.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All Zeros to the Rear of the Queue.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Two Queues into One.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Two Queues for Equality.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program to implement a queue using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list, and write a function to rotate the queue elements k times. In each rotation, the front element of the queue is removed and added to the rear. For example, if the initial queue contains [10, 20, 30, 40] and k = 2, then after two rotations the queue should become [30, 40, 10, 20].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2986" y="3900488"/>
            <a:ext cx="5613324" cy="22273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number of elements: 4 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elements: 10 20 30 40 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number of rotations (k):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Queue: 10 20 30 40 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rotations: 30 40 10 20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7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Clr>
                <a:srgbClr val="549E39"/>
              </a:buClr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C++. Your program should support the following basic queue operations: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insert an element at the rear.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front.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print all current elements in the queue.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front element without removing it.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empty.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full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0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Clr>
                <a:srgbClr val="549E39"/>
              </a:buClr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List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C++. Your program should support the following basic queue operations: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insert an element at the rear.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front.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print all current elements in the queue.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front element without removing it.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queue is empty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1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Clr>
                <a:srgbClr val="549E39"/>
              </a:buClr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C++. Your program should support all basic queue operations and the following: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Display the Middle Element in a Circular Queue.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Two Circular Queues into One Without Duplicates.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All Even Numbers from a Circular Queue. 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Average of Every k Elements in a Circular Queue.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a Circular Queue into Two Equal Sub-Queues.</a:t>
            </a:r>
          </a:p>
          <a:p>
            <a:pPr marL="514350" lvl="0" indent="-514350" algn="just">
              <a:lnSpc>
                <a:spcPct val="100000"/>
              </a:lnSpc>
              <a:buClr>
                <a:srgbClr val="549E39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Circular Queue with a Custom Skip Factor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8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8344</TotalTime>
  <Words>655</Words>
  <Application>Microsoft Office PowerPoint</Application>
  <PresentationFormat>Widescreen</PresentationFormat>
  <Paragraphs>78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LAB – 10</vt:lpstr>
      <vt:lpstr>Task - 1</vt:lpstr>
      <vt:lpstr>Task - 2</vt:lpstr>
      <vt:lpstr>Task - 3</vt:lpstr>
      <vt:lpstr>Task - 4</vt:lpstr>
      <vt:lpstr>Task - 5</vt:lpstr>
      <vt:lpstr>Task - 6</vt:lpstr>
      <vt:lpstr>Task - 7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693</cp:revision>
  <dcterms:created xsi:type="dcterms:W3CDTF">2022-09-18T18:36:50Z</dcterms:created>
  <dcterms:modified xsi:type="dcterms:W3CDTF">2025-04-16T09:06:57Z</dcterms:modified>
</cp:coreProperties>
</file>