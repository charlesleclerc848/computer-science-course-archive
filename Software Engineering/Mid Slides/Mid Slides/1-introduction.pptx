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6" r:id="rId3"/>
    <p:sldMasterId id="2147483700" r:id="rId4"/>
  </p:sldMasterIdLst>
  <p:notesMasterIdLst>
    <p:notesMasterId r:id="rId34"/>
  </p:notesMasterIdLst>
  <p:sldIdLst>
    <p:sldId id="303" r:id="rId5"/>
    <p:sldId id="308" r:id="rId6"/>
    <p:sldId id="258" r:id="rId7"/>
    <p:sldId id="263" r:id="rId8"/>
    <p:sldId id="264" r:id="rId9"/>
    <p:sldId id="265" r:id="rId10"/>
    <p:sldId id="279" r:id="rId11"/>
    <p:sldId id="267" r:id="rId12"/>
    <p:sldId id="268" r:id="rId13"/>
    <p:sldId id="269" r:id="rId14"/>
    <p:sldId id="270" r:id="rId15"/>
    <p:sldId id="271" r:id="rId16"/>
    <p:sldId id="274" r:id="rId17"/>
    <p:sldId id="275" r:id="rId18"/>
    <p:sldId id="276" r:id="rId19"/>
    <p:sldId id="277" r:id="rId20"/>
    <p:sldId id="304" r:id="rId21"/>
    <p:sldId id="283" r:id="rId22"/>
    <p:sldId id="284" r:id="rId23"/>
    <p:sldId id="285" r:id="rId24"/>
    <p:sldId id="286" r:id="rId25"/>
    <p:sldId id="287" r:id="rId26"/>
    <p:sldId id="288" r:id="rId27"/>
    <p:sldId id="310" r:id="rId28"/>
    <p:sldId id="289" r:id="rId29"/>
    <p:sldId id="293" r:id="rId30"/>
    <p:sldId id="294" r:id="rId31"/>
    <p:sldId id="295" r:id="rId32"/>
    <p:sldId id="296"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03" autoAdjust="0"/>
    <p:restoredTop sz="94660"/>
  </p:normalViewPr>
  <p:slideViewPr>
    <p:cSldViewPr>
      <p:cViewPr varScale="1">
        <p:scale>
          <a:sx n="61" d="100"/>
          <a:sy n="61" d="100"/>
        </p:scale>
        <p:origin x="1448"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F2D5CF-F151-4865-AD09-583A506A63C7}" type="datetimeFigureOut">
              <a:rPr lang="en-US" smtClean="0"/>
              <a:pPr/>
              <a:t>3/24/2025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89AFF6-83C0-4B53-8610-811586BB7D41}" type="slidenum">
              <a:rPr lang="en-US" smtClean="0"/>
              <a:pPr/>
              <a:t>‹#›</a:t>
            </a:fld>
            <a:endParaRPr lang="en-US"/>
          </a:p>
        </p:txBody>
      </p:sp>
    </p:spTree>
    <p:extLst>
      <p:ext uri="{BB962C8B-B14F-4D97-AF65-F5344CB8AC3E}">
        <p14:creationId xmlns:p14="http://schemas.microsoft.com/office/powerpoint/2010/main" val="1092133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489AFF6-83C0-4B53-8610-811586BB7D41}" type="slidenum">
              <a:rPr lang="en-US" smtClean="0"/>
              <a:pPr/>
              <a:t>2</a:t>
            </a:fld>
            <a:endParaRPr lang="en-US"/>
          </a:p>
        </p:txBody>
      </p:sp>
    </p:spTree>
    <p:extLst>
      <p:ext uri="{BB962C8B-B14F-4D97-AF65-F5344CB8AC3E}">
        <p14:creationId xmlns:p14="http://schemas.microsoft.com/office/powerpoint/2010/main" val="470846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3/24/2025</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63979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3/24/2025</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7550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3/24/2025</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277663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3/24/2025</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244461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3/24/2025</a:t>
            </a:fld>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4351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3/24/2025</a:t>
            </a:fld>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68825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3/24/2025</a:t>
            </a:fld>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909890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3/24/2025</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289888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3/24/2025</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842005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3/24/2025</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879855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1D8BD707-D9CF-40AE-B4C6-C98DA3205C09}" type="datetimeFigureOut">
              <a:rPr lang="en-US" smtClean="0"/>
              <a:pPr/>
              <a:t>3/24/2025</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454393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438400"/>
            <a:ext cx="9147175" cy="1063625"/>
            <a:chOff x="-2" y="1536"/>
            <a:chExt cx="5762" cy="670"/>
          </a:xfrm>
        </p:grpSpPr>
        <p:grpSp>
          <p:nvGrpSpPr>
            <p:cNvPr id="5" name="Group 3"/>
            <p:cNvGrpSpPr>
              <a:grpSpLocks/>
            </p:cNvGrpSpPr>
            <p:nvPr/>
          </p:nvGrpSpPr>
          <p:grpSpPr bwMode="auto">
            <a:xfrm flipH="1">
              <a:off x="-2" y="1562"/>
              <a:ext cx="5762" cy="638"/>
              <a:chOff x="-2" y="1562"/>
              <a:chExt cx="5762" cy="638"/>
            </a:xfrm>
          </p:grpSpPr>
          <p:sp>
            <p:nvSpPr>
              <p:cNvPr id="8" name="Freeform 4"/>
              <p:cNvSpPr>
                <a:spLocks/>
              </p:cNvSpPr>
              <p:nvPr/>
            </p:nvSpPr>
            <p:spPr bwMode="ltGray">
              <a:xfrm rot="-5400000">
                <a:off x="2559" y="-993"/>
                <a:ext cx="624" cy="5745"/>
              </a:xfrm>
              <a:custGeom>
                <a:avLst/>
                <a:gdLst>
                  <a:gd name="T0" fmla="*/ 0 w 1000"/>
                  <a:gd name="T1" fmla="*/ 0 h 720"/>
                  <a:gd name="T2" fmla="*/ 0 w 1000"/>
                  <a:gd name="T3" fmla="*/ 5745 h 720"/>
                  <a:gd name="T4" fmla="*/ 624 w 1000"/>
                  <a:gd name="T5" fmla="*/ 5745 h 720"/>
                  <a:gd name="T6" fmla="*/ 62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9" name="Freeform 5"/>
              <p:cNvSpPr>
                <a:spLocks/>
              </p:cNvSpPr>
              <p:nvPr/>
            </p:nvSpPr>
            <p:spPr bwMode="ltGray">
              <a:xfrm rot="-5400000">
                <a:off x="1323"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0" name="Freeform 6"/>
              <p:cNvSpPr>
                <a:spLocks/>
              </p:cNvSpPr>
              <p:nvPr/>
            </p:nvSpPr>
            <p:spPr bwMode="ltGray">
              <a:xfrm rot="-5400000">
                <a:off x="982"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1" name="Freeform 7"/>
              <p:cNvSpPr>
                <a:spLocks/>
              </p:cNvSpPr>
              <p:nvPr/>
            </p:nvSpPr>
            <p:spPr bwMode="ltGray">
              <a:xfrm rot="-5400000">
                <a:off x="-57" y="1752"/>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12" name="Freeform 8"/>
              <p:cNvSpPr>
                <a:spLocks/>
              </p:cNvSpPr>
              <p:nvPr/>
            </p:nvSpPr>
            <p:spPr bwMode="ltGray">
              <a:xfrm rot="-5400000">
                <a:off x="664" y="1733"/>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3" name="Freeform 9"/>
              <p:cNvSpPr>
                <a:spLocks/>
              </p:cNvSpPr>
              <p:nvPr/>
            </p:nvSpPr>
            <p:spPr bwMode="ltGray">
              <a:xfrm rot="-5400000">
                <a:off x="442" y="1699"/>
                <a:ext cx="624" cy="362"/>
              </a:xfrm>
              <a:custGeom>
                <a:avLst/>
                <a:gdLst>
                  <a:gd name="T0" fmla="*/ 0 w 624"/>
                  <a:gd name="T1" fmla="*/ 0 h 272"/>
                  <a:gd name="T2" fmla="*/ 0 w 624"/>
                  <a:gd name="T3" fmla="*/ 362 h 272"/>
                  <a:gd name="T4" fmla="*/ 240 w 624"/>
                  <a:gd name="T5" fmla="*/ 319 h 272"/>
                  <a:gd name="T6" fmla="*/ 624 w 624"/>
                  <a:gd name="T7" fmla="*/ 362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4" name="Freeform 10"/>
              <p:cNvSpPr>
                <a:spLocks/>
              </p:cNvSpPr>
              <p:nvPr/>
            </p:nvSpPr>
            <p:spPr bwMode="ltGray">
              <a:xfrm rot="-5400000">
                <a:off x="156" y="1726"/>
                <a:ext cx="632" cy="315"/>
              </a:xfrm>
              <a:custGeom>
                <a:avLst/>
                <a:gdLst>
                  <a:gd name="T0" fmla="*/ 8 w 632"/>
                  <a:gd name="T1" fmla="*/ 39 h 362"/>
                  <a:gd name="T2" fmla="*/ 8 w 632"/>
                  <a:gd name="T3" fmla="*/ 276 h 362"/>
                  <a:gd name="T4" fmla="*/ 248 w 632"/>
                  <a:gd name="T5" fmla="*/ 276 h 362"/>
                  <a:gd name="T6" fmla="*/ 632 w 632"/>
                  <a:gd name="T7" fmla="*/ 276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5" name="Freeform 11"/>
              <p:cNvSpPr>
                <a:spLocks/>
              </p:cNvSpPr>
              <p:nvPr/>
            </p:nvSpPr>
            <p:spPr bwMode="ltGray">
              <a:xfrm rot="-5400000">
                <a:off x="3211" y="1664"/>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6" name="Freeform 12"/>
              <p:cNvSpPr>
                <a:spLocks/>
              </p:cNvSpPr>
              <p:nvPr/>
            </p:nvSpPr>
            <p:spPr bwMode="ltGray">
              <a:xfrm rot="-5400000">
                <a:off x="2870" y="1664"/>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7" name="Freeform 13"/>
              <p:cNvSpPr>
                <a:spLocks/>
              </p:cNvSpPr>
              <p:nvPr/>
            </p:nvSpPr>
            <p:spPr bwMode="ltGray">
              <a:xfrm rot="-5400000">
                <a:off x="1830"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18" name="Freeform 14"/>
              <p:cNvSpPr>
                <a:spLocks/>
              </p:cNvSpPr>
              <p:nvPr/>
            </p:nvSpPr>
            <p:spPr bwMode="ltGray">
              <a:xfrm rot="-5400000">
                <a:off x="2551" y="1728"/>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9" name="Freeform 15"/>
              <p:cNvSpPr>
                <a:spLocks/>
              </p:cNvSpPr>
              <p:nvPr/>
            </p:nvSpPr>
            <p:spPr bwMode="ltGray">
              <a:xfrm rot="-5400000">
                <a:off x="2330"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0" name="Freeform 16"/>
              <p:cNvSpPr>
                <a:spLocks/>
              </p:cNvSpPr>
              <p:nvPr/>
            </p:nvSpPr>
            <p:spPr bwMode="ltGray">
              <a:xfrm rot="-5400000">
                <a:off x="2043"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1" name="Freeform 17"/>
              <p:cNvSpPr>
                <a:spLocks/>
              </p:cNvSpPr>
              <p:nvPr/>
            </p:nvSpPr>
            <p:spPr bwMode="ltGray">
              <a:xfrm rot="-5400000">
                <a:off x="4077"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2" name="Freeform 18"/>
              <p:cNvSpPr>
                <a:spLocks/>
              </p:cNvSpPr>
              <p:nvPr/>
            </p:nvSpPr>
            <p:spPr bwMode="ltGray">
              <a:xfrm rot="-5400000">
                <a:off x="3736"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3" name="Freeform 19"/>
              <p:cNvSpPr>
                <a:spLocks/>
              </p:cNvSpPr>
              <p:nvPr/>
            </p:nvSpPr>
            <p:spPr bwMode="ltGray">
              <a:xfrm rot="-5400000">
                <a:off x="4584"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24"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5" name="Freeform 21"/>
              <p:cNvSpPr>
                <a:spLocks/>
              </p:cNvSpPr>
              <p:nvPr/>
            </p:nvSpPr>
            <p:spPr bwMode="ltGray">
              <a:xfrm rot="-5400000">
                <a:off x="5084"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6" name="Freeform 22"/>
              <p:cNvSpPr>
                <a:spLocks/>
              </p:cNvSpPr>
              <p:nvPr/>
            </p:nvSpPr>
            <p:spPr bwMode="ltGray">
              <a:xfrm rot="-5400000">
                <a:off x="4797"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grpSp>
        <p:sp>
          <p:nvSpPr>
            <p:cNvPr id="6" name="Freeform 23"/>
            <p:cNvSpPr>
              <a:spLocks/>
            </p:cNvSpPr>
            <p:nvPr/>
          </p:nvSpPr>
          <p:spPr bwMode="ltGray">
            <a:xfrm flipH="1">
              <a:off x="-2" y="1536"/>
              <a:ext cx="5762" cy="412"/>
            </a:xfrm>
            <a:custGeom>
              <a:avLst/>
              <a:gdLst>
                <a:gd name="T0" fmla="*/ 0 w 5762"/>
                <a:gd name="T1" fmla="*/ 210 h 385"/>
                <a:gd name="T2" fmla="*/ 5762 w 5762"/>
                <a:gd name="T3" fmla="*/ 201 h 385"/>
                <a:gd name="T4" fmla="*/ 5762 w 5762"/>
                <a:gd name="T5" fmla="*/ 4 h 385"/>
                <a:gd name="T6" fmla="*/ 0 w 5762"/>
                <a:gd name="T7" fmla="*/ 0 h 385"/>
                <a:gd name="T8" fmla="*/ 0 w 5762"/>
                <a:gd name="T9" fmla="*/ 210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27" name="Rectangle 27"/>
          <p:cNvSpPr>
            <a:spLocks noGrp="1" noChangeArrowheads="1"/>
          </p:cNvSpPr>
          <p:nvPr>
            <p:ph type="dt" sz="half" idx="10"/>
          </p:nvPr>
        </p:nvSpPr>
        <p:spPr>
          <a:xfrm>
            <a:off x="1166813" y="6248400"/>
            <a:ext cx="1905000" cy="457200"/>
          </a:xfrm>
        </p:spPr>
        <p:txBody>
          <a:bodyPr/>
          <a:lstStyle>
            <a:lvl1pPr>
              <a:defRPr>
                <a:solidFill>
                  <a:srgbClr val="000000"/>
                </a:solidFill>
              </a:defRPr>
            </a:lvl1pPr>
          </a:lstStyle>
          <a:p>
            <a:pPr>
              <a:defRPr/>
            </a:pPr>
            <a:endParaRPr lang="en-US"/>
          </a:p>
        </p:txBody>
      </p:sp>
      <p:sp>
        <p:nvSpPr>
          <p:cNvPr id="28" name="Rectangle 28"/>
          <p:cNvSpPr>
            <a:spLocks noGrp="1" noChangeArrowheads="1"/>
          </p:cNvSpPr>
          <p:nvPr>
            <p:ph type="ftr" sz="quarter" idx="11"/>
          </p:nvPr>
        </p:nvSpPr>
        <p:spPr/>
        <p:txBody>
          <a:bodyPr/>
          <a:lstStyle>
            <a:lvl1pPr>
              <a:defRPr>
                <a:solidFill>
                  <a:srgbClr val="000000"/>
                </a:solidFill>
              </a:defRPr>
            </a:lvl1pPr>
          </a:lstStyle>
          <a:p>
            <a:pPr>
              <a:defRPr/>
            </a:pPr>
            <a:endParaRPr lang="en-US"/>
          </a:p>
        </p:txBody>
      </p:sp>
      <p:sp>
        <p:nvSpPr>
          <p:cNvPr id="29" name="Rectangle 29"/>
          <p:cNvSpPr>
            <a:spLocks noGrp="1" noChangeArrowheads="1"/>
          </p:cNvSpPr>
          <p:nvPr>
            <p:ph type="sldNum" sz="quarter" idx="12"/>
          </p:nvPr>
        </p:nvSpPr>
        <p:spPr/>
        <p:txBody>
          <a:bodyPr/>
          <a:lstStyle>
            <a:lvl1pPr>
              <a:defRPr>
                <a:solidFill>
                  <a:srgbClr val="000000"/>
                </a:solidFill>
              </a:defRPr>
            </a:lvl1pPr>
          </a:lstStyle>
          <a:p>
            <a:pPr>
              <a:defRPr/>
            </a:pPr>
            <a:fld id="{8B2BD1F4-E424-42A3-B945-217E93FF70A4}" type="slidenum">
              <a:rPr lang="en-US"/>
              <a:pPr>
                <a:defRPr/>
              </a:pPr>
              <a:t>‹#›</a:t>
            </a:fld>
            <a:endParaRPr lang="en-US"/>
          </a:p>
        </p:txBody>
      </p:sp>
    </p:spTree>
    <p:extLst>
      <p:ext uri="{BB962C8B-B14F-4D97-AF65-F5344CB8AC3E}">
        <p14:creationId xmlns:p14="http://schemas.microsoft.com/office/powerpoint/2010/main" val="3013571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1D75F301-EDCB-4BD9-9698-56ABF50BECEE}" type="slidenum">
              <a:rPr lang="en-US"/>
              <a:pPr>
                <a:defRPr/>
              </a:pPr>
              <a:t>‹#›</a:t>
            </a:fld>
            <a:endParaRPr lang="en-US"/>
          </a:p>
        </p:txBody>
      </p:sp>
    </p:spTree>
    <p:extLst>
      <p:ext uri="{BB962C8B-B14F-4D97-AF65-F5344CB8AC3E}">
        <p14:creationId xmlns:p14="http://schemas.microsoft.com/office/powerpoint/2010/main" val="17091669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6667F35D-7228-40A3-996D-E4DF2A678433}" type="slidenum">
              <a:rPr lang="en-US"/>
              <a:pPr>
                <a:defRPr/>
              </a:pPr>
              <a:t>‹#›</a:t>
            </a:fld>
            <a:endParaRPr lang="en-US"/>
          </a:p>
        </p:txBody>
      </p:sp>
    </p:spTree>
    <p:extLst>
      <p:ext uri="{BB962C8B-B14F-4D97-AF65-F5344CB8AC3E}">
        <p14:creationId xmlns:p14="http://schemas.microsoft.com/office/powerpoint/2010/main" val="2616120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650C38D6-2D0B-4050-BA63-50E50CEBCB03}" type="slidenum">
              <a:rPr lang="en-US"/>
              <a:pPr>
                <a:defRPr/>
              </a:pPr>
              <a:t>‹#›</a:t>
            </a:fld>
            <a:endParaRPr lang="en-US"/>
          </a:p>
        </p:txBody>
      </p:sp>
    </p:spTree>
    <p:extLst>
      <p:ext uri="{BB962C8B-B14F-4D97-AF65-F5344CB8AC3E}">
        <p14:creationId xmlns:p14="http://schemas.microsoft.com/office/powerpoint/2010/main" val="3997452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1A6C0ED4-5B28-43CB-9F18-44C0F6FCA9E2}" type="slidenum">
              <a:rPr lang="en-US"/>
              <a:pPr>
                <a:defRPr/>
              </a:pPr>
              <a:t>‹#›</a:t>
            </a:fld>
            <a:endParaRPr lang="en-US"/>
          </a:p>
        </p:txBody>
      </p:sp>
    </p:spTree>
    <p:extLst>
      <p:ext uri="{BB962C8B-B14F-4D97-AF65-F5344CB8AC3E}">
        <p14:creationId xmlns:p14="http://schemas.microsoft.com/office/powerpoint/2010/main" val="28610686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7"/>
          <p:cNvSpPr>
            <a:spLocks noGrp="1" noChangeArrowheads="1"/>
          </p:cNvSpPr>
          <p:nvPr>
            <p:ph type="dt" sz="half" idx="10"/>
          </p:nvPr>
        </p:nvSpPr>
        <p:spPr>
          <a:ln/>
        </p:spPr>
        <p:txBody>
          <a:bodyPr/>
          <a:lstStyle>
            <a:lvl1pPr>
              <a:defRPr/>
            </a:lvl1pPr>
          </a:lstStyle>
          <a:p>
            <a:pPr>
              <a:defRPr/>
            </a:pPr>
            <a:endParaRPr lang="en-US"/>
          </a:p>
        </p:txBody>
      </p:sp>
      <p:sp>
        <p:nvSpPr>
          <p:cNvPr id="4" name="Rectangle 28"/>
          <p:cNvSpPr>
            <a:spLocks noGrp="1" noChangeArrowheads="1"/>
          </p:cNvSpPr>
          <p:nvPr>
            <p:ph type="ftr" sz="quarter" idx="11"/>
          </p:nvPr>
        </p:nvSpPr>
        <p:spPr>
          <a:ln/>
        </p:spPr>
        <p:txBody>
          <a:bodyPr/>
          <a:lstStyle>
            <a:lvl1pPr>
              <a:defRPr/>
            </a:lvl1pPr>
          </a:lstStyle>
          <a:p>
            <a:pPr>
              <a:defRPr/>
            </a:pPr>
            <a:endParaRPr lang="en-US"/>
          </a:p>
        </p:txBody>
      </p:sp>
      <p:sp>
        <p:nvSpPr>
          <p:cNvPr id="5" name="Rectangle 29"/>
          <p:cNvSpPr>
            <a:spLocks noGrp="1" noChangeArrowheads="1"/>
          </p:cNvSpPr>
          <p:nvPr>
            <p:ph type="sldNum" sz="quarter" idx="12"/>
          </p:nvPr>
        </p:nvSpPr>
        <p:spPr>
          <a:ln/>
        </p:spPr>
        <p:txBody>
          <a:bodyPr/>
          <a:lstStyle>
            <a:lvl1pPr>
              <a:defRPr/>
            </a:lvl1pPr>
          </a:lstStyle>
          <a:p>
            <a:pPr>
              <a:defRPr/>
            </a:pPr>
            <a:fld id="{0E3BE630-1277-4D2E-B89C-10C3ED41CA0A}" type="slidenum">
              <a:rPr lang="en-US"/>
              <a:pPr>
                <a:defRPr/>
              </a:pPr>
              <a:t>‹#›</a:t>
            </a:fld>
            <a:endParaRPr lang="en-US"/>
          </a:p>
        </p:txBody>
      </p:sp>
    </p:spTree>
    <p:extLst>
      <p:ext uri="{BB962C8B-B14F-4D97-AF65-F5344CB8AC3E}">
        <p14:creationId xmlns:p14="http://schemas.microsoft.com/office/powerpoint/2010/main" val="20894485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a:ln/>
        </p:spPr>
        <p:txBody>
          <a:bodyPr/>
          <a:lstStyle>
            <a:lvl1pPr>
              <a:defRPr/>
            </a:lvl1pPr>
          </a:lstStyle>
          <a:p>
            <a:pPr>
              <a:defRPr/>
            </a:pPr>
            <a:endParaRPr lang="en-US"/>
          </a:p>
        </p:txBody>
      </p:sp>
      <p:sp>
        <p:nvSpPr>
          <p:cNvPr id="3" name="Rectangle 28"/>
          <p:cNvSpPr>
            <a:spLocks noGrp="1" noChangeArrowheads="1"/>
          </p:cNvSpPr>
          <p:nvPr>
            <p:ph type="ftr" sz="quarter" idx="11"/>
          </p:nvPr>
        </p:nvSpPr>
        <p:spPr>
          <a:ln/>
        </p:spPr>
        <p:txBody>
          <a:bodyPr/>
          <a:lstStyle>
            <a:lvl1pPr>
              <a:defRPr/>
            </a:lvl1pPr>
          </a:lstStyle>
          <a:p>
            <a:pPr>
              <a:defRPr/>
            </a:pPr>
            <a:endParaRPr lang="en-US"/>
          </a:p>
        </p:txBody>
      </p:sp>
      <p:sp>
        <p:nvSpPr>
          <p:cNvPr id="4" name="Rectangle 29"/>
          <p:cNvSpPr>
            <a:spLocks noGrp="1" noChangeArrowheads="1"/>
          </p:cNvSpPr>
          <p:nvPr>
            <p:ph type="sldNum" sz="quarter" idx="12"/>
          </p:nvPr>
        </p:nvSpPr>
        <p:spPr>
          <a:ln/>
        </p:spPr>
        <p:txBody>
          <a:bodyPr/>
          <a:lstStyle>
            <a:lvl1pPr>
              <a:defRPr/>
            </a:lvl1pPr>
          </a:lstStyle>
          <a:p>
            <a:pPr>
              <a:defRPr/>
            </a:pPr>
            <a:fld id="{989EB8E3-8BC4-4D72-A1AA-0860C55B0721}" type="slidenum">
              <a:rPr lang="en-US"/>
              <a:pPr>
                <a:defRPr/>
              </a:pPr>
              <a:t>‹#›</a:t>
            </a:fld>
            <a:endParaRPr lang="en-US"/>
          </a:p>
        </p:txBody>
      </p:sp>
    </p:spTree>
    <p:extLst>
      <p:ext uri="{BB962C8B-B14F-4D97-AF65-F5344CB8AC3E}">
        <p14:creationId xmlns:p14="http://schemas.microsoft.com/office/powerpoint/2010/main" val="19789943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CA74F7DB-1450-4CBA-8C39-1E1A90922167}" type="slidenum">
              <a:rPr lang="en-US"/>
              <a:pPr>
                <a:defRPr/>
              </a:pPr>
              <a:t>‹#›</a:t>
            </a:fld>
            <a:endParaRPr lang="en-US"/>
          </a:p>
        </p:txBody>
      </p:sp>
    </p:spTree>
    <p:extLst>
      <p:ext uri="{BB962C8B-B14F-4D97-AF65-F5344CB8AC3E}">
        <p14:creationId xmlns:p14="http://schemas.microsoft.com/office/powerpoint/2010/main" val="15318790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3D818030-9537-447F-8F66-C9A84BC016B9}" type="slidenum">
              <a:rPr lang="en-US"/>
              <a:pPr>
                <a:defRPr/>
              </a:pPr>
              <a:t>‹#›</a:t>
            </a:fld>
            <a:endParaRPr lang="en-US"/>
          </a:p>
        </p:txBody>
      </p:sp>
    </p:spTree>
    <p:extLst>
      <p:ext uri="{BB962C8B-B14F-4D97-AF65-F5344CB8AC3E}">
        <p14:creationId xmlns:p14="http://schemas.microsoft.com/office/powerpoint/2010/main" val="38545400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C7455E96-7F07-4323-AD8A-FB6AF12C0375}" type="slidenum">
              <a:rPr lang="en-US"/>
              <a:pPr>
                <a:defRPr/>
              </a:pPr>
              <a:t>‹#›</a:t>
            </a:fld>
            <a:endParaRPr lang="en-US"/>
          </a:p>
        </p:txBody>
      </p:sp>
    </p:spTree>
    <p:extLst>
      <p:ext uri="{BB962C8B-B14F-4D97-AF65-F5344CB8AC3E}">
        <p14:creationId xmlns:p14="http://schemas.microsoft.com/office/powerpoint/2010/main" val="20108404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9B21A8B6-01C7-4E3F-BA9C-CA2ECDFAEA74}" type="slidenum">
              <a:rPr lang="en-US"/>
              <a:pPr>
                <a:defRPr/>
              </a:pPr>
              <a:t>‹#›</a:t>
            </a:fld>
            <a:endParaRPr lang="en-US"/>
          </a:p>
        </p:txBody>
      </p:sp>
    </p:spTree>
    <p:extLst>
      <p:ext uri="{BB962C8B-B14F-4D97-AF65-F5344CB8AC3E}">
        <p14:creationId xmlns:p14="http://schemas.microsoft.com/office/powerpoint/2010/main" val="2130738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D6C46936-761E-4CD3-9821-5E4E0EFE33DD}" type="slidenum">
              <a:rPr lang="en-US"/>
              <a:pPr>
                <a:defRPr/>
              </a:pPr>
              <a:t>‹#›</a:t>
            </a:fld>
            <a:endParaRPr lang="en-US"/>
          </a:p>
        </p:txBody>
      </p:sp>
    </p:spTree>
    <p:extLst>
      <p:ext uri="{BB962C8B-B14F-4D97-AF65-F5344CB8AC3E}">
        <p14:creationId xmlns:p14="http://schemas.microsoft.com/office/powerpoint/2010/main" val="6657082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B383EA38-ADEA-4E50-A82C-56C648E5C8E1}" type="slidenum">
              <a:rPr lang="en-US"/>
              <a:pPr>
                <a:defRPr/>
              </a:pPr>
              <a:t>‹#›</a:t>
            </a:fld>
            <a:endParaRPr lang="en-US"/>
          </a:p>
        </p:txBody>
      </p:sp>
    </p:spTree>
    <p:extLst>
      <p:ext uri="{BB962C8B-B14F-4D97-AF65-F5344CB8AC3E}">
        <p14:creationId xmlns:p14="http://schemas.microsoft.com/office/powerpoint/2010/main" val="27348858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438400"/>
            <a:ext cx="9147175" cy="1063625"/>
            <a:chOff x="-2" y="1536"/>
            <a:chExt cx="5762" cy="670"/>
          </a:xfrm>
        </p:grpSpPr>
        <p:grpSp>
          <p:nvGrpSpPr>
            <p:cNvPr id="5" name="Group 3"/>
            <p:cNvGrpSpPr>
              <a:grpSpLocks/>
            </p:cNvGrpSpPr>
            <p:nvPr/>
          </p:nvGrpSpPr>
          <p:grpSpPr bwMode="auto">
            <a:xfrm flipH="1">
              <a:off x="-2" y="1562"/>
              <a:ext cx="5762" cy="638"/>
              <a:chOff x="-2" y="1562"/>
              <a:chExt cx="5762" cy="638"/>
            </a:xfrm>
          </p:grpSpPr>
          <p:sp>
            <p:nvSpPr>
              <p:cNvPr id="8" name="Freeform 4"/>
              <p:cNvSpPr>
                <a:spLocks/>
              </p:cNvSpPr>
              <p:nvPr/>
            </p:nvSpPr>
            <p:spPr bwMode="ltGray">
              <a:xfrm rot="-5400000">
                <a:off x="2559" y="-993"/>
                <a:ext cx="624" cy="5745"/>
              </a:xfrm>
              <a:custGeom>
                <a:avLst/>
                <a:gdLst>
                  <a:gd name="T0" fmla="*/ 0 w 1000"/>
                  <a:gd name="T1" fmla="*/ 0 h 720"/>
                  <a:gd name="T2" fmla="*/ 0 w 1000"/>
                  <a:gd name="T3" fmla="*/ 5745 h 720"/>
                  <a:gd name="T4" fmla="*/ 624 w 1000"/>
                  <a:gd name="T5" fmla="*/ 5745 h 720"/>
                  <a:gd name="T6" fmla="*/ 62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9" name="Freeform 5"/>
              <p:cNvSpPr>
                <a:spLocks/>
              </p:cNvSpPr>
              <p:nvPr/>
            </p:nvSpPr>
            <p:spPr bwMode="ltGray">
              <a:xfrm rot="-5400000">
                <a:off x="1323"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0" name="Freeform 6"/>
              <p:cNvSpPr>
                <a:spLocks/>
              </p:cNvSpPr>
              <p:nvPr/>
            </p:nvSpPr>
            <p:spPr bwMode="ltGray">
              <a:xfrm rot="-5400000">
                <a:off x="982"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1" name="Freeform 7"/>
              <p:cNvSpPr>
                <a:spLocks/>
              </p:cNvSpPr>
              <p:nvPr/>
            </p:nvSpPr>
            <p:spPr bwMode="ltGray">
              <a:xfrm rot="-5400000">
                <a:off x="-57" y="1752"/>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12" name="Freeform 8"/>
              <p:cNvSpPr>
                <a:spLocks/>
              </p:cNvSpPr>
              <p:nvPr/>
            </p:nvSpPr>
            <p:spPr bwMode="ltGray">
              <a:xfrm rot="-5400000">
                <a:off x="664" y="1733"/>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3" name="Freeform 9"/>
              <p:cNvSpPr>
                <a:spLocks/>
              </p:cNvSpPr>
              <p:nvPr/>
            </p:nvSpPr>
            <p:spPr bwMode="ltGray">
              <a:xfrm rot="-5400000">
                <a:off x="442" y="1699"/>
                <a:ext cx="624" cy="362"/>
              </a:xfrm>
              <a:custGeom>
                <a:avLst/>
                <a:gdLst>
                  <a:gd name="T0" fmla="*/ 0 w 624"/>
                  <a:gd name="T1" fmla="*/ 0 h 272"/>
                  <a:gd name="T2" fmla="*/ 0 w 624"/>
                  <a:gd name="T3" fmla="*/ 362 h 272"/>
                  <a:gd name="T4" fmla="*/ 240 w 624"/>
                  <a:gd name="T5" fmla="*/ 319 h 272"/>
                  <a:gd name="T6" fmla="*/ 624 w 624"/>
                  <a:gd name="T7" fmla="*/ 362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4" name="Freeform 10"/>
              <p:cNvSpPr>
                <a:spLocks/>
              </p:cNvSpPr>
              <p:nvPr/>
            </p:nvSpPr>
            <p:spPr bwMode="ltGray">
              <a:xfrm rot="-5400000">
                <a:off x="156" y="1726"/>
                <a:ext cx="632" cy="315"/>
              </a:xfrm>
              <a:custGeom>
                <a:avLst/>
                <a:gdLst>
                  <a:gd name="T0" fmla="*/ 8 w 632"/>
                  <a:gd name="T1" fmla="*/ 39 h 362"/>
                  <a:gd name="T2" fmla="*/ 8 w 632"/>
                  <a:gd name="T3" fmla="*/ 276 h 362"/>
                  <a:gd name="T4" fmla="*/ 248 w 632"/>
                  <a:gd name="T5" fmla="*/ 276 h 362"/>
                  <a:gd name="T6" fmla="*/ 632 w 632"/>
                  <a:gd name="T7" fmla="*/ 276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5" name="Freeform 11"/>
              <p:cNvSpPr>
                <a:spLocks/>
              </p:cNvSpPr>
              <p:nvPr/>
            </p:nvSpPr>
            <p:spPr bwMode="ltGray">
              <a:xfrm rot="-5400000">
                <a:off x="3211" y="1664"/>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6" name="Freeform 12"/>
              <p:cNvSpPr>
                <a:spLocks/>
              </p:cNvSpPr>
              <p:nvPr/>
            </p:nvSpPr>
            <p:spPr bwMode="ltGray">
              <a:xfrm rot="-5400000">
                <a:off x="2870" y="1664"/>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7" name="Freeform 13"/>
              <p:cNvSpPr>
                <a:spLocks/>
              </p:cNvSpPr>
              <p:nvPr/>
            </p:nvSpPr>
            <p:spPr bwMode="ltGray">
              <a:xfrm rot="-5400000">
                <a:off x="1830"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18" name="Freeform 14"/>
              <p:cNvSpPr>
                <a:spLocks/>
              </p:cNvSpPr>
              <p:nvPr/>
            </p:nvSpPr>
            <p:spPr bwMode="ltGray">
              <a:xfrm rot="-5400000">
                <a:off x="2551" y="1728"/>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9" name="Freeform 15"/>
              <p:cNvSpPr>
                <a:spLocks/>
              </p:cNvSpPr>
              <p:nvPr/>
            </p:nvSpPr>
            <p:spPr bwMode="ltGray">
              <a:xfrm rot="-5400000">
                <a:off x="2330"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0" name="Freeform 16"/>
              <p:cNvSpPr>
                <a:spLocks/>
              </p:cNvSpPr>
              <p:nvPr/>
            </p:nvSpPr>
            <p:spPr bwMode="ltGray">
              <a:xfrm rot="-5400000">
                <a:off x="2043"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1" name="Freeform 17"/>
              <p:cNvSpPr>
                <a:spLocks/>
              </p:cNvSpPr>
              <p:nvPr/>
            </p:nvSpPr>
            <p:spPr bwMode="ltGray">
              <a:xfrm rot="-5400000">
                <a:off x="4077"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2" name="Freeform 18"/>
              <p:cNvSpPr>
                <a:spLocks/>
              </p:cNvSpPr>
              <p:nvPr/>
            </p:nvSpPr>
            <p:spPr bwMode="ltGray">
              <a:xfrm rot="-5400000">
                <a:off x="3736"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3" name="Freeform 19"/>
              <p:cNvSpPr>
                <a:spLocks/>
              </p:cNvSpPr>
              <p:nvPr/>
            </p:nvSpPr>
            <p:spPr bwMode="ltGray">
              <a:xfrm rot="-5400000">
                <a:off x="4584"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24"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5" name="Freeform 21"/>
              <p:cNvSpPr>
                <a:spLocks/>
              </p:cNvSpPr>
              <p:nvPr/>
            </p:nvSpPr>
            <p:spPr bwMode="ltGray">
              <a:xfrm rot="-5400000">
                <a:off x="5084"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6" name="Freeform 22"/>
              <p:cNvSpPr>
                <a:spLocks/>
              </p:cNvSpPr>
              <p:nvPr/>
            </p:nvSpPr>
            <p:spPr bwMode="ltGray">
              <a:xfrm rot="-5400000">
                <a:off x="4797"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grpSp>
        <p:sp>
          <p:nvSpPr>
            <p:cNvPr id="6" name="Freeform 23"/>
            <p:cNvSpPr>
              <a:spLocks/>
            </p:cNvSpPr>
            <p:nvPr/>
          </p:nvSpPr>
          <p:spPr bwMode="ltGray">
            <a:xfrm flipH="1">
              <a:off x="-2" y="1536"/>
              <a:ext cx="5762" cy="412"/>
            </a:xfrm>
            <a:custGeom>
              <a:avLst/>
              <a:gdLst>
                <a:gd name="T0" fmla="*/ 0 w 5762"/>
                <a:gd name="T1" fmla="*/ 210 h 385"/>
                <a:gd name="T2" fmla="*/ 5762 w 5762"/>
                <a:gd name="T3" fmla="*/ 201 h 385"/>
                <a:gd name="T4" fmla="*/ 5762 w 5762"/>
                <a:gd name="T5" fmla="*/ 4 h 385"/>
                <a:gd name="T6" fmla="*/ 0 w 5762"/>
                <a:gd name="T7" fmla="*/ 0 h 385"/>
                <a:gd name="T8" fmla="*/ 0 w 5762"/>
                <a:gd name="T9" fmla="*/ 210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27" name="Rectangle 27"/>
          <p:cNvSpPr>
            <a:spLocks noGrp="1" noChangeArrowheads="1"/>
          </p:cNvSpPr>
          <p:nvPr>
            <p:ph type="dt" sz="half" idx="10"/>
          </p:nvPr>
        </p:nvSpPr>
        <p:spPr>
          <a:xfrm>
            <a:off x="1166813" y="6248400"/>
            <a:ext cx="1905000" cy="457200"/>
          </a:xfrm>
        </p:spPr>
        <p:txBody>
          <a:bodyPr/>
          <a:lstStyle>
            <a:lvl1pPr>
              <a:defRPr>
                <a:solidFill>
                  <a:srgbClr val="000000"/>
                </a:solidFill>
              </a:defRPr>
            </a:lvl1pPr>
          </a:lstStyle>
          <a:p>
            <a:pPr>
              <a:defRPr/>
            </a:pPr>
            <a:endParaRPr lang="en-US"/>
          </a:p>
        </p:txBody>
      </p:sp>
      <p:sp>
        <p:nvSpPr>
          <p:cNvPr id="28" name="Rectangle 28"/>
          <p:cNvSpPr>
            <a:spLocks noGrp="1" noChangeArrowheads="1"/>
          </p:cNvSpPr>
          <p:nvPr>
            <p:ph type="ftr" sz="quarter" idx="11"/>
          </p:nvPr>
        </p:nvSpPr>
        <p:spPr/>
        <p:txBody>
          <a:bodyPr/>
          <a:lstStyle>
            <a:lvl1pPr>
              <a:defRPr>
                <a:solidFill>
                  <a:srgbClr val="000000"/>
                </a:solidFill>
              </a:defRPr>
            </a:lvl1pPr>
          </a:lstStyle>
          <a:p>
            <a:pPr>
              <a:defRPr/>
            </a:pPr>
            <a:endParaRPr lang="en-US"/>
          </a:p>
        </p:txBody>
      </p:sp>
      <p:sp>
        <p:nvSpPr>
          <p:cNvPr id="29" name="Rectangle 29"/>
          <p:cNvSpPr>
            <a:spLocks noGrp="1" noChangeArrowheads="1"/>
          </p:cNvSpPr>
          <p:nvPr>
            <p:ph type="sldNum" sz="quarter" idx="12"/>
          </p:nvPr>
        </p:nvSpPr>
        <p:spPr/>
        <p:txBody>
          <a:bodyPr/>
          <a:lstStyle>
            <a:lvl1pPr>
              <a:defRPr>
                <a:solidFill>
                  <a:srgbClr val="000000"/>
                </a:solidFill>
              </a:defRPr>
            </a:lvl1pPr>
          </a:lstStyle>
          <a:p>
            <a:pPr>
              <a:defRPr/>
            </a:pPr>
            <a:fld id="{4712FD82-951A-4BCE-B79F-6AA161F0AD87}" type="slidenum">
              <a:rPr lang="en-US"/>
              <a:pPr>
                <a:defRPr/>
              </a:pPr>
              <a:t>‹#›</a:t>
            </a:fld>
            <a:endParaRPr lang="en-US"/>
          </a:p>
        </p:txBody>
      </p:sp>
    </p:spTree>
    <p:extLst>
      <p:ext uri="{BB962C8B-B14F-4D97-AF65-F5344CB8AC3E}">
        <p14:creationId xmlns:p14="http://schemas.microsoft.com/office/powerpoint/2010/main" val="25554606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92BAF41F-FF8E-46FF-AEA8-D017D5782FAB}" type="slidenum">
              <a:rPr lang="en-US"/>
              <a:pPr>
                <a:defRPr/>
              </a:pPr>
              <a:t>‹#›</a:t>
            </a:fld>
            <a:endParaRPr lang="en-US"/>
          </a:p>
        </p:txBody>
      </p:sp>
    </p:spTree>
    <p:extLst>
      <p:ext uri="{BB962C8B-B14F-4D97-AF65-F5344CB8AC3E}">
        <p14:creationId xmlns:p14="http://schemas.microsoft.com/office/powerpoint/2010/main" val="40198418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9A839DBA-76BE-4063-BB80-B9D9760D4C91}" type="slidenum">
              <a:rPr lang="en-US"/>
              <a:pPr>
                <a:defRPr/>
              </a:pPr>
              <a:t>‹#›</a:t>
            </a:fld>
            <a:endParaRPr lang="en-US"/>
          </a:p>
        </p:txBody>
      </p:sp>
    </p:spTree>
    <p:extLst>
      <p:ext uri="{BB962C8B-B14F-4D97-AF65-F5344CB8AC3E}">
        <p14:creationId xmlns:p14="http://schemas.microsoft.com/office/powerpoint/2010/main" val="8401320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EF19634E-070D-4BF0-BE4E-D3352BE204B2}" type="slidenum">
              <a:rPr lang="en-US"/>
              <a:pPr>
                <a:defRPr/>
              </a:pPr>
              <a:t>‹#›</a:t>
            </a:fld>
            <a:endParaRPr lang="en-US"/>
          </a:p>
        </p:txBody>
      </p:sp>
    </p:spTree>
    <p:extLst>
      <p:ext uri="{BB962C8B-B14F-4D97-AF65-F5344CB8AC3E}">
        <p14:creationId xmlns:p14="http://schemas.microsoft.com/office/powerpoint/2010/main" val="32682786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BDFA708B-95C5-4000-9D1C-F5197DD3B01B}" type="slidenum">
              <a:rPr lang="en-US"/>
              <a:pPr>
                <a:defRPr/>
              </a:pPr>
              <a:t>‹#›</a:t>
            </a:fld>
            <a:endParaRPr lang="en-US"/>
          </a:p>
        </p:txBody>
      </p:sp>
    </p:spTree>
    <p:extLst>
      <p:ext uri="{BB962C8B-B14F-4D97-AF65-F5344CB8AC3E}">
        <p14:creationId xmlns:p14="http://schemas.microsoft.com/office/powerpoint/2010/main" val="903617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7"/>
          <p:cNvSpPr>
            <a:spLocks noGrp="1" noChangeArrowheads="1"/>
          </p:cNvSpPr>
          <p:nvPr>
            <p:ph type="dt" sz="half" idx="10"/>
          </p:nvPr>
        </p:nvSpPr>
        <p:spPr>
          <a:ln/>
        </p:spPr>
        <p:txBody>
          <a:bodyPr/>
          <a:lstStyle>
            <a:lvl1pPr>
              <a:defRPr/>
            </a:lvl1pPr>
          </a:lstStyle>
          <a:p>
            <a:pPr>
              <a:defRPr/>
            </a:pPr>
            <a:endParaRPr lang="en-US"/>
          </a:p>
        </p:txBody>
      </p:sp>
      <p:sp>
        <p:nvSpPr>
          <p:cNvPr id="4" name="Rectangle 28"/>
          <p:cNvSpPr>
            <a:spLocks noGrp="1" noChangeArrowheads="1"/>
          </p:cNvSpPr>
          <p:nvPr>
            <p:ph type="ftr" sz="quarter" idx="11"/>
          </p:nvPr>
        </p:nvSpPr>
        <p:spPr>
          <a:ln/>
        </p:spPr>
        <p:txBody>
          <a:bodyPr/>
          <a:lstStyle>
            <a:lvl1pPr>
              <a:defRPr/>
            </a:lvl1pPr>
          </a:lstStyle>
          <a:p>
            <a:pPr>
              <a:defRPr/>
            </a:pPr>
            <a:endParaRPr lang="en-US"/>
          </a:p>
        </p:txBody>
      </p:sp>
      <p:sp>
        <p:nvSpPr>
          <p:cNvPr id="5" name="Rectangle 29"/>
          <p:cNvSpPr>
            <a:spLocks noGrp="1" noChangeArrowheads="1"/>
          </p:cNvSpPr>
          <p:nvPr>
            <p:ph type="sldNum" sz="quarter" idx="12"/>
          </p:nvPr>
        </p:nvSpPr>
        <p:spPr>
          <a:ln/>
        </p:spPr>
        <p:txBody>
          <a:bodyPr/>
          <a:lstStyle>
            <a:lvl1pPr>
              <a:defRPr/>
            </a:lvl1pPr>
          </a:lstStyle>
          <a:p>
            <a:pPr>
              <a:defRPr/>
            </a:pPr>
            <a:fld id="{9A41E1D4-B9E1-4590-BC09-F9706CD9058D}" type="slidenum">
              <a:rPr lang="en-US"/>
              <a:pPr>
                <a:defRPr/>
              </a:pPr>
              <a:t>‹#›</a:t>
            </a:fld>
            <a:endParaRPr lang="en-US"/>
          </a:p>
        </p:txBody>
      </p:sp>
    </p:spTree>
    <p:extLst>
      <p:ext uri="{BB962C8B-B14F-4D97-AF65-F5344CB8AC3E}">
        <p14:creationId xmlns:p14="http://schemas.microsoft.com/office/powerpoint/2010/main" val="2294799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a:ln/>
        </p:spPr>
        <p:txBody>
          <a:bodyPr/>
          <a:lstStyle>
            <a:lvl1pPr>
              <a:defRPr/>
            </a:lvl1pPr>
          </a:lstStyle>
          <a:p>
            <a:pPr>
              <a:defRPr/>
            </a:pPr>
            <a:endParaRPr lang="en-US"/>
          </a:p>
        </p:txBody>
      </p:sp>
      <p:sp>
        <p:nvSpPr>
          <p:cNvPr id="3" name="Rectangle 28"/>
          <p:cNvSpPr>
            <a:spLocks noGrp="1" noChangeArrowheads="1"/>
          </p:cNvSpPr>
          <p:nvPr>
            <p:ph type="ftr" sz="quarter" idx="11"/>
          </p:nvPr>
        </p:nvSpPr>
        <p:spPr>
          <a:ln/>
        </p:spPr>
        <p:txBody>
          <a:bodyPr/>
          <a:lstStyle>
            <a:lvl1pPr>
              <a:defRPr/>
            </a:lvl1pPr>
          </a:lstStyle>
          <a:p>
            <a:pPr>
              <a:defRPr/>
            </a:pPr>
            <a:endParaRPr lang="en-US"/>
          </a:p>
        </p:txBody>
      </p:sp>
      <p:sp>
        <p:nvSpPr>
          <p:cNvPr id="4" name="Rectangle 29"/>
          <p:cNvSpPr>
            <a:spLocks noGrp="1" noChangeArrowheads="1"/>
          </p:cNvSpPr>
          <p:nvPr>
            <p:ph type="sldNum" sz="quarter" idx="12"/>
          </p:nvPr>
        </p:nvSpPr>
        <p:spPr>
          <a:ln/>
        </p:spPr>
        <p:txBody>
          <a:bodyPr/>
          <a:lstStyle>
            <a:lvl1pPr>
              <a:defRPr/>
            </a:lvl1pPr>
          </a:lstStyle>
          <a:p>
            <a:pPr>
              <a:defRPr/>
            </a:pPr>
            <a:fld id="{7D200F3D-6411-462F-B12F-724BC6E46C52}" type="slidenum">
              <a:rPr lang="en-US"/>
              <a:pPr>
                <a:defRPr/>
              </a:pPr>
              <a:t>‹#›</a:t>
            </a:fld>
            <a:endParaRPr lang="en-US"/>
          </a:p>
        </p:txBody>
      </p:sp>
    </p:spTree>
    <p:extLst>
      <p:ext uri="{BB962C8B-B14F-4D97-AF65-F5344CB8AC3E}">
        <p14:creationId xmlns:p14="http://schemas.microsoft.com/office/powerpoint/2010/main" val="34081665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B30FAE7C-D919-42F3-84E7-8AC34EBB19F9}" type="slidenum">
              <a:rPr lang="en-US"/>
              <a:pPr>
                <a:defRPr/>
              </a:pPr>
              <a:t>‹#›</a:t>
            </a:fld>
            <a:endParaRPr lang="en-US"/>
          </a:p>
        </p:txBody>
      </p:sp>
    </p:spTree>
    <p:extLst>
      <p:ext uri="{BB962C8B-B14F-4D97-AF65-F5344CB8AC3E}">
        <p14:creationId xmlns:p14="http://schemas.microsoft.com/office/powerpoint/2010/main" val="39579887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E462A7BE-9EB3-4B0E-9453-1599D0BA5501}" type="slidenum">
              <a:rPr lang="en-US"/>
              <a:pPr>
                <a:defRPr/>
              </a:pPr>
              <a:t>‹#›</a:t>
            </a:fld>
            <a:endParaRPr lang="en-US"/>
          </a:p>
        </p:txBody>
      </p:sp>
    </p:spTree>
    <p:extLst>
      <p:ext uri="{BB962C8B-B14F-4D97-AF65-F5344CB8AC3E}">
        <p14:creationId xmlns:p14="http://schemas.microsoft.com/office/powerpoint/2010/main" val="307772085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4587927C-04F0-41B3-B905-CD5E7E7DA9F3}" type="slidenum">
              <a:rPr lang="en-US"/>
              <a:pPr>
                <a:defRPr/>
              </a:pPr>
              <a:t>‹#›</a:t>
            </a:fld>
            <a:endParaRPr lang="en-US"/>
          </a:p>
        </p:txBody>
      </p:sp>
    </p:spTree>
    <p:extLst>
      <p:ext uri="{BB962C8B-B14F-4D97-AF65-F5344CB8AC3E}">
        <p14:creationId xmlns:p14="http://schemas.microsoft.com/office/powerpoint/2010/main" val="26112117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1334B974-9CD7-40A8-ACAA-CA4206D57B1A}" type="slidenum">
              <a:rPr lang="en-US"/>
              <a:pPr>
                <a:defRPr/>
              </a:pPr>
              <a:t>‹#›</a:t>
            </a:fld>
            <a:endParaRPr lang="en-US"/>
          </a:p>
        </p:txBody>
      </p:sp>
    </p:spTree>
    <p:extLst>
      <p:ext uri="{BB962C8B-B14F-4D97-AF65-F5344CB8AC3E}">
        <p14:creationId xmlns:p14="http://schemas.microsoft.com/office/powerpoint/2010/main" val="20397510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15B7938E-4C0F-4B4C-960F-6A6B9B8BDA07}" type="slidenum">
              <a:rPr lang="en-US"/>
              <a:pPr>
                <a:defRPr/>
              </a:pPr>
              <a:t>‹#›</a:t>
            </a:fld>
            <a:endParaRPr lang="en-US"/>
          </a:p>
        </p:txBody>
      </p:sp>
    </p:spTree>
    <p:extLst>
      <p:ext uri="{BB962C8B-B14F-4D97-AF65-F5344CB8AC3E}">
        <p14:creationId xmlns:p14="http://schemas.microsoft.com/office/powerpoint/2010/main" val="32220656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C8843210-44AE-4CB1-9043-AB489B6713B6}" type="slidenum">
              <a:rPr lang="en-US"/>
              <a:pPr>
                <a:defRPr/>
              </a:pPr>
              <a:t>‹#›</a:t>
            </a:fld>
            <a:endParaRPr lang="en-US"/>
          </a:p>
        </p:txBody>
      </p:sp>
    </p:spTree>
    <p:extLst>
      <p:ext uri="{BB962C8B-B14F-4D97-AF65-F5344CB8AC3E}">
        <p14:creationId xmlns:p14="http://schemas.microsoft.com/office/powerpoint/2010/main" val="12397706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438400"/>
            <a:ext cx="9147175" cy="1063625"/>
            <a:chOff x="-2" y="1536"/>
            <a:chExt cx="5762" cy="670"/>
          </a:xfrm>
        </p:grpSpPr>
        <p:grpSp>
          <p:nvGrpSpPr>
            <p:cNvPr id="5" name="Group 3"/>
            <p:cNvGrpSpPr>
              <a:grpSpLocks/>
            </p:cNvGrpSpPr>
            <p:nvPr/>
          </p:nvGrpSpPr>
          <p:grpSpPr bwMode="auto">
            <a:xfrm flipH="1">
              <a:off x="-2" y="1562"/>
              <a:ext cx="5762" cy="638"/>
              <a:chOff x="-2" y="1562"/>
              <a:chExt cx="5762" cy="638"/>
            </a:xfrm>
          </p:grpSpPr>
          <p:sp>
            <p:nvSpPr>
              <p:cNvPr id="8" name="Freeform 4"/>
              <p:cNvSpPr>
                <a:spLocks/>
              </p:cNvSpPr>
              <p:nvPr/>
            </p:nvSpPr>
            <p:spPr bwMode="ltGray">
              <a:xfrm rot="-5400000">
                <a:off x="2559" y="-993"/>
                <a:ext cx="624" cy="5745"/>
              </a:xfrm>
              <a:custGeom>
                <a:avLst/>
                <a:gdLst>
                  <a:gd name="T0" fmla="*/ 0 w 1000"/>
                  <a:gd name="T1" fmla="*/ 0 h 720"/>
                  <a:gd name="T2" fmla="*/ 0 w 1000"/>
                  <a:gd name="T3" fmla="*/ 5745 h 720"/>
                  <a:gd name="T4" fmla="*/ 624 w 1000"/>
                  <a:gd name="T5" fmla="*/ 5745 h 720"/>
                  <a:gd name="T6" fmla="*/ 62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9" name="Freeform 5"/>
              <p:cNvSpPr>
                <a:spLocks/>
              </p:cNvSpPr>
              <p:nvPr/>
            </p:nvSpPr>
            <p:spPr bwMode="ltGray">
              <a:xfrm rot="-5400000">
                <a:off x="1323"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0" name="Freeform 6"/>
              <p:cNvSpPr>
                <a:spLocks/>
              </p:cNvSpPr>
              <p:nvPr/>
            </p:nvSpPr>
            <p:spPr bwMode="ltGray">
              <a:xfrm rot="-5400000">
                <a:off x="982"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1" name="Freeform 7"/>
              <p:cNvSpPr>
                <a:spLocks/>
              </p:cNvSpPr>
              <p:nvPr/>
            </p:nvSpPr>
            <p:spPr bwMode="ltGray">
              <a:xfrm rot="-5400000">
                <a:off x="-57" y="1752"/>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12" name="Freeform 8"/>
              <p:cNvSpPr>
                <a:spLocks/>
              </p:cNvSpPr>
              <p:nvPr/>
            </p:nvSpPr>
            <p:spPr bwMode="ltGray">
              <a:xfrm rot="-5400000">
                <a:off x="664" y="1733"/>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3" name="Freeform 9"/>
              <p:cNvSpPr>
                <a:spLocks/>
              </p:cNvSpPr>
              <p:nvPr/>
            </p:nvSpPr>
            <p:spPr bwMode="ltGray">
              <a:xfrm rot="-5400000">
                <a:off x="442" y="1699"/>
                <a:ext cx="624" cy="362"/>
              </a:xfrm>
              <a:custGeom>
                <a:avLst/>
                <a:gdLst>
                  <a:gd name="T0" fmla="*/ 0 w 624"/>
                  <a:gd name="T1" fmla="*/ 0 h 272"/>
                  <a:gd name="T2" fmla="*/ 0 w 624"/>
                  <a:gd name="T3" fmla="*/ 362 h 272"/>
                  <a:gd name="T4" fmla="*/ 240 w 624"/>
                  <a:gd name="T5" fmla="*/ 319 h 272"/>
                  <a:gd name="T6" fmla="*/ 624 w 624"/>
                  <a:gd name="T7" fmla="*/ 362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4" name="Freeform 10"/>
              <p:cNvSpPr>
                <a:spLocks/>
              </p:cNvSpPr>
              <p:nvPr/>
            </p:nvSpPr>
            <p:spPr bwMode="ltGray">
              <a:xfrm rot="-5400000">
                <a:off x="156" y="1726"/>
                <a:ext cx="632" cy="315"/>
              </a:xfrm>
              <a:custGeom>
                <a:avLst/>
                <a:gdLst>
                  <a:gd name="T0" fmla="*/ 8 w 632"/>
                  <a:gd name="T1" fmla="*/ 39 h 362"/>
                  <a:gd name="T2" fmla="*/ 8 w 632"/>
                  <a:gd name="T3" fmla="*/ 276 h 362"/>
                  <a:gd name="T4" fmla="*/ 248 w 632"/>
                  <a:gd name="T5" fmla="*/ 276 h 362"/>
                  <a:gd name="T6" fmla="*/ 632 w 632"/>
                  <a:gd name="T7" fmla="*/ 276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5" name="Freeform 11"/>
              <p:cNvSpPr>
                <a:spLocks/>
              </p:cNvSpPr>
              <p:nvPr/>
            </p:nvSpPr>
            <p:spPr bwMode="ltGray">
              <a:xfrm rot="-5400000">
                <a:off x="3211" y="1664"/>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6" name="Freeform 12"/>
              <p:cNvSpPr>
                <a:spLocks/>
              </p:cNvSpPr>
              <p:nvPr/>
            </p:nvSpPr>
            <p:spPr bwMode="ltGray">
              <a:xfrm rot="-5400000">
                <a:off x="2870" y="1664"/>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7" name="Freeform 13"/>
              <p:cNvSpPr>
                <a:spLocks/>
              </p:cNvSpPr>
              <p:nvPr/>
            </p:nvSpPr>
            <p:spPr bwMode="ltGray">
              <a:xfrm rot="-5400000">
                <a:off x="1830"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18" name="Freeform 14"/>
              <p:cNvSpPr>
                <a:spLocks/>
              </p:cNvSpPr>
              <p:nvPr/>
            </p:nvSpPr>
            <p:spPr bwMode="ltGray">
              <a:xfrm rot="-5400000">
                <a:off x="2551" y="1728"/>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19" name="Freeform 15"/>
              <p:cNvSpPr>
                <a:spLocks/>
              </p:cNvSpPr>
              <p:nvPr/>
            </p:nvSpPr>
            <p:spPr bwMode="ltGray">
              <a:xfrm rot="-5400000">
                <a:off x="2330"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0" name="Freeform 16"/>
              <p:cNvSpPr>
                <a:spLocks/>
              </p:cNvSpPr>
              <p:nvPr/>
            </p:nvSpPr>
            <p:spPr bwMode="ltGray">
              <a:xfrm rot="-5400000">
                <a:off x="2043"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1" name="Freeform 17"/>
              <p:cNvSpPr>
                <a:spLocks/>
              </p:cNvSpPr>
              <p:nvPr/>
            </p:nvSpPr>
            <p:spPr bwMode="ltGray">
              <a:xfrm rot="-5400000">
                <a:off x="4077"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2" name="Freeform 18"/>
              <p:cNvSpPr>
                <a:spLocks/>
              </p:cNvSpPr>
              <p:nvPr/>
            </p:nvSpPr>
            <p:spPr bwMode="ltGray">
              <a:xfrm rot="-5400000">
                <a:off x="3736"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3" name="Freeform 19"/>
              <p:cNvSpPr>
                <a:spLocks/>
              </p:cNvSpPr>
              <p:nvPr/>
            </p:nvSpPr>
            <p:spPr bwMode="ltGray">
              <a:xfrm rot="-5400000">
                <a:off x="4584"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a:p>
            </p:txBody>
          </p:sp>
          <p:sp>
            <p:nvSpPr>
              <p:cNvPr id="24"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5" name="Freeform 21"/>
              <p:cNvSpPr>
                <a:spLocks/>
              </p:cNvSpPr>
              <p:nvPr/>
            </p:nvSpPr>
            <p:spPr bwMode="ltGray">
              <a:xfrm rot="-5400000">
                <a:off x="5084"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sp>
            <p:nvSpPr>
              <p:cNvPr id="26" name="Freeform 22"/>
              <p:cNvSpPr>
                <a:spLocks/>
              </p:cNvSpPr>
              <p:nvPr/>
            </p:nvSpPr>
            <p:spPr bwMode="ltGray">
              <a:xfrm rot="-5400000">
                <a:off x="4797"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a:p>
            </p:txBody>
          </p:sp>
        </p:grpSp>
        <p:sp>
          <p:nvSpPr>
            <p:cNvPr id="6" name="Freeform 23"/>
            <p:cNvSpPr>
              <a:spLocks/>
            </p:cNvSpPr>
            <p:nvPr/>
          </p:nvSpPr>
          <p:spPr bwMode="ltGray">
            <a:xfrm flipH="1">
              <a:off x="-2" y="1536"/>
              <a:ext cx="5762" cy="412"/>
            </a:xfrm>
            <a:custGeom>
              <a:avLst/>
              <a:gdLst>
                <a:gd name="T0" fmla="*/ 0 w 5762"/>
                <a:gd name="T1" fmla="*/ 210 h 385"/>
                <a:gd name="T2" fmla="*/ 5762 w 5762"/>
                <a:gd name="T3" fmla="*/ 201 h 385"/>
                <a:gd name="T4" fmla="*/ 5762 w 5762"/>
                <a:gd name="T5" fmla="*/ 4 h 385"/>
                <a:gd name="T6" fmla="*/ 0 w 5762"/>
                <a:gd name="T7" fmla="*/ 0 h 385"/>
                <a:gd name="T8" fmla="*/ 0 w 5762"/>
                <a:gd name="T9" fmla="*/ 210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7"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27" name="Rectangle 27"/>
          <p:cNvSpPr>
            <a:spLocks noGrp="1" noChangeArrowheads="1"/>
          </p:cNvSpPr>
          <p:nvPr>
            <p:ph type="dt" sz="half" idx="10"/>
          </p:nvPr>
        </p:nvSpPr>
        <p:spPr>
          <a:xfrm>
            <a:off x="1166813" y="6248400"/>
            <a:ext cx="1905000" cy="457200"/>
          </a:xfrm>
        </p:spPr>
        <p:txBody>
          <a:bodyPr/>
          <a:lstStyle>
            <a:lvl1pPr>
              <a:defRPr>
                <a:solidFill>
                  <a:srgbClr val="000000"/>
                </a:solidFill>
              </a:defRPr>
            </a:lvl1pPr>
          </a:lstStyle>
          <a:p>
            <a:pPr>
              <a:defRPr/>
            </a:pPr>
            <a:endParaRPr lang="en-US"/>
          </a:p>
        </p:txBody>
      </p:sp>
      <p:sp>
        <p:nvSpPr>
          <p:cNvPr id="28" name="Rectangle 28"/>
          <p:cNvSpPr>
            <a:spLocks noGrp="1" noChangeArrowheads="1"/>
          </p:cNvSpPr>
          <p:nvPr>
            <p:ph type="ftr" sz="quarter" idx="11"/>
          </p:nvPr>
        </p:nvSpPr>
        <p:spPr/>
        <p:txBody>
          <a:bodyPr/>
          <a:lstStyle>
            <a:lvl1pPr>
              <a:defRPr>
                <a:solidFill>
                  <a:srgbClr val="000000"/>
                </a:solidFill>
              </a:defRPr>
            </a:lvl1pPr>
          </a:lstStyle>
          <a:p>
            <a:pPr>
              <a:defRPr/>
            </a:pPr>
            <a:endParaRPr lang="en-US"/>
          </a:p>
        </p:txBody>
      </p:sp>
      <p:sp>
        <p:nvSpPr>
          <p:cNvPr id="29" name="Rectangle 29"/>
          <p:cNvSpPr>
            <a:spLocks noGrp="1" noChangeArrowheads="1"/>
          </p:cNvSpPr>
          <p:nvPr>
            <p:ph type="sldNum" sz="quarter" idx="12"/>
          </p:nvPr>
        </p:nvSpPr>
        <p:spPr/>
        <p:txBody>
          <a:bodyPr/>
          <a:lstStyle>
            <a:lvl1pPr>
              <a:defRPr>
                <a:solidFill>
                  <a:srgbClr val="000000"/>
                </a:solidFill>
              </a:defRPr>
            </a:lvl1pPr>
          </a:lstStyle>
          <a:p>
            <a:pPr>
              <a:defRPr/>
            </a:pPr>
            <a:fld id="{0403E7B3-07D8-494F-9E2B-72D98434C492}" type="slidenum">
              <a:rPr lang="en-US"/>
              <a:pPr>
                <a:defRPr/>
              </a:pPr>
              <a:t>‹#›</a:t>
            </a:fld>
            <a:endParaRPr lang="en-US"/>
          </a:p>
        </p:txBody>
      </p:sp>
    </p:spTree>
    <p:extLst>
      <p:ext uri="{BB962C8B-B14F-4D97-AF65-F5344CB8AC3E}">
        <p14:creationId xmlns:p14="http://schemas.microsoft.com/office/powerpoint/2010/main" val="16810664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8BBB3F9A-D27A-40BC-B9F1-F28711022DF4}" type="slidenum">
              <a:rPr lang="en-US"/>
              <a:pPr>
                <a:defRPr/>
              </a:pPr>
              <a:t>‹#›</a:t>
            </a:fld>
            <a:endParaRPr lang="en-US"/>
          </a:p>
        </p:txBody>
      </p:sp>
    </p:spTree>
    <p:extLst>
      <p:ext uri="{BB962C8B-B14F-4D97-AF65-F5344CB8AC3E}">
        <p14:creationId xmlns:p14="http://schemas.microsoft.com/office/powerpoint/2010/main" val="10915420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BFE0D5BC-269E-4FD5-ACDA-EC3676225277}" type="slidenum">
              <a:rPr lang="en-US"/>
              <a:pPr>
                <a:defRPr/>
              </a:pPr>
              <a:t>‹#›</a:t>
            </a:fld>
            <a:endParaRPr lang="en-US"/>
          </a:p>
        </p:txBody>
      </p:sp>
    </p:spTree>
    <p:extLst>
      <p:ext uri="{BB962C8B-B14F-4D97-AF65-F5344CB8AC3E}">
        <p14:creationId xmlns:p14="http://schemas.microsoft.com/office/powerpoint/2010/main" val="20262133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397D6A2D-11C7-4DA4-A31C-7037925D3C74}" type="slidenum">
              <a:rPr lang="en-US"/>
              <a:pPr>
                <a:defRPr/>
              </a:pPr>
              <a:t>‹#›</a:t>
            </a:fld>
            <a:endParaRPr lang="en-US"/>
          </a:p>
        </p:txBody>
      </p:sp>
    </p:spTree>
    <p:extLst>
      <p:ext uri="{BB962C8B-B14F-4D97-AF65-F5344CB8AC3E}">
        <p14:creationId xmlns:p14="http://schemas.microsoft.com/office/powerpoint/2010/main" val="25242039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F207B4FD-2250-4A14-9686-A006BCBF02DA}" type="slidenum">
              <a:rPr lang="en-US"/>
              <a:pPr>
                <a:defRPr/>
              </a:pPr>
              <a:t>‹#›</a:t>
            </a:fld>
            <a:endParaRPr lang="en-US"/>
          </a:p>
        </p:txBody>
      </p:sp>
    </p:spTree>
    <p:extLst>
      <p:ext uri="{BB962C8B-B14F-4D97-AF65-F5344CB8AC3E}">
        <p14:creationId xmlns:p14="http://schemas.microsoft.com/office/powerpoint/2010/main" val="32426242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7"/>
          <p:cNvSpPr>
            <a:spLocks noGrp="1" noChangeArrowheads="1"/>
          </p:cNvSpPr>
          <p:nvPr>
            <p:ph type="dt" sz="half" idx="10"/>
          </p:nvPr>
        </p:nvSpPr>
        <p:spPr>
          <a:ln/>
        </p:spPr>
        <p:txBody>
          <a:bodyPr/>
          <a:lstStyle>
            <a:lvl1pPr>
              <a:defRPr/>
            </a:lvl1pPr>
          </a:lstStyle>
          <a:p>
            <a:pPr>
              <a:defRPr/>
            </a:pPr>
            <a:endParaRPr lang="en-US"/>
          </a:p>
        </p:txBody>
      </p:sp>
      <p:sp>
        <p:nvSpPr>
          <p:cNvPr id="4" name="Rectangle 28"/>
          <p:cNvSpPr>
            <a:spLocks noGrp="1" noChangeArrowheads="1"/>
          </p:cNvSpPr>
          <p:nvPr>
            <p:ph type="ftr" sz="quarter" idx="11"/>
          </p:nvPr>
        </p:nvSpPr>
        <p:spPr>
          <a:ln/>
        </p:spPr>
        <p:txBody>
          <a:bodyPr/>
          <a:lstStyle>
            <a:lvl1pPr>
              <a:defRPr/>
            </a:lvl1pPr>
          </a:lstStyle>
          <a:p>
            <a:pPr>
              <a:defRPr/>
            </a:pPr>
            <a:endParaRPr lang="en-US"/>
          </a:p>
        </p:txBody>
      </p:sp>
      <p:sp>
        <p:nvSpPr>
          <p:cNvPr id="5" name="Rectangle 29"/>
          <p:cNvSpPr>
            <a:spLocks noGrp="1" noChangeArrowheads="1"/>
          </p:cNvSpPr>
          <p:nvPr>
            <p:ph type="sldNum" sz="quarter" idx="12"/>
          </p:nvPr>
        </p:nvSpPr>
        <p:spPr>
          <a:ln/>
        </p:spPr>
        <p:txBody>
          <a:bodyPr/>
          <a:lstStyle>
            <a:lvl1pPr>
              <a:defRPr/>
            </a:lvl1pPr>
          </a:lstStyle>
          <a:p>
            <a:pPr>
              <a:defRPr/>
            </a:pPr>
            <a:fld id="{A17A8ED2-8A91-4133-95E3-53DF58CDAF67}" type="slidenum">
              <a:rPr lang="en-US"/>
              <a:pPr>
                <a:defRPr/>
              </a:pPr>
              <a:t>‹#›</a:t>
            </a:fld>
            <a:endParaRPr lang="en-US"/>
          </a:p>
        </p:txBody>
      </p:sp>
    </p:spTree>
    <p:extLst>
      <p:ext uri="{BB962C8B-B14F-4D97-AF65-F5344CB8AC3E}">
        <p14:creationId xmlns:p14="http://schemas.microsoft.com/office/powerpoint/2010/main" val="24249463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a:ln/>
        </p:spPr>
        <p:txBody>
          <a:bodyPr/>
          <a:lstStyle>
            <a:lvl1pPr>
              <a:defRPr/>
            </a:lvl1pPr>
          </a:lstStyle>
          <a:p>
            <a:pPr>
              <a:defRPr/>
            </a:pPr>
            <a:endParaRPr lang="en-US"/>
          </a:p>
        </p:txBody>
      </p:sp>
      <p:sp>
        <p:nvSpPr>
          <p:cNvPr id="3" name="Rectangle 28"/>
          <p:cNvSpPr>
            <a:spLocks noGrp="1" noChangeArrowheads="1"/>
          </p:cNvSpPr>
          <p:nvPr>
            <p:ph type="ftr" sz="quarter" idx="11"/>
          </p:nvPr>
        </p:nvSpPr>
        <p:spPr>
          <a:ln/>
        </p:spPr>
        <p:txBody>
          <a:bodyPr/>
          <a:lstStyle>
            <a:lvl1pPr>
              <a:defRPr/>
            </a:lvl1pPr>
          </a:lstStyle>
          <a:p>
            <a:pPr>
              <a:defRPr/>
            </a:pPr>
            <a:endParaRPr lang="en-US"/>
          </a:p>
        </p:txBody>
      </p:sp>
      <p:sp>
        <p:nvSpPr>
          <p:cNvPr id="4" name="Rectangle 29"/>
          <p:cNvSpPr>
            <a:spLocks noGrp="1" noChangeArrowheads="1"/>
          </p:cNvSpPr>
          <p:nvPr>
            <p:ph type="sldNum" sz="quarter" idx="12"/>
          </p:nvPr>
        </p:nvSpPr>
        <p:spPr>
          <a:ln/>
        </p:spPr>
        <p:txBody>
          <a:bodyPr/>
          <a:lstStyle>
            <a:lvl1pPr>
              <a:defRPr/>
            </a:lvl1pPr>
          </a:lstStyle>
          <a:p>
            <a:pPr>
              <a:defRPr/>
            </a:pPr>
            <a:fld id="{8D59D783-1322-44D9-B7A2-C50DB23A412C}" type="slidenum">
              <a:rPr lang="en-US"/>
              <a:pPr>
                <a:defRPr/>
              </a:pPr>
              <a:t>‹#›</a:t>
            </a:fld>
            <a:endParaRPr lang="en-US"/>
          </a:p>
        </p:txBody>
      </p:sp>
    </p:spTree>
    <p:extLst>
      <p:ext uri="{BB962C8B-B14F-4D97-AF65-F5344CB8AC3E}">
        <p14:creationId xmlns:p14="http://schemas.microsoft.com/office/powerpoint/2010/main" val="4323219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BA61272F-1C17-4840-8343-B1B9F1E18C54}" type="slidenum">
              <a:rPr lang="en-US"/>
              <a:pPr>
                <a:defRPr/>
              </a:pPr>
              <a:t>‹#›</a:t>
            </a:fld>
            <a:endParaRPr lang="en-US"/>
          </a:p>
        </p:txBody>
      </p:sp>
    </p:spTree>
    <p:extLst>
      <p:ext uri="{BB962C8B-B14F-4D97-AF65-F5344CB8AC3E}">
        <p14:creationId xmlns:p14="http://schemas.microsoft.com/office/powerpoint/2010/main" val="10852928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2657C823-1ABE-4491-B9A5-EFE570A4D42B}" type="slidenum">
              <a:rPr lang="en-US"/>
              <a:pPr>
                <a:defRPr/>
              </a:pPr>
              <a:t>‹#›</a:t>
            </a:fld>
            <a:endParaRPr lang="en-US"/>
          </a:p>
        </p:txBody>
      </p:sp>
    </p:spTree>
    <p:extLst>
      <p:ext uri="{BB962C8B-B14F-4D97-AF65-F5344CB8AC3E}">
        <p14:creationId xmlns:p14="http://schemas.microsoft.com/office/powerpoint/2010/main" val="298573804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EB4C2089-0E7C-4E55-BF2E-373B1B38AD79}" type="slidenum">
              <a:rPr lang="en-US"/>
              <a:pPr>
                <a:defRPr/>
              </a:pPr>
              <a:t>‹#›</a:t>
            </a:fld>
            <a:endParaRPr lang="en-US"/>
          </a:p>
        </p:txBody>
      </p:sp>
    </p:spTree>
    <p:extLst>
      <p:ext uri="{BB962C8B-B14F-4D97-AF65-F5344CB8AC3E}">
        <p14:creationId xmlns:p14="http://schemas.microsoft.com/office/powerpoint/2010/main" val="396790459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3D758B31-9C57-4A37-A127-C8EA9EFE6D42}" type="slidenum">
              <a:rPr lang="en-US"/>
              <a:pPr>
                <a:defRPr/>
              </a:pPr>
              <a:t>‹#›</a:t>
            </a:fld>
            <a:endParaRPr lang="en-US"/>
          </a:p>
        </p:txBody>
      </p:sp>
    </p:spTree>
    <p:extLst>
      <p:ext uri="{BB962C8B-B14F-4D97-AF65-F5344CB8AC3E}">
        <p14:creationId xmlns:p14="http://schemas.microsoft.com/office/powerpoint/2010/main" val="39996933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BBABE88E-96FD-47F0-A247-CB91A57DFBC2}" type="slidenum">
              <a:rPr lang="en-US"/>
              <a:pPr>
                <a:defRPr/>
              </a:pPr>
              <a:t>‹#›</a:t>
            </a:fld>
            <a:endParaRPr lang="en-US"/>
          </a:p>
        </p:txBody>
      </p:sp>
    </p:spTree>
    <p:extLst>
      <p:ext uri="{BB962C8B-B14F-4D97-AF65-F5344CB8AC3E}">
        <p14:creationId xmlns:p14="http://schemas.microsoft.com/office/powerpoint/2010/main" val="38104463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a:p>
        </p:txBody>
      </p:sp>
      <p:sp>
        <p:nvSpPr>
          <p:cNvPr id="8" name="Rectangle 28"/>
          <p:cNvSpPr>
            <a:spLocks noGrp="1" noChangeArrowheads="1"/>
          </p:cNvSpPr>
          <p:nvPr>
            <p:ph type="ftr" sz="quarter" idx="11"/>
          </p:nvPr>
        </p:nvSpPr>
        <p:spPr>
          <a:ln/>
        </p:spPr>
        <p:txBody>
          <a:bodyPr/>
          <a:lstStyle>
            <a:lvl1pPr>
              <a:defRPr/>
            </a:lvl1pPr>
          </a:lstStyle>
          <a:p>
            <a:pPr>
              <a:defRPr/>
            </a:pPr>
            <a:endParaRPr lang="en-US"/>
          </a:p>
        </p:txBody>
      </p:sp>
      <p:sp>
        <p:nvSpPr>
          <p:cNvPr id="9" name="Rectangle 29"/>
          <p:cNvSpPr>
            <a:spLocks noGrp="1" noChangeArrowheads="1"/>
          </p:cNvSpPr>
          <p:nvPr>
            <p:ph type="sldNum" sz="quarter" idx="12"/>
          </p:nvPr>
        </p:nvSpPr>
        <p:spPr>
          <a:ln/>
        </p:spPr>
        <p:txBody>
          <a:bodyPr/>
          <a:lstStyle>
            <a:lvl1pPr>
              <a:defRPr/>
            </a:lvl1pPr>
          </a:lstStyle>
          <a:p>
            <a:pPr>
              <a:defRPr/>
            </a:pPr>
            <a:fld id="{D0C8EBA9-B3B5-4447-A6C4-023AEB553DB9}" type="slidenum">
              <a:rPr lang="en-US"/>
              <a:pPr>
                <a:defRPr/>
              </a:pPr>
              <a:t>‹#›</a:t>
            </a:fld>
            <a:endParaRPr lang="en-US"/>
          </a:p>
        </p:txBody>
      </p:sp>
    </p:spTree>
    <p:extLst>
      <p:ext uri="{BB962C8B-B14F-4D97-AF65-F5344CB8AC3E}">
        <p14:creationId xmlns:p14="http://schemas.microsoft.com/office/powerpoint/2010/main" val="2689996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fld id="{1D8BD707-D9CF-40AE-B4C6-C98DA3205C09}" type="datetimeFigureOut">
              <a:rPr lang="en-US" smtClean="0"/>
              <a:pPr/>
              <a:t>3/24/2025</a:t>
            </a:fld>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7293757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2051"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52"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solidFill>
                  <a:srgbClr val="000000"/>
                </a:solidFill>
                <a:latin typeface="+mn-lt"/>
              </a:defRPr>
            </a:lvl1pPr>
          </a:lstStyle>
          <a:p>
            <a:pPr>
              <a:defRPr/>
            </a:pPr>
            <a:endParaRPr lang="en-US"/>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solidFill>
                  <a:srgbClr val="000000"/>
                </a:solidFill>
                <a:latin typeface="+mn-lt"/>
              </a:defRPr>
            </a:lvl1pPr>
          </a:lstStyle>
          <a:p>
            <a:pPr>
              <a:defRPr/>
            </a:pPr>
            <a:endParaRPr lang="en-US"/>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solidFill>
                  <a:srgbClr val="000000"/>
                </a:solidFill>
                <a:latin typeface="+mn-lt"/>
              </a:defRPr>
            </a:lvl1pPr>
          </a:lstStyle>
          <a:p>
            <a:pPr>
              <a:defRPr/>
            </a:pPr>
            <a:fld id="{F09C266B-C234-4306-899E-1A60CEFAF4E8}" type="slidenum">
              <a:rPr lang="en-US"/>
              <a:pPr>
                <a:defRPr/>
              </a:pPr>
              <a:t>‹#›</a:t>
            </a:fld>
            <a:endParaRPr lang="en-US"/>
          </a:p>
        </p:txBody>
      </p:sp>
      <p:sp>
        <p:nvSpPr>
          <p:cNvPr id="2056"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2057"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841312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3075"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3076"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solidFill>
                  <a:srgbClr val="000000"/>
                </a:solidFill>
                <a:latin typeface="+mn-lt"/>
              </a:defRPr>
            </a:lvl1pPr>
          </a:lstStyle>
          <a:p>
            <a:pPr>
              <a:defRPr/>
            </a:pPr>
            <a:endParaRPr lang="en-US"/>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solidFill>
                  <a:srgbClr val="000000"/>
                </a:solidFill>
                <a:latin typeface="+mn-lt"/>
              </a:defRPr>
            </a:lvl1pPr>
          </a:lstStyle>
          <a:p>
            <a:pPr>
              <a:defRPr/>
            </a:pPr>
            <a:endParaRPr lang="en-US"/>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solidFill>
                  <a:srgbClr val="000000"/>
                </a:solidFill>
                <a:latin typeface="+mn-lt"/>
              </a:defRPr>
            </a:lvl1pPr>
          </a:lstStyle>
          <a:p>
            <a:pPr>
              <a:defRPr/>
            </a:pPr>
            <a:fld id="{85996C09-B580-4FF7-A9FA-7118E84FF310}" type="slidenum">
              <a:rPr lang="en-US"/>
              <a:pPr>
                <a:defRPr/>
              </a:pPr>
              <a:t>‹#›</a:t>
            </a:fld>
            <a:endParaRPr lang="en-US"/>
          </a:p>
        </p:txBody>
      </p:sp>
      <p:sp>
        <p:nvSpPr>
          <p:cNvPr id="3080"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3081"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81141700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4099"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4100"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solidFill>
                  <a:srgbClr val="000000"/>
                </a:solidFill>
                <a:latin typeface="+mn-lt"/>
              </a:defRPr>
            </a:lvl1pPr>
          </a:lstStyle>
          <a:p>
            <a:pPr>
              <a:defRPr/>
            </a:pPr>
            <a:endParaRPr lang="en-US"/>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solidFill>
                  <a:srgbClr val="000000"/>
                </a:solidFill>
                <a:latin typeface="+mn-lt"/>
              </a:defRPr>
            </a:lvl1pPr>
          </a:lstStyle>
          <a:p>
            <a:pPr>
              <a:defRPr/>
            </a:pPr>
            <a:endParaRPr lang="en-US"/>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solidFill>
                  <a:srgbClr val="000000"/>
                </a:solidFill>
                <a:latin typeface="+mn-lt"/>
              </a:defRPr>
            </a:lvl1pPr>
          </a:lstStyle>
          <a:p>
            <a:pPr>
              <a:defRPr/>
            </a:pPr>
            <a:fld id="{F0C6C031-CE49-4A07-B8F0-700540133C05}" type="slidenum">
              <a:rPr lang="en-US"/>
              <a:pPr>
                <a:defRPr/>
              </a:pPr>
              <a:t>‹#›</a:t>
            </a:fld>
            <a:endParaRPr lang="en-US"/>
          </a:p>
        </p:txBody>
      </p:sp>
      <p:sp>
        <p:nvSpPr>
          <p:cNvPr id="4104"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
        <p:nvSpPr>
          <p:cNvPr id="4105"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95392685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Software Engineering </a:t>
            </a:r>
          </a:p>
        </p:txBody>
      </p:sp>
      <p:sp>
        <p:nvSpPr>
          <p:cNvPr id="3" name="Text Placeholder 2"/>
          <p:cNvSpPr>
            <a:spLocks noGrp="1"/>
          </p:cNvSpPr>
          <p:nvPr>
            <p:ph type="body" idx="1"/>
          </p:nvPr>
        </p:nvSpPr>
        <p:spPr/>
        <p:txBody>
          <a:bodyPr/>
          <a:lstStyle/>
          <a:p>
            <a:endParaRPr lang="en-US" dirty="0"/>
          </a:p>
          <a:p>
            <a:endParaRPr lang="en-US" dirty="0"/>
          </a:p>
        </p:txBody>
      </p:sp>
    </p:spTree>
    <p:extLst>
      <p:ext uri="{BB962C8B-B14F-4D97-AF65-F5344CB8AC3E}">
        <p14:creationId xmlns:p14="http://schemas.microsoft.com/office/powerpoint/2010/main" val="487877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Books</a:t>
            </a:r>
          </a:p>
        </p:txBody>
      </p:sp>
      <p:sp>
        <p:nvSpPr>
          <p:cNvPr id="3" name="Content Placeholder 2"/>
          <p:cNvSpPr>
            <a:spLocks noGrp="1"/>
          </p:cNvSpPr>
          <p:nvPr>
            <p:ph idx="1"/>
          </p:nvPr>
        </p:nvSpPr>
        <p:spPr>
          <a:xfrm>
            <a:off x="762000" y="1981200"/>
            <a:ext cx="7772400" cy="4114800"/>
          </a:xfrm>
        </p:spPr>
        <p:txBody>
          <a:bodyPr/>
          <a:lstStyle/>
          <a:p>
            <a:pPr algn="just">
              <a:buFont typeface="Wingdings" panose="05000000000000000000" pitchFamily="2" charset="2"/>
              <a:buChar char="§"/>
            </a:pPr>
            <a:r>
              <a:rPr lang="en-US" i="1" dirty="0"/>
              <a:t>Ian </a:t>
            </a:r>
            <a:r>
              <a:rPr lang="en-US" i="1" dirty="0" err="1"/>
              <a:t>Sommerville</a:t>
            </a:r>
            <a:r>
              <a:rPr lang="en-US" i="1" dirty="0"/>
              <a:t>. </a:t>
            </a:r>
            <a:r>
              <a:rPr lang="en-US" i="1" dirty="0">
                <a:solidFill>
                  <a:schemeClr val="tx2"/>
                </a:solidFill>
              </a:rPr>
              <a:t>Software Engineering</a:t>
            </a:r>
            <a:r>
              <a:rPr lang="en-US" i="1" dirty="0"/>
              <a:t>,</a:t>
            </a:r>
            <a:r>
              <a:rPr lang="en-US" dirty="0"/>
              <a:t> Addison-Wesley,(9</a:t>
            </a:r>
            <a:r>
              <a:rPr lang="en-US" baseline="30000" dirty="0"/>
              <a:t>th</a:t>
            </a:r>
            <a:r>
              <a:rPr lang="en-US" dirty="0"/>
              <a:t> edition) </a:t>
            </a:r>
          </a:p>
          <a:p>
            <a:pPr algn="just">
              <a:buFont typeface="Wingdings" panose="05000000000000000000" pitchFamily="2" charset="2"/>
              <a:buChar char="§"/>
            </a:pPr>
            <a:r>
              <a:rPr lang="en-US" i="1" dirty="0">
                <a:solidFill>
                  <a:schemeClr val="tx2"/>
                </a:solidFill>
              </a:rPr>
              <a:t>Software Engineering: A </a:t>
            </a:r>
            <a:r>
              <a:rPr lang="en-US" i="1" dirty="0" err="1">
                <a:solidFill>
                  <a:schemeClr val="tx2"/>
                </a:solidFill>
              </a:rPr>
              <a:t>Practioner's</a:t>
            </a:r>
            <a:r>
              <a:rPr lang="en-US" i="1" dirty="0">
                <a:solidFill>
                  <a:schemeClr val="tx2"/>
                </a:solidFill>
              </a:rPr>
              <a:t> Approach</a:t>
            </a:r>
            <a:r>
              <a:rPr lang="en-US" i="1" dirty="0"/>
              <a:t>, </a:t>
            </a:r>
            <a:r>
              <a:rPr lang="en-US" dirty="0"/>
              <a:t>Roger Pressman, McGraw-Hill, 7th Edition.</a:t>
            </a:r>
          </a:p>
        </p:txBody>
      </p:sp>
    </p:spTree>
    <p:extLst>
      <p:ext uri="{BB962C8B-B14F-4D97-AF65-F5344CB8AC3E}">
        <p14:creationId xmlns:p14="http://schemas.microsoft.com/office/powerpoint/2010/main" val="2129723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Software engineering?</a:t>
            </a:r>
            <a:endParaRPr lang="en-US" dirty="0"/>
          </a:p>
        </p:txBody>
      </p:sp>
      <p:sp>
        <p:nvSpPr>
          <p:cNvPr id="3" name="Content Placeholder 2"/>
          <p:cNvSpPr>
            <a:spLocks noGrp="1"/>
          </p:cNvSpPr>
          <p:nvPr>
            <p:ph idx="1"/>
          </p:nvPr>
        </p:nvSpPr>
        <p:spPr>
          <a:xfrm>
            <a:off x="685800" y="1752600"/>
            <a:ext cx="7772400" cy="4114800"/>
          </a:xfrm>
        </p:spPr>
        <p:txBody>
          <a:bodyPr/>
          <a:lstStyle/>
          <a:p>
            <a:pPr algn="just">
              <a:buFont typeface="Wingdings" panose="05000000000000000000" pitchFamily="2" charset="2"/>
              <a:buChar char="§"/>
            </a:pPr>
            <a:r>
              <a:rPr lang="en-GB" sz="2800" dirty="0"/>
              <a:t>The economies of ALL developed nations are </a:t>
            </a:r>
            <a:br>
              <a:rPr lang="en-GB" sz="2800" dirty="0"/>
            </a:br>
            <a:r>
              <a:rPr lang="en-GB" sz="2800" dirty="0"/>
              <a:t>dependent on software.</a:t>
            </a:r>
          </a:p>
          <a:p>
            <a:pPr algn="just">
              <a:buFont typeface="Wingdings" panose="05000000000000000000" pitchFamily="2" charset="2"/>
              <a:buChar char="§"/>
            </a:pPr>
            <a:r>
              <a:rPr lang="en-GB" sz="2800" dirty="0"/>
              <a:t>More and more systems are software controlled</a:t>
            </a:r>
          </a:p>
          <a:p>
            <a:pPr algn="just">
              <a:buFont typeface="Wingdings" panose="05000000000000000000" pitchFamily="2" charset="2"/>
              <a:buChar char="§"/>
            </a:pPr>
            <a:r>
              <a:rPr lang="en-GB" sz="2800" dirty="0"/>
              <a:t>Software engineering is concerned with theories, methods and tools for professional software development.</a:t>
            </a:r>
          </a:p>
          <a:p>
            <a:pPr algn="just">
              <a:buFont typeface="Wingdings" panose="05000000000000000000" pitchFamily="2" charset="2"/>
              <a:buChar char="§"/>
            </a:pPr>
            <a:endParaRPr lang="en-US" sz="2800" dirty="0"/>
          </a:p>
        </p:txBody>
      </p:sp>
    </p:spTree>
    <p:extLst>
      <p:ext uri="{BB962C8B-B14F-4D97-AF65-F5344CB8AC3E}">
        <p14:creationId xmlns:p14="http://schemas.microsoft.com/office/powerpoint/2010/main" val="3689616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t>FAQs about software engineering</a:t>
            </a:r>
          </a:p>
        </p:txBody>
      </p:sp>
      <p:sp>
        <p:nvSpPr>
          <p:cNvPr id="13315" name="Content Placeholder 2"/>
          <p:cNvSpPr>
            <a:spLocks noGrp="1"/>
          </p:cNvSpPr>
          <p:nvPr>
            <p:ph idx="1"/>
          </p:nvPr>
        </p:nvSpPr>
        <p:spPr>
          <a:xfrm>
            <a:off x="685800" y="1752600"/>
            <a:ext cx="8153400" cy="4114800"/>
          </a:xfrm>
        </p:spPr>
        <p:txBody>
          <a:bodyPr/>
          <a:lstStyle/>
          <a:p>
            <a:pPr>
              <a:buFont typeface="Wingdings" panose="05000000000000000000" pitchFamily="2" charset="2"/>
              <a:buChar char="q"/>
            </a:pPr>
            <a:r>
              <a:rPr lang="en-US" sz="2800" dirty="0"/>
              <a:t>What is software?</a:t>
            </a:r>
          </a:p>
          <a:p>
            <a:pPr>
              <a:buFont typeface="Wingdings" panose="05000000000000000000" pitchFamily="2" charset="2"/>
              <a:buChar char="q"/>
            </a:pPr>
            <a:r>
              <a:rPr lang="en-US" sz="2800" dirty="0"/>
              <a:t>What is software engineering?</a:t>
            </a:r>
          </a:p>
          <a:p>
            <a:pPr>
              <a:buFont typeface="Wingdings" panose="05000000000000000000" pitchFamily="2" charset="2"/>
              <a:buChar char="q"/>
            </a:pPr>
            <a:r>
              <a:rPr lang="en-US" sz="2800" dirty="0"/>
              <a:t>What is the difference between software engineering and computer science?</a:t>
            </a:r>
          </a:p>
          <a:p>
            <a:pPr>
              <a:buFont typeface="Wingdings" panose="05000000000000000000" pitchFamily="2" charset="2"/>
              <a:buChar char="q"/>
            </a:pPr>
            <a:r>
              <a:rPr lang="en-US" sz="2800" dirty="0"/>
              <a:t>What is the difference between software engineering and system engineering?</a:t>
            </a:r>
          </a:p>
          <a:p>
            <a:pPr>
              <a:buFont typeface="Wingdings" panose="05000000000000000000" pitchFamily="2" charset="2"/>
              <a:buChar char="q"/>
            </a:pPr>
            <a:r>
              <a:rPr lang="en-US" sz="2800" dirty="0"/>
              <a:t>What is a software process?</a:t>
            </a:r>
          </a:p>
          <a:p>
            <a:pPr>
              <a:buFont typeface="Wingdings" panose="05000000000000000000" pitchFamily="2" charset="2"/>
              <a:buChar char="q"/>
            </a:pPr>
            <a:r>
              <a:rPr lang="en-US" sz="2800" dirty="0"/>
              <a:t>What is a software process model?</a:t>
            </a:r>
          </a:p>
        </p:txBody>
      </p:sp>
    </p:spTree>
    <p:extLst>
      <p:ext uri="{BB962C8B-B14F-4D97-AF65-F5344CB8AC3E}">
        <p14:creationId xmlns:p14="http://schemas.microsoft.com/office/powerpoint/2010/main" val="2375207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5">
                                            <p:txEl>
                                              <p:pRg st="1" end="1"/>
                                            </p:txEl>
                                          </p:spTgt>
                                        </p:tgtEl>
                                        <p:attrNameLst>
                                          <p:attrName>style.visibility</p:attrName>
                                        </p:attrNameLst>
                                      </p:cBhvr>
                                      <p:to>
                                        <p:strVal val="visible"/>
                                      </p:to>
                                    </p:set>
                                    <p:anim calcmode="lin" valueType="num">
                                      <p:cBhvr additive="base">
                                        <p:cTn id="13" dur="5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315">
                                            <p:txEl>
                                              <p:pRg st="2" end="2"/>
                                            </p:txEl>
                                          </p:spTgt>
                                        </p:tgtEl>
                                        <p:attrNameLst>
                                          <p:attrName>style.visibility</p:attrName>
                                        </p:attrNameLst>
                                      </p:cBhvr>
                                      <p:to>
                                        <p:strVal val="visible"/>
                                      </p:to>
                                    </p:set>
                                    <p:anim calcmode="lin" valueType="num">
                                      <p:cBhvr additive="base">
                                        <p:cTn id="19" dur="500" fill="hold"/>
                                        <p:tgtEl>
                                          <p:spTgt spid="133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315">
                                            <p:txEl>
                                              <p:pRg st="3" end="3"/>
                                            </p:txEl>
                                          </p:spTgt>
                                        </p:tgtEl>
                                        <p:attrNameLst>
                                          <p:attrName>style.visibility</p:attrName>
                                        </p:attrNameLst>
                                      </p:cBhvr>
                                      <p:to>
                                        <p:strVal val="visible"/>
                                      </p:to>
                                    </p:set>
                                    <p:anim calcmode="lin" valueType="num">
                                      <p:cBhvr additive="base">
                                        <p:cTn id="25" dur="500" fill="hold"/>
                                        <p:tgtEl>
                                          <p:spTgt spid="133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3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315">
                                            <p:txEl>
                                              <p:pRg st="4" end="4"/>
                                            </p:txEl>
                                          </p:spTgt>
                                        </p:tgtEl>
                                        <p:attrNameLst>
                                          <p:attrName>style.visibility</p:attrName>
                                        </p:attrNameLst>
                                      </p:cBhvr>
                                      <p:to>
                                        <p:strVal val="visible"/>
                                      </p:to>
                                    </p:set>
                                    <p:anim calcmode="lin" valueType="num">
                                      <p:cBhvr additive="base">
                                        <p:cTn id="31" dur="500" fill="hold"/>
                                        <p:tgtEl>
                                          <p:spTgt spid="133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3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315">
                                            <p:txEl>
                                              <p:pRg st="5" end="5"/>
                                            </p:txEl>
                                          </p:spTgt>
                                        </p:tgtEl>
                                        <p:attrNameLst>
                                          <p:attrName>style.visibility</p:attrName>
                                        </p:attrNameLst>
                                      </p:cBhvr>
                                      <p:to>
                                        <p:strVal val="visible"/>
                                      </p:to>
                                    </p:set>
                                    <p:anim calcmode="lin" valueType="num">
                                      <p:cBhvr additive="base">
                                        <p:cTn id="37" dur="500" fill="hold"/>
                                        <p:tgtEl>
                                          <p:spTgt spid="1331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3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t>FAQs about software engineering</a:t>
            </a:r>
          </a:p>
        </p:txBody>
      </p:sp>
      <p:sp>
        <p:nvSpPr>
          <p:cNvPr id="3" name="Content Placeholder 2"/>
          <p:cNvSpPr>
            <a:spLocks noGrp="1"/>
          </p:cNvSpPr>
          <p:nvPr>
            <p:ph idx="1"/>
          </p:nvPr>
        </p:nvSpPr>
        <p:spPr/>
        <p:txBody>
          <a:bodyPr/>
          <a:lstStyle/>
          <a:p>
            <a:pPr>
              <a:buFont typeface="Wingdings" panose="05000000000000000000" pitchFamily="2" charset="2"/>
              <a:buChar char="q"/>
              <a:defRPr/>
            </a:pPr>
            <a:r>
              <a:rPr lang="en-US" sz="2800" dirty="0"/>
              <a:t>What are the costs of software engineering?</a:t>
            </a:r>
          </a:p>
          <a:p>
            <a:pPr>
              <a:buFont typeface="Wingdings" panose="05000000000000000000" pitchFamily="2" charset="2"/>
              <a:buChar char="q"/>
              <a:defRPr/>
            </a:pPr>
            <a:r>
              <a:rPr lang="en-US" sz="2800" dirty="0"/>
              <a:t>What are software engineering methods?</a:t>
            </a:r>
          </a:p>
          <a:p>
            <a:pPr>
              <a:buFont typeface="Wingdings" panose="05000000000000000000" pitchFamily="2" charset="2"/>
              <a:buChar char="q"/>
              <a:defRPr/>
            </a:pPr>
            <a:r>
              <a:rPr lang="en-US" sz="2800" dirty="0"/>
              <a:t>What is CASE (Computer-Aided Software Engineering)</a:t>
            </a:r>
          </a:p>
          <a:p>
            <a:pPr>
              <a:buFont typeface="Wingdings" panose="05000000000000000000" pitchFamily="2" charset="2"/>
              <a:buChar char="q"/>
              <a:defRPr/>
            </a:pPr>
            <a:r>
              <a:rPr lang="en-US" sz="2800" dirty="0"/>
              <a:t>What are the attributes of good software?</a:t>
            </a:r>
          </a:p>
          <a:p>
            <a:pPr>
              <a:buFont typeface="Wingdings" panose="05000000000000000000" pitchFamily="2" charset="2"/>
              <a:buChar char="q"/>
              <a:defRPr/>
            </a:pPr>
            <a:r>
              <a:rPr lang="en-US" sz="2800" dirty="0"/>
              <a:t>What are the key challenges facing software engineering?</a:t>
            </a:r>
          </a:p>
        </p:txBody>
      </p:sp>
    </p:spTree>
    <p:extLst>
      <p:ext uri="{BB962C8B-B14F-4D97-AF65-F5344CB8AC3E}">
        <p14:creationId xmlns:p14="http://schemas.microsoft.com/office/powerpoint/2010/main" val="2633833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t>What is software?</a:t>
            </a:r>
          </a:p>
        </p:txBody>
      </p:sp>
      <p:sp>
        <p:nvSpPr>
          <p:cNvPr id="15363" name="Content Placeholder 2"/>
          <p:cNvSpPr>
            <a:spLocks noGrp="1"/>
          </p:cNvSpPr>
          <p:nvPr>
            <p:ph idx="1"/>
          </p:nvPr>
        </p:nvSpPr>
        <p:spPr>
          <a:xfrm>
            <a:off x="381000" y="1600200"/>
            <a:ext cx="8564563" cy="4495800"/>
          </a:xfrm>
        </p:spPr>
        <p:txBody>
          <a:bodyPr/>
          <a:lstStyle/>
          <a:p>
            <a:pPr>
              <a:buFont typeface="Wingdings" panose="05000000000000000000" pitchFamily="2" charset="2"/>
              <a:buChar char="q"/>
            </a:pPr>
            <a:r>
              <a:rPr lang="en-US" sz="2400" dirty="0"/>
              <a:t>Computer programs and associated </a:t>
            </a:r>
            <a:r>
              <a:rPr lang="en-US" sz="2400" dirty="0">
                <a:solidFill>
                  <a:srgbClr val="FF0000"/>
                </a:solidFill>
              </a:rPr>
              <a:t>documentation</a:t>
            </a:r>
            <a:r>
              <a:rPr lang="en-US" sz="2400" dirty="0"/>
              <a:t> such as </a:t>
            </a:r>
            <a:r>
              <a:rPr lang="en-US" sz="2400" dirty="0">
                <a:solidFill>
                  <a:srgbClr val="FF0000"/>
                </a:solidFill>
              </a:rPr>
              <a:t>requirements</a:t>
            </a:r>
            <a:r>
              <a:rPr lang="en-US" sz="2400" dirty="0"/>
              <a:t>, </a:t>
            </a:r>
            <a:r>
              <a:rPr lang="en-US" sz="2400" dirty="0">
                <a:solidFill>
                  <a:srgbClr val="FF0000"/>
                </a:solidFill>
              </a:rPr>
              <a:t>design models</a:t>
            </a:r>
            <a:r>
              <a:rPr lang="en-US" sz="2400" dirty="0"/>
              <a:t> and </a:t>
            </a:r>
            <a:r>
              <a:rPr lang="en-US" sz="2400" dirty="0">
                <a:solidFill>
                  <a:srgbClr val="FF0000"/>
                </a:solidFill>
              </a:rPr>
              <a:t>user manuals</a:t>
            </a:r>
            <a:r>
              <a:rPr lang="en-US" sz="2400" dirty="0"/>
              <a:t>.</a:t>
            </a:r>
          </a:p>
          <a:p>
            <a:pPr>
              <a:buFont typeface="Wingdings" panose="05000000000000000000" pitchFamily="2" charset="2"/>
              <a:buChar char="q"/>
            </a:pPr>
            <a:r>
              <a:rPr lang="en-US" sz="2400" dirty="0"/>
              <a:t>Software products may be developed for a </a:t>
            </a:r>
            <a:r>
              <a:rPr lang="en-US" sz="2400" dirty="0">
                <a:solidFill>
                  <a:srgbClr val="FF0000"/>
                </a:solidFill>
              </a:rPr>
              <a:t>particular</a:t>
            </a:r>
            <a:r>
              <a:rPr lang="en-US" sz="2400" dirty="0"/>
              <a:t> </a:t>
            </a:r>
            <a:r>
              <a:rPr lang="en-US" sz="2400" dirty="0">
                <a:solidFill>
                  <a:srgbClr val="FF0000"/>
                </a:solidFill>
              </a:rPr>
              <a:t>customer</a:t>
            </a:r>
            <a:r>
              <a:rPr lang="en-US" sz="2400" dirty="0"/>
              <a:t> or may be developed for a </a:t>
            </a:r>
            <a:r>
              <a:rPr lang="en-US" sz="2400" dirty="0">
                <a:solidFill>
                  <a:srgbClr val="FF0000"/>
                </a:solidFill>
              </a:rPr>
              <a:t>general market</a:t>
            </a:r>
            <a:r>
              <a:rPr lang="en-US" sz="2400" dirty="0"/>
              <a:t>.</a:t>
            </a:r>
          </a:p>
          <a:p>
            <a:pPr>
              <a:buFont typeface="Wingdings" panose="05000000000000000000" pitchFamily="2" charset="2"/>
              <a:buChar char="q"/>
            </a:pPr>
            <a:r>
              <a:rPr lang="en-US" sz="2400" dirty="0"/>
              <a:t>Software products may be </a:t>
            </a:r>
          </a:p>
          <a:p>
            <a:pPr lvl="1">
              <a:buFont typeface="Wingdings" panose="05000000000000000000" pitchFamily="2" charset="2"/>
              <a:buChar char="q"/>
            </a:pPr>
            <a:r>
              <a:rPr lang="en-US" sz="2400" dirty="0">
                <a:solidFill>
                  <a:srgbClr val="FF0000"/>
                </a:solidFill>
              </a:rPr>
              <a:t>Generic</a:t>
            </a:r>
            <a:r>
              <a:rPr lang="en-US" sz="2400" dirty="0"/>
              <a:t> - developed to be sold to a range of different customers </a:t>
            </a:r>
          </a:p>
          <a:p>
            <a:pPr lvl="2">
              <a:buFont typeface="Wingdings" panose="05000000000000000000" pitchFamily="2" charset="2"/>
              <a:buChar char="q"/>
            </a:pPr>
            <a:r>
              <a:rPr lang="en-US" sz="2000" dirty="0"/>
              <a:t>e.g. PC software such as Excel or Word.</a:t>
            </a:r>
          </a:p>
          <a:p>
            <a:pPr lvl="1">
              <a:buFont typeface="Wingdings" panose="05000000000000000000" pitchFamily="2" charset="2"/>
              <a:buChar char="q"/>
            </a:pPr>
            <a:r>
              <a:rPr lang="en-US" sz="2400" dirty="0">
                <a:solidFill>
                  <a:srgbClr val="FF0000"/>
                </a:solidFill>
              </a:rPr>
              <a:t>Custom</a:t>
            </a:r>
            <a:r>
              <a:rPr lang="en-US" sz="2400" dirty="0"/>
              <a:t> - developed for a single customer according to their specification.</a:t>
            </a:r>
          </a:p>
          <a:p>
            <a:pPr lvl="2">
              <a:buFont typeface="Wingdings" panose="05000000000000000000" pitchFamily="2" charset="2"/>
              <a:buChar char="q"/>
            </a:pPr>
            <a:r>
              <a:rPr lang="en-US" sz="2000" dirty="0"/>
              <a:t>Examples – embedded control systems, air traffic control software, traffic monitoring systems.</a:t>
            </a:r>
          </a:p>
        </p:txBody>
      </p:sp>
    </p:spTree>
    <p:extLst>
      <p:ext uri="{BB962C8B-B14F-4D97-AF65-F5344CB8AC3E}">
        <p14:creationId xmlns:p14="http://schemas.microsoft.com/office/powerpoint/2010/main" val="3538375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additive="base">
                                        <p:cTn id="7" dur="500" fill="hold"/>
                                        <p:tgtEl>
                                          <p:spTgt spid="15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3">
                                            <p:txEl>
                                              <p:pRg st="1" end="1"/>
                                            </p:txEl>
                                          </p:spTgt>
                                        </p:tgtEl>
                                        <p:attrNameLst>
                                          <p:attrName>style.visibility</p:attrName>
                                        </p:attrNameLst>
                                      </p:cBhvr>
                                      <p:to>
                                        <p:strVal val="visible"/>
                                      </p:to>
                                    </p:set>
                                    <p:anim calcmode="lin" valueType="num">
                                      <p:cBhvr additive="base">
                                        <p:cTn id="13" dur="500" fill="hold"/>
                                        <p:tgtEl>
                                          <p:spTgt spid="15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3">
                                            <p:txEl>
                                              <p:pRg st="2" end="2"/>
                                            </p:txEl>
                                          </p:spTgt>
                                        </p:tgtEl>
                                        <p:attrNameLst>
                                          <p:attrName>style.visibility</p:attrName>
                                        </p:attrNameLst>
                                      </p:cBhvr>
                                      <p:to>
                                        <p:strVal val="visible"/>
                                      </p:to>
                                    </p:set>
                                    <p:anim calcmode="lin" valueType="num">
                                      <p:cBhvr additive="base">
                                        <p:cTn id="19" dur="500" fill="hold"/>
                                        <p:tgtEl>
                                          <p:spTgt spid="15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5363">
                                            <p:txEl>
                                              <p:pRg st="3" end="3"/>
                                            </p:txEl>
                                          </p:spTgt>
                                        </p:tgtEl>
                                        <p:attrNameLst>
                                          <p:attrName>style.visibility</p:attrName>
                                        </p:attrNameLst>
                                      </p:cBhvr>
                                      <p:to>
                                        <p:strVal val="visible"/>
                                      </p:to>
                                    </p:set>
                                    <p:anim calcmode="lin" valueType="num">
                                      <p:cBhvr additive="base">
                                        <p:cTn id="23" dur="500" fill="hold"/>
                                        <p:tgtEl>
                                          <p:spTgt spid="1536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536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5363">
                                            <p:txEl>
                                              <p:pRg st="4" end="4"/>
                                            </p:txEl>
                                          </p:spTgt>
                                        </p:tgtEl>
                                        <p:attrNameLst>
                                          <p:attrName>style.visibility</p:attrName>
                                        </p:attrNameLst>
                                      </p:cBhvr>
                                      <p:to>
                                        <p:strVal val="visible"/>
                                      </p:to>
                                    </p:set>
                                    <p:anim calcmode="lin" valueType="num">
                                      <p:cBhvr additive="base">
                                        <p:cTn id="27" dur="500" fill="hold"/>
                                        <p:tgtEl>
                                          <p:spTgt spid="1536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536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5363">
                                            <p:txEl>
                                              <p:pRg st="5" end="5"/>
                                            </p:txEl>
                                          </p:spTgt>
                                        </p:tgtEl>
                                        <p:attrNameLst>
                                          <p:attrName>style.visibility</p:attrName>
                                        </p:attrNameLst>
                                      </p:cBhvr>
                                      <p:to>
                                        <p:strVal val="visible"/>
                                      </p:to>
                                    </p:set>
                                    <p:anim calcmode="lin" valueType="num">
                                      <p:cBhvr additive="base">
                                        <p:cTn id="31" dur="500" fill="hold"/>
                                        <p:tgtEl>
                                          <p:spTgt spid="1536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36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5363">
                                            <p:txEl>
                                              <p:pRg st="6" end="6"/>
                                            </p:txEl>
                                          </p:spTgt>
                                        </p:tgtEl>
                                        <p:attrNameLst>
                                          <p:attrName>style.visibility</p:attrName>
                                        </p:attrNameLst>
                                      </p:cBhvr>
                                      <p:to>
                                        <p:strVal val="visible"/>
                                      </p:to>
                                    </p:set>
                                    <p:anim calcmode="lin" valueType="num">
                                      <p:cBhvr additive="base">
                                        <p:cTn id="35" dur="500" fill="hold"/>
                                        <p:tgtEl>
                                          <p:spTgt spid="1536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536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Software engineering?</a:t>
            </a:r>
          </a:p>
        </p:txBody>
      </p:sp>
      <p:sp>
        <p:nvSpPr>
          <p:cNvPr id="3" name="Content Placeholder 2"/>
          <p:cNvSpPr>
            <a:spLocks noGrp="1"/>
          </p:cNvSpPr>
          <p:nvPr>
            <p:ph idx="1"/>
          </p:nvPr>
        </p:nvSpPr>
        <p:spPr>
          <a:xfrm>
            <a:off x="762000" y="1600200"/>
            <a:ext cx="7772400" cy="5257800"/>
          </a:xfrm>
        </p:spPr>
        <p:txBody>
          <a:bodyPr/>
          <a:lstStyle/>
          <a:p>
            <a:pPr algn="just">
              <a:buFont typeface="Wingdings" panose="05000000000000000000" pitchFamily="2" charset="2"/>
              <a:buChar char="q"/>
            </a:pPr>
            <a:r>
              <a:rPr lang="en-US" sz="2400" dirty="0"/>
              <a:t>Software engineering is an </a:t>
            </a:r>
            <a:r>
              <a:rPr lang="en-US" sz="2400" b="1" dirty="0">
                <a:solidFill>
                  <a:srgbClr val="FF0000"/>
                </a:solidFill>
              </a:rPr>
              <a:t>engineering discipline</a:t>
            </a:r>
            <a:r>
              <a:rPr lang="en-US" sz="2400" dirty="0">
                <a:solidFill>
                  <a:srgbClr val="FF0000"/>
                </a:solidFill>
              </a:rPr>
              <a:t> </a:t>
            </a:r>
            <a:r>
              <a:rPr lang="en-US" sz="2400" dirty="0"/>
              <a:t>that is concerned with </a:t>
            </a:r>
            <a:r>
              <a:rPr lang="en-US" sz="2400" b="1" dirty="0">
                <a:solidFill>
                  <a:srgbClr val="FF0000"/>
                </a:solidFill>
              </a:rPr>
              <a:t>all aspects of software production</a:t>
            </a:r>
            <a:r>
              <a:rPr lang="en-US" sz="2400" b="1" dirty="0"/>
              <a:t> </a:t>
            </a:r>
            <a:r>
              <a:rPr lang="en-US" sz="2400" dirty="0"/>
              <a:t>from the </a:t>
            </a:r>
            <a:r>
              <a:rPr lang="en-US" sz="2400" dirty="0">
                <a:solidFill>
                  <a:srgbClr val="FF0000"/>
                </a:solidFill>
              </a:rPr>
              <a:t>early stages </a:t>
            </a:r>
            <a:r>
              <a:rPr lang="en-US" sz="2400" dirty="0"/>
              <a:t>of system specification through to </a:t>
            </a:r>
            <a:r>
              <a:rPr lang="en-US" sz="2400" dirty="0">
                <a:solidFill>
                  <a:srgbClr val="FF0000"/>
                </a:solidFill>
              </a:rPr>
              <a:t>maintaining the system </a:t>
            </a:r>
            <a:r>
              <a:rPr lang="en-US" sz="2400" dirty="0"/>
              <a:t>after it has gone into use.</a:t>
            </a:r>
          </a:p>
          <a:p>
            <a:pPr algn="just">
              <a:buFont typeface="Wingdings" panose="05000000000000000000" pitchFamily="2" charset="2"/>
              <a:buChar char="q"/>
            </a:pPr>
            <a:r>
              <a:rPr lang="en-US" sz="2400" dirty="0"/>
              <a:t>Engineering discipline</a:t>
            </a:r>
          </a:p>
          <a:p>
            <a:pPr lvl="1" algn="just">
              <a:buFont typeface="Wingdings" panose="05000000000000000000" pitchFamily="2" charset="2"/>
              <a:buChar char="q"/>
            </a:pPr>
            <a:r>
              <a:rPr lang="en-US" sz="2400" dirty="0"/>
              <a:t>Using </a:t>
            </a:r>
            <a:r>
              <a:rPr lang="en-US" sz="2400" dirty="0">
                <a:solidFill>
                  <a:srgbClr val="FF0000"/>
                </a:solidFill>
              </a:rPr>
              <a:t>appropriate</a:t>
            </a:r>
            <a:r>
              <a:rPr lang="en-US" sz="2400" dirty="0"/>
              <a:t> </a:t>
            </a:r>
            <a:r>
              <a:rPr lang="en-US" sz="2400" dirty="0">
                <a:solidFill>
                  <a:srgbClr val="FF0000"/>
                </a:solidFill>
              </a:rPr>
              <a:t>theories</a:t>
            </a:r>
            <a:r>
              <a:rPr lang="en-US" sz="2400" dirty="0"/>
              <a:t> and </a:t>
            </a:r>
            <a:r>
              <a:rPr lang="en-US" sz="2400" dirty="0">
                <a:solidFill>
                  <a:srgbClr val="FF0000"/>
                </a:solidFill>
              </a:rPr>
              <a:t>methods</a:t>
            </a:r>
            <a:r>
              <a:rPr lang="en-US" sz="2400" dirty="0"/>
              <a:t> to </a:t>
            </a:r>
            <a:r>
              <a:rPr lang="en-US" sz="2400" dirty="0">
                <a:solidFill>
                  <a:srgbClr val="FF0000"/>
                </a:solidFill>
              </a:rPr>
              <a:t>solve problems</a:t>
            </a:r>
            <a:r>
              <a:rPr lang="en-US" sz="2400" dirty="0"/>
              <a:t> bearing in mind </a:t>
            </a:r>
            <a:r>
              <a:rPr lang="en-US" sz="2400" dirty="0">
                <a:solidFill>
                  <a:srgbClr val="FF0000"/>
                </a:solidFill>
              </a:rPr>
              <a:t>organizational</a:t>
            </a:r>
            <a:r>
              <a:rPr lang="en-US" sz="2400" dirty="0"/>
              <a:t> and </a:t>
            </a:r>
            <a:r>
              <a:rPr lang="en-US" sz="2400" dirty="0">
                <a:solidFill>
                  <a:srgbClr val="FF0000"/>
                </a:solidFill>
              </a:rPr>
              <a:t>financial constraints</a:t>
            </a:r>
            <a:r>
              <a:rPr lang="en-US" sz="2400" dirty="0"/>
              <a:t>.</a:t>
            </a:r>
          </a:p>
          <a:p>
            <a:pPr algn="just">
              <a:buFont typeface="Wingdings" panose="05000000000000000000" pitchFamily="2" charset="2"/>
              <a:buChar char="q"/>
            </a:pPr>
            <a:r>
              <a:rPr lang="en-US" sz="2400" dirty="0"/>
              <a:t>All aspects of software production</a:t>
            </a:r>
          </a:p>
          <a:p>
            <a:pPr lvl="1" algn="just">
              <a:buFont typeface="Wingdings" panose="05000000000000000000" pitchFamily="2" charset="2"/>
              <a:buChar char="q"/>
            </a:pPr>
            <a:r>
              <a:rPr lang="en-US" sz="2400" dirty="0"/>
              <a:t>Not just technical process of development. Also project management and the development of tools, methods etc. to support software production.</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3072709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sz="3600"/>
              <a:t>What is the difference between software</a:t>
            </a:r>
            <a:br>
              <a:rPr lang="en-US" sz="3600"/>
            </a:br>
            <a:r>
              <a:rPr lang="en-US" sz="3600"/>
              <a:t>engineering and computer science?</a:t>
            </a:r>
          </a:p>
        </p:txBody>
      </p:sp>
      <p:sp>
        <p:nvSpPr>
          <p:cNvPr id="17411" name="Content Placeholder 2"/>
          <p:cNvSpPr>
            <a:spLocks noGrp="1"/>
          </p:cNvSpPr>
          <p:nvPr>
            <p:ph idx="1"/>
          </p:nvPr>
        </p:nvSpPr>
        <p:spPr>
          <a:xfrm>
            <a:off x="609600" y="1828800"/>
            <a:ext cx="8321675" cy="4114800"/>
          </a:xfrm>
        </p:spPr>
        <p:txBody>
          <a:bodyPr/>
          <a:lstStyle/>
          <a:p>
            <a:pPr>
              <a:buFont typeface="Wingdings" panose="05000000000000000000" pitchFamily="2" charset="2"/>
              <a:buChar char="q"/>
            </a:pPr>
            <a:r>
              <a:rPr lang="en-US" sz="2800" dirty="0"/>
              <a:t>Computer science is concerned with </a:t>
            </a:r>
            <a:r>
              <a:rPr lang="en-US" sz="2800" b="1" i="1" dirty="0"/>
              <a:t>theory</a:t>
            </a:r>
            <a:r>
              <a:rPr lang="en-US" sz="2800" dirty="0"/>
              <a:t> and </a:t>
            </a:r>
            <a:r>
              <a:rPr lang="en-US" sz="2800" b="1" dirty="0"/>
              <a:t>fundamentals</a:t>
            </a:r>
            <a:r>
              <a:rPr lang="en-US" sz="2800" dirty="0"/>
              <a:t>; software engineering is concerned with the </a:t>
            </a:r>
            <a:r>
              <a:rPr lang="en-US" sz="2800" b="1" dirty="0"/>
              <a:t>practicalities</a:t>
            </a:r>
            <a:r>
              <a:rPr lang="en-US" sz="2800" dirty="0"/>
              <a:t> of developing and delivering useful software.</a:t>
            </a:r>
          </a:p>
          <a:p>
            <a:pPr>
              <a:buFont typeface="Wingdings" panose="05000000000000000000" pitchFamily="2" charset="2"/>
              <a:buChar char="q"/>
            </a:pPr>
            <a:r>
              <a:rPr lang="en-US" sz="2800" dirty="0"/>
              <a:t>Computer </a:t>
            </a:r>
            <a:r>
              <a:rPr lang="en-US" sz="2800" dirty="0">
                <a:solidFill>
                  <a:srgbClr val="FF0000"/>
                </a:solidFill>
              </a:rPr>
              <a:t>science theories are still insufficient </a:t>
            </a:r>
            <a:r>
              <a:rPr lang="en-US" sz="2800" dirty="0"/>
              <a:t>to act as a solid foundation for software engineering (unlike e.g. physics and electrical engineering).</a:t>
            </a:r>
          </a:p>
        </p:txBody>
      </p:sp>
    </p:spTree>
    <p:extLst>
      <p:ext uri="{BB962C8B-B14F-4D97-AF65-F5344CB8AC3E}">
        <p14:creationId xmlns:p14="http://schemas.microsoft.com/office/powerpoint/2010/main" val="172946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11">
                                            <p:txEl>
                                              <p:pRg st="1" end="1"/>
                                            </p:txEl>
                                          </p:spTgt>
                                        </p:tgtEl>
                                        <p:attrNameLst>
                                          <p:attrName>style.visibility</p:attrName>
                                        </p:attrNameLst>
                                      </p:cBhvr>
                                      <p:to>
                                        <p:strVal val="visible"/>
                                      </p:to>
                                    </p:set>
                                    <p:anim calcmode="lin" valueType="num">
                                      <p:cBhvr additive="base">
                                        <p:cTn id="13"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3600"/>
              <a:t>What is the difference between software</a:t>
            </a:r>
            <a:br>
              <a:rPr lang="en-US" sz="3600"/>
            </a:br>
            <a:r>
              <a:rPr lang="en-US" sz="3600"/>
              <a:t>engineering and system engineering?</a:t>
            </a:r>
          </a:p>
        </p:txBody>
      </p:sp>
      <p:sp>
        <p:nvSpPr>
          <p:cNvPr id="18435" name="Content Placeholder 2"/>
          <p:cNvSpPr>
            <a:spLocks noGrp="1"/>
          </p:cNvSpPr>
          <p:nvPr>
            <p:ph idx="1"/>
          </p:nvPr>
        </p:nvSpPr>
        <p:spPr>
          <a:xfrm>
            <a:off x="457200" y="1752600"/>
            <a:ext cx="8488363" cy="4114800"/>
          </a:xfrm>
        </p:spPr>
        <p:txBody>
          <a:bodyPr/>
          <a:lstStyle/>
          <a:p>
            <a:pPr algn="just">
              <a:buFont typeface="Wingdings" panose="05000000000000000000" pitchFamily="2" charset="2"/>
              <a:buChar char="q"/>
            </a:pPr>
            <a:r>
              <a:rPr lang="en-US" sz="2800" dirty="0"/>
              <a:t>System engineering is concerned with all aspects of </a:t>
            </a:r>
            <a:r>
              <a:rPr lang="en-US" sz="2800" dirty="0">
                <a:solidFill>
                  <a:srgbClr val="FF0000"/>
                </a:solidFill>
              </a:rPr>
              <a:t>computer-based systems development </a:t>
            </a:r>
            <a:r>
              <a:rPr lang="en-US" sz="2800" dirty="0"/>
              <a:t>including </a:t>
            </a:r>
            <a:r>
              <a:rPr lang="en-US" sz="2800" dirty="0">
                <a:solidFill>
                  <a:srgbClr val="FF0000"/>
                </a:solidFill>
              </a:rPr>
              <a:t>hardware</a:t>
            </a:r>
            <a:r>
              <a:rPr lang="en-US" sz="2800" dirty="0"/>
              <a:t>, </a:t>
            </a:r>
            <a:r>
              <a:rPr lang="en-US" sz="2800" dirty="0">
                <a:solidFill>
                  <a:srgbClr val="FF0000"/>
                </a:solidFill>
              </a:rPr>
              <a:t>software</a:t>
            </a:r>
            <a:r>
              <a:rPr lang="en-US" sz="2800" dirty="0"/>
              <a:t> and </a:t>
            </a:r>
            <a:r>
              <a:rPr lang="en-US" sz="2800" dirty="0">
                <a:solidFill>
                  <a:srgbClr val="FF0000"/>
                </a:solidFill>
              </a:rPr>
              <a:t>process engineering. </a:t>
            </a:r>
          </a:p>
          <a:p>
            <a:pPr algn="just">
              <a:buFont typeface="Wingdings" panose="05000000000000000000" pitchFamily="2" charset="2"/>
              <a:buChar char="q"/>
            </a:pPr>
            <a:r>
              <a:rPr lang="en-US" sz="2800" dirty="0"/>
              <a:t>Software engineering is part of this process concerned with developing the </a:t>
            </a:r>
            <a:r>
              <a:rPr lang="en-US" sz="2800" dirty="0">
                <a:solidFill>
                  <a:srgbClr val="FF0000"/>
                </a:solidFill>
              </a:rPr>
              <a:t>software infrastructure, control, applications and databases </a:t>
            </a:r>
            <a:r>
              <a:rPr lang="en-US" sz="2800" dirty="0"/>
              <a:t>in the system.</a:t>
            </a:r>
          </a:p>
          <a:p>
            <a:pPr algn="just">
              <a:buFont typeface="Wingdings" panose="05000000000000000000" pitchFamily="2" charset="2"/>
              <a:buChar char="q"/>
            </a:pPr>
            <a:r>
              <a:rPr lang="en-US" sz="2800" dirty="0"/>
              <a:t>System engineers are involved in system </a:t>
            </a:r>
            <a:r>
              <a:rPr lang="en-US" sz="2800" dirty="0">
                <a:solidFill>
                  <a:srgbClr val="FF0000"/>
                </a:solidFill>
              </a:rPr>
              <a:t>specification</a:t>
            </a:r>
            <a:r>
              <a:rPr lang="en-US" sz="2800" dirty="0"/>
              <a:t>, </a:t>
            </a:r>
            <a:r>
              <a:rPr lang="en-US" sz="2800" dirty="0">
                <a:solidFill>
                  <a:srgbClr val="FF0000"/>
                </a:solidFill>
              </a:rPr>
              <a:t>architectural</a:t>
            </a:r>
            <a:r>
              <a:rPr lang="en-US" sz="2800" dirty="0"/>
              <a:t> </a:t>
            </a:r>
            <a:r>
              <a:rPr lang="en-US" sz="2800" dirty="0">
                <a:solidFill>
                  <a:srgbClr val="FF0000"/>
                </a:solidFill>
              </a:rPr>
              <a:t>design</a:t>
            </a:r>
            <a:r>
              <a:rPr lang="en-US" sz="2800" dirty="0"/>
              <a:t>, </a:t>
            </a:r>
            <a:r>
              <a:rPr lang="en-US" sz="2800" dirty="0">
                <a:solidFill>
                  <a:srgbClr val="FF0000"/>
                </a:solidFill>
              </a:rPr>
              <a:t>integration</a:t>
            </a:r>
            <a:r>
              <a:rPr lang="en-US" sz="2800" dirty="0"/>
              <a:t> and </a:t>
            </a:r>
            <a:r>
              <a:rPr lang="en-US" sz="2800" dirty="0">
                <a:solidFill>
                  <a:srgbClr val="FF0000"/>
                </a:solidFill>
              </a:rPr>
              <a:t>deployment</a:t>
            </a:r>
            <a:r>
              <a:rPr lang="en-US" sz="2800" dirty="0"/>
              <a:t>.</a:t>
            </a:r>
          </a:p>
        </p:txBody>
      </p:sp>
    </p:spTree>
    <p:extLst>
      <p:ext uri="{BB962C8B-B14F-4D97-AF65-F5344CB8AC3E}">
        <p14:creationId xmlns:p14="http://schemas.microsoft.com/office/powerpoint/2010/main" val="18905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435">
                                            <p:txEl>
                                              <p:pRg st="1" end="1"/>
                                            </p:txEl>
                                          </p:spTgt>
                                        </p:tgtEl>
                                        <p:attrNameLst>
                                          <p:attrName>style.visibility</p:attrName>
                                        </p:attrNameLst>
                                      </p:cBhvr>
                                      <p:to>
                                        <p:strVal val="visible"/>
                                      </p:to>
                                    </p:set>
                                    <p:anim calcmode="lin" valueType="num">
                                      <p:cBhvr additive="base">
                                        <p:cTn id="13" dur="5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435">
                                            <p:txEl>
                                              <p:pRg st="2" end="2"/>
                                            </p:txEl>
                                          </p:spTgt>
                                        </p:tgtEl>
                                        <p:attrNameLst>
                                          <p:attrName>style.visibility</p:attrName>
                                        </p:attrNameLst>
                                      </p:cBhvr>
                                      <p:to>
                                        <p:strVal val="visible"/>
                                      </p:to>
                                    </p:set>
                                    <p:anim calcmode="lin" valueType="num">
                                      <p:cBhvr additive="base">
                                        <p:cTn id="19" dur="5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t>What is a software process?</a:t>
            </a:r>
          </a:p>
        </p:txBody>
      </p:sp>
      <p:sp>
        <p:nvSpPr>
          <p:cNvPr id="19459" name="Content Placeholder 2"/>
          <p:cNvSpPr>
            <a:spLocks noGrp="1"/>
          </p:cNvSpPr>
          <p:nvPr>
            <p:ph idx="1"/>
          </p:nvPr>
        </p:nvSpPr>
        <p:spPr>
          <a:xfrm>
            <a:off x="457200" y="1600200"/>
            <a:ext cx="8488363" cy="5257800"/>
          </a:xfrm>
        </p:spPr>
        <p:txBody>
          <a:bodyPr/>
          <a:lstStyle/>
          <a:p>
            <a:pPr>
              <a:buFont typeface="Wingdings" panose="05000000000000000000" pitchFamily="2" charset="2"/>
              <a:buChar char="q"/>
            </a:pPr>
            <a:r>
              <a:rPr lang="en-US" sz="2800" dirty="0"/>
              <a:t>A </a:t>
            </a:r>
            <a:r>
              <a:rPr lang="en-US" sz="2800" dirty="0">
                <a:solidFill>
                  <a:srgbClr val="FF0000"/>
                </a:solidFill>
              </a:rPr>
              <a:t>set of activities </a:t>
            </a:r>
            <a:r>
              <a:rPr lang="en-US" sz="2800" dirty="0"/>
              <a:t>whose goal is the </a:t>
            </a:r>
            <a:r>
              <a:rPr lang="en-US" sz="2800" dirty="0">
                <a:solidFill>
                  <a:srgbClr val="FF0000"/>
                </a:solidFill>
              </a:rPr>
              <a:t>development or evolution of software</a:t>
            </a:r>
            <a:r>
              <a:rPr lang="en-US" sz="2800" dirty="0"/>
              <a:t>.</a:t>
            </a:r>
          </a:p>
          <a:p>
            <a:pPr>
              <a:buFont typeface="Wingdings" panose="05000000000000000000" pitchFamily="2" charset="2"/>
              <a:buChar char="q"/>
            </a:pPr>
            <a:r>
              <a:rPr lang="en-US" sz="2800" dirty="0"/>
              <a:t>Generic activities in all software processes are:</a:t>
            </a:r>
          </a:p>
          <a:p>
            <a:pPr lvl="1">
              <a:buFont typeface="Wingdings" panose="05000000000000000000" pitchFamily="2" charset="2"/>
              <a:buChar char="q"/>
            </a:pPr>
            <a:r>
              <a:rPr lang="en-US" dirty="0"/>
              <a:t>Specification - what the system should do and its development constraints</a:t>
            </a:r>
          </a:p>
          <a:p>
            <a:pPr lvl="1">
              <a:buFont typeface="Wingdings" panose="05000000000000000000" pitchFamily="2" charset="2"/>
              <a:buChar char="q"/>
            </a:pPr>
            <a:r>
              <a:rPr lang="en-US" dirty="0"/>
              <a:t>Development - production of the software system</a:t>
            </a:r>
          </a:p>
          <a:p>
            <a:pPr lvl="1">
              <a:buFont typeface="Wingdings" panose="05000000000000000000" pitchFamily="2" charset="2"/>
              <a:buChar char="q"/>
            </a:pPr>
            <a:r>
              <a:rPr lang="en-US" dirty="0"/>
              <a:t>Validation - checking that the software is what the customer wants</a:t>
            </a:r>
          </a:p>
          <a:p>
            <a:pPr lvl="1">
              <a:buFont typeface="Wingdings" panose="05000000000000000000" pitchFamily="2" charset="2"/>
              <a:buChar char="q"/>
            </a:pPr>
            <a:r>
              <a:rPr lang="en-US" dirty="0"/>
              <a:t>Evolution - changing the software in response to changing demands.</a:t>
            </a:r>
          </a:p>
        </p:txBody>
      </p:sp>
    </p:spTree>
    <p:extLst>
      <p:ext uri="{BB962C8B-B14F-4D97-AF65-F5344CB8AC3E}">
        <p14:creationId xmlns:p14="http://schemas.microsoft.com/office/powerpoint/2010/main" val="1278055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 calcmode="lin" valueType="num">
                                      <p:cBhvr additive="base">
                                        <p:cTn id="17"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945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9459">
                                            <p:txEl>
                                              <p:pRg st="3" end="3"/>
                                            </p:txEl>
                                          </p:spTgt>
                                        </p:tgtEl>
                                        <p:attrNameLst>
                                          <p:attrName>style.visibility</p:attrName>
                                        </p:attrNameLst>
                                      </p:cBhvr>
                                      <p:to>
                                        <p:strVal val="visible"/>
                                      </p:to>
                                    </p:set>
                                    <p:anim calcmode="lin" valueType="num">
                                      <p:cBhvr additive="base">
                                        <p:cTn id="21"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9459">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9459">
                                            <p:txEl>
                                              <p:pRg st="4" end="4"/>
                                            </p:txEl>
                                          </p:spTgt>
                                        </p:tgtEl>
                                        <p:attrNameLst>
                                          <p:attrName>style.visibility</p:attrName>
                                        </p:attrNameLst>
                                      </p:cBhvr>
                                      <p:to>
                                        <p:strVal val="visible"/>
                                      </p:to>
                                    </p:set>
                                    <p:anim calcmode="lin" valueType="num">
                                      <p:cBhvr additive="base">
                                        <p:cTn id="25"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9">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9459">
                                            <p:txEl>
                                              <p:pRg st="5" end="5"/>
                                            </p:txEl>
                                          </p:spTgt>
                                        </p:tgtEl>
                                        <p:attrNameLst>
                                          <p:attrName>style.visibility</p:attrName>
                                        </p:attrNameLst>
                                      </p:cBhvr>
                                      <p:to>
                                        <p:strVal val="visible"/>
                                      </p:to>
                                    </p:set>
                                    <p:anim calcmode="lin" valueType="num">
                                      <p:cBhvr additive="base">
                                        <p:cTn id="29"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945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t>What is a software process model?</a:t>
            </a:r>
          </a:p>
        </p:txBody>
      </p:sp>
      <p:sp>
        <p:nvSpPr>
          <p:cNvPr id="20483" name="Content Placeholder 2"/>
          <p:cNvSpPr>
            <a:spLocks noGrp="1"/>
          </p:cNvSpPr>
          <p:nvPr>
            <p:ph idx="1"/>
          </p:nvPr>
        </p:nvSpPr>
        <p:spPr>
          <a:xfrm>
            <a:off x="609600" y="1752600"/>
            <a:ext cx="8335963" cy="4495800"/>
          </a:xfrm>
        </p:spPr>
        <p:txBody>
          <a:bodyPr/>
          <a:lstStyle/>
          <a:p>
            <a:pPr>
              <a:buFont typeface="Wingdings" panose="05000000000000000000" pitchFamily="2" charset="2"/>
              <a:buChar char="§"/>
            </a:pPr>
            <a:r>
              <a:rPr lang="en-US" sz="2400" dirty="0"/>
              <a:t>A simplified representation of a software process, presented from a </a:t>
            </a:r>
            <a:r>
              <a:rPr lang="en-US" sz="2400" b="1" dirty="0"/>
              <a:t>specific perspective</a:t>
            </a:r>
            <a:r>
              <a:rPr lang="en-US" sz="2400" dirty="0"/>
              <a:t>.</a:t>
            </a:r>
          </a:p>
          <a:p>
            <a:pPr>
              <a:buFont typeface="Wingdings" panose="05000000000000000000" pitchFamily="2" charset="2"/>
              <a:buChar char="§"/>
            </a:pPr>
            <a:r>
              <a:rPr lang="en-US" sz="2400" dirty="0"/>
              <a:t>Examples of process perspectives are</a:t>
            </a:r>
          </a:p>
          <a:p>
            <a:pPr lvl="1">
              <a:buFont typeface="Wingdings" panose="05000000000000000000" pitchFamily="2" charset="2"/>
              <a:buChar char="§"/>
            </a:pPr>
            <a:r>
              <a:rPr lang="en-US" sz="2400" dirty="0"/>
              <a:t>Workflow perspective - sequence of activities;</a:t>
            </a:r>
          </a:p>
          <a:p>
            <a:pPr lvl="1">
              <a:buFont typeface="Wingdings" panose="05000000000000000000" pitchFamily="2" charset="2"/>
              <a:buChar char="§"/>
            </a:pPr>
            <a:r>
              <a:rPr lang="en-US" sz="2400" dirty="0"/>
              <a:t>Data-flow perspective - information flow;</a:t>
            </a:r>
          </a:p>
          <a:p>
            <a:pPr lvl="1">
              <a:buFont typeface="Wingdings" panose="05000000000000000000" pitchFamily="2" charset="2"/>
              <a:buChar char="§"/>
            </a:pPr>
            <a:r>
              <a:rPr lang="en-US" sz="2400" dirty="0"/>
              <a:t>Role/action perspective - who does what.</a:t>
            </a:r>
          </a:p>
          <a:p>
            <a:pPr>
              <a:buFont typeface="Wingdings" panose="05000000000000000000" pitchFamily="2" charset="2"/>
              <a:buChar char="§"/>
            </a:pPr>
            <a:r>
              <a:rPr lang="en-US" sz="2400" dirty="0"/>
              <a:t>Generic process models</a:t>
            </a:r>
          </a:p>
          <a:p>
            <a:pPr lvl="1">
              <a:buFont typeface="Wingdings" panose="05000000000000000000" pitchFamily="2" charset="2"/>
              <a:buChar char="§"/>
            </a:pPr>
            <a:r>
              <a:rPr lang="en-US" sz="2400" dirty="0"/>
              <a:t>Waterfall;</a:t>
            </a:r>
          </a:p>
          <a:p>
            <a:pPr lvl="1">
              <a:buFont typeface="Wingdings" panose="05000000000000000000" pitchFamily="2" charset="2"/>
              <a:buChar char="§"/>
            </a:pPr>
            <a:r>
              <a:rPr lang="en-US" sz="2400" dirty="0"/>
              <a:t>Incremental development;</a:t>
            </a:r>
          </a:p>
          <a:p>
            <a:pPr lvl="1">
              <a:buFont typeface="Wingdings" panose="05000000000000000000" pitchFamily="2" charset="2"/>
              <a:buChar char="§"/>
            </a:pPr>
            <a:r>
              <a:rPr lang="en-US" sz="2400" dirty="0"/>
              <a:t>Component-based software engineering.</a:t>
            </a:r>
          </a:p>
        </p:txBody>
      </p:sp>
    </p:spTree>
    <p:extLst>
      <p:ext uri="{BB962C8B-B14F-4D97-AF65-F5344CB8AC3E}">
        <p14:creationId xmlns:p14="http://schemas.microsoft.com/office/powerpoint/2010/main" val="411832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0483">
                                            <p:txEl>
                                              <p:pRg st="2" end="2"/>
                                            </p:txEl>
                                          </p:spTgt>
                                        </p:tgtEl>
                                        <p:attrNameLst>
                                          <p:attrName>style.visibility</p:attrName>
                                        </p:attrNameLst>
                                      </p:cBhvr>
                                      <p:to>
                                        <p:strVal val="visible"/>
                                      </p:to>
                                    </p:set>
                                    <p:anim calcmode="lin" valueType="num">
                                      <p:cBhvr additive="base">
                                        <p:cTn id="17"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048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0483">
                                            <p:txEl>
                                              <p:pRg st="3" end="3"/>
                                            </p:txEl>
                                          </p:spTgt>
                                        </p:tgtEl>
                                        <p:attrNameLst>
                                          <p:attrName>style.visibility</p:attrName>
                                        </p:attrNameLst>
                                      </p:cBhvr>
                                      <p:to>
                                        <p:strVal val="visible"/>
                                      </p:to>
                                    </p:set>
                                    <p:anim calcmode="lin" valueType="num">
                                      <p:cBhvr additive="base">
                                        <p:cTn id="21"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48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0483">
                                            <p:txEl>
                                              <p:pRg st="4" end="4"/>
                                            </p:txEl>
                                          </p:spTgt>
                                        </p:tgtEl>
                                        <p:attrNameLst>
                                          <p:attrName>style.visibility</p:attrName>
                                        </p:attrNameLst>
                                      </p:cBhvr>
                                      <p:to>
                                        <p:strVal val="visible"/>
                                      </p:to>
                                    </p:set>
                                    <p:anim calcmode="lin" valueType="num">
                                      <p:cBhvr additive="base">
                                        <p:cTn id="25"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48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483">
                                            <p:txEl>
                                              <p:pRg st="5" end="5"/>
                                            </p:txEl>
                                          </p:spTgt>
                                        </p:tgtEl>
                                        <p:attrNameLst>
                                          <p:attrName>style.visibility</p:attrName>
                                        </p:attrNameLst>
                                      </p:cBhvr>
                                      <p:to>
                                        <p:strVal val="visible"/>
                                      </p:to>
                                    </p:set>
                                    <p:anim calcmode="lin" valueType="num">
                                      <p:cBhvr additive="base">
                                        <p:cTn id="31"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48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483">
                                            <p:txEl>
                                              <p:pRg st="6" end="6"/>
                                            </p:txEl>
                                          </p:spTgt>
                                        </p:tgtEl>
                                        <p:attrNameLst>
                                          <p:attrName>style.visibility</p:attrName>
                                        </p:attrNameLst>
                                      </p:cBhvr>
                                      <p:to>
                                        <p:strVal val="visible"/>
                                      </p:to>
                                    </p:set>
                                    <p:anim calcmode="lin" valueType="num">
                                      <p:cBhvr additive="base">
                                        <p:cTn id="35"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48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0483">
                                            <p:txEl>
                                              <p:pRg st="7" end="7"/>
                                            </p:txEl>
                                          </p:spTgt>
                                        </p:tgtEl>
                                        <p:attrNameLst>
                                          <p:attrName>style.visibility</p:attrName>
                                        </p:attrNameLst>
                                      </p:cBhvr>
                                      <p:to>
                                        <p:strVal val="visible"/>
                                      </p:to>
                                    </p:set>
                                    <p:anim calcmode="lin" valueType="num">
                                      <p:cBhvr additive="base">
                                        <p:cTn id="39" dur="500" fill="hold"/>
                                        <p:tgtEl>
                                          <p:spTgt spid="2048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048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0483">
                                            <p:txEl>
                                              <p:pRg st="8" end="8"/>
                                            </p:txEl>
                                          </p:spTgt>
                                        </p:tgtEl>
                                        <p:attrNameLst>
                                          <p:attrName>style.visibility</p:attrName>
                                        </p:attrNameLst>
                                      </p:cBhvr>
                                      <p:to>
                                        <p:strVal val="visible"/>
                                      </p:to>
                                    </p:set>
                                    <p:anim calcmode="lin" valueType="num">
                                      <p:cBhvr additive="base">
                                        <p:cTn id="43" dur="500" fill="hold"/>
                                        <p:tgtEl>
                                          <p:spTgt spid="2048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048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t>What are the costs of software engineering?</a:t>
            </a:r>
          </a:p>
        </p:txBody>
      </p:sp>
      <p:sp>
        <p:nvSpPr>
          <p:cNvPr id="21507" name="Content Placeholder 2"/>
          <p:cNvSpPr>
            <a:spLocks noGrp="1"/>
          </p:cNvSpPr>
          <p:nvPr>
            <p:ph idx="1"/>
          </p:nvPr>
        </p:nvSpPr>
        <p:spPr>
          <a:xfrm>
            <a:off x="304800" y="1981200"/>
            <a:ext cx="8640763" cy="4114800"/>
          </a:xfrm>
        </p:spPr>
        <p:txBody>
          <a:bodyPr/>
          <a:lstStyle/>
          <a:p>
            <a:pPr algn="just">
              <a:buFont typeface="Wingdings" panose="05000000000000000000" pitchFamily="2" charset="2"/>
              <a:buChar char="§"/>
            </a:pPr>
            <a:r>
              <a:rPr lang="en-US" sz="2800" dirty="0"/>
              <a:t>Roughly 60% of costs are development costs, 40% are testing costs. For custom software, evolution costs often exceed development costs.</a:t>
            </a:r>
          </a:p>
          <a:p>
            <a:pPr algn="just">
              <a:buFont typeface="Wingdings" panose="05000000000000000000" pitchFamily="2" charset="2"/>
              <a:buChar char="§"/>
            </a:pPr>
            <a:r>
              <a:rPr lang="en-US" sz="2800" dirty="0"/>
              <a:t>Costs vary depending on the type of system being developed and the requirements of system attributes such as performance and system reliability.</a:t>
            </a:r>
          </a:p>
          <a:p>
            <a:pPr algn="just">
              <a:buFont typeface="Wingdings" panose="05000000000000000000" pitchFamily="2" charset="2"/>
              <a:buChar char="§"/>
            </a:pPr>
            <a:r>
              <a:rPr lang="en-US" sz="2800" dirty="0"/>
              <a:t>Distribution of costs depends on the development model that is used.</a:t>
            </a:r>
          </a:p>
        </p:txBody>
      </p:sp>
    </p:spTree>
    <p:extLst>
      <p:ext uri="{BB962C8B-B14F-4D97-AF65-F5344CB8AC3E}">
        <p14:creationId xmlns:p14="http://schemas.microsoft.com/office/powerpoint/2010/main" val="1880130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7">
                                            <p:txEl>
                                              <p:pRg st="1" end="1"/>
                                            </p:txEl>
                                          </p:spTgt>
                                        </p:tgtEl>
                                        <p:attrNameLst>
                                          <p:attrName>style.visibility</p:attrName>
                                        </p:attrNameLst>
                                      </p:cBhvr>
                                      <p:to>
                                        <p:strVal val="visible"/>
                                      </p:to>
                                    </p:set>
                                    <p:anim calcmode="lin" valueType="num">
                                      <p:cBhvr additive="base">
                                        <p:cTn id="13" dur="5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07">
                                            <p:txEl>
                                              <p:pRg st="2" end="2"/>
                                            </p:txEl>
                                          </p:spTgt>
                                        </p:tgtEl>
                                        <p:attrNameLst>
                                          <p:attrName>style.visibility</p:attrName>
                                        </p:attrNameLst>
                                      </p:cBhvr>
                                      <p:to>
                                        <p:strVal val="visible"/>
                                      </p:to>
                                    </p:set>
                                    <p:anim calcmode="lin" valueType="num">
                                      <p:cBhvr additive="base">
                                        <p:cTn id="19" dur="500" fill="hold"/>
                                        <p:tgtEl>
                                          <p:spTgt spid="215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0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t>What are software engineering methods?</a:t>
            </a:r>
          </a:p>
        </p:txBody>
      </p:sp>
      <p:sp>
        <p:nvSpPr>
          <p:cNvPr id="24579" name="Content Placeholder 2"/>
          <p:cNvSpPr>
            <a:spLocks noGrp="1"/>
          </p:cNvSpPr>
          <p:nvPr>
            <p:ph idx="1"/>
          </p:nvPr>
        </p:nvSpPr>
        <p:spPr>
          <a:xfrm>
            <a:off x="533400" y="1752600"/>
            <a:ext cx="8412163" cy="4343400"/>
          </a:xfrm>
        </p:spPr>
        <p:txBody>
          <a:bodyPr/>
          <a:lstStyle/>
          <a:p>
            <a:pPr algn="just">
              <a:buFont typeface="Wingdings" panose="05000000000000000000" pitchFamily="2" charset="2"/>
              <a:buChar char="§"/>
            </a:pPr>
            <a:r>
              <a:rPr lang="en-US" sz="2400" dirty="0"/>
              <a:t>Structured approaches to software development which include system models, notations, rules, design advice and process guidance.</a:t>
            </a:r>
          </a:p>
          <a:p>
            <a:pPr algn="just">
              <a:buFont typeface="Wingdings" panose="05000000000000000000" pitchFamily="2" charset="2"/>
              <a:buChar char="§"/>
            </a:pPr>
            <a:r>
              <a:rPr lang="en-US" sz="2400" dirty="0"/>
              <a:t>Process guidance</a:t>
            </a:r>
          </a:p>
          <a:p>
            <a:pPr lvl="1" algn="just">
              <a:buFont typeface="Wingdings" panose="05000000000000000000" pitchFamily="2" charset="2"/>
              <a:buChar char="§"/>
            </a:pPr>
            <a:r>
              <a:rPr lang="en-US" sz="2400" dirty="0"/>
              <a:t>What activities to follow.</a:t>
            </a:r>
          </a:p>
          <a:p>
            <a:pPr algn="just">
              <a:buFont typeface="Wingdings" panose="05000000000000000000" pitchFamily="2" charset="2"/>
              <a:buChar char="§"/>
            </a:pPr>
            <a:r>
              <a:rPr lang="en-US" sz="2400" dirty="0"/>
              <a:t>While all software projects have to be professionally managed and developed, different techniques are appropriate for different types of system.</a:t>
            </a:r>
          </a:p>
          <a:p>
            <a:pPr lvl="1" algn="just">
              <a:buFont typeface="Wingdings" panose="05000000000000000000" pitchFamily="2" charset="2"/>
              <a:buChar char="§"/>
            </a:pPr>
            <a:r>
              <a:rPr lang="en-US" sz="2400" dirty="0"/>
              <a:t>Games should always be developed using a series of prototypes</a:t>
            </a:r>
          </a:p>
          <a:p>
            <a:pPr lvl="1" algn="just">
              <a:buFont typeface="Wingdings" panose="05000000000000000000" pitchFamily="2" charset="2"/>
              <a:buChar char="§"/>
            </a:pPr>
            <a:r>
              <a:rPr lang="en-US" sz="2400" dirty="0"/>
              <a:t>safety critical control systems require a complete and analyzable specification to be developed.</a:t>
            </a:r>
          </a:p>
        </p:txBody>
      </p:sp>
    </p:spTree>
    <p:extLst>
      <p:ext uri="{BB962C8B-B14F-4D97-AF65-F5344CB8AC3E}">
        <p14:creationId xmlns:p14="http://schemas.microsoft.com/office/powerpoint/2010/main" val="3305776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579">
                                            <p:txEl>
                                              <p:pRg st="1" end="1"/>
                                            </p:txEl>
                                          </p:spTgt>
                                        </p:tgtEl>
                                        <p:attrNameLst>
                                          <p:attrName>style.visibility</p:attrName>
                                        </p:attrNameLst>
                                      </p:cBhvr>
                                      <p:to>
                                        <p:strVal val="visible"/>
                                      </p:to>
                                    </p:set>
                                    <p:anim calcmode="lin" valueType="num">
                                      <p:cBhvr additive="base">
                                        <p:cTn id="13" dur="5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7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4579">
                                            <p:txEl>
                                              <p:pRg st="2" end="2"/>
                                            </p:txEl>
                                          </p:spTgt>
                                        </p:tgtEl>
                                        <p:attrNameLst>
                                          <p:attrName>style.visibility</p:attrName>
                                        </p:attrNameLst>
                                      </p:cBhvr>
                                      <p:to>
                                        <p:strVal val="visible"/>
                                      </p:to>
                                    </p:set>
                                    <p:anim calcmode="lin" valueType="num">
                                      <p:cBhvr additive="base">
                                        <p:cTn id="17" dur="5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45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4579">
                                            <p:txEl>
                                              <p:pRg st="3" end="3"/>
                                            </p:txEl>
                                          </p:spTgt>
                                        </p:tgtEl>
                                        <p:attrNameLst>
                                          <p:attrName>style.visibility</p:attrName>
                                        </p:attrNameLst>
                                      </p:cBhvr>
                                      <p:to>
                                        <p:strVal val="visible"/>
                                      </p:to>
                                    </p:set>
                                    <p:anim calcmode="lin" valueType="num">
                                      <p:cBhvr additive="base">
                                        <p:cTn id="23" dur="500" fill="hold"/>
                                        <p:tgtEl>
                                          <p:spTgt spid="2457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4579">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4579">
                                            <p:txEl>
                                              <p:pRg st="4" end="4"/>
                                            </p:txEl>
                                          </p:spTgt>
                                        </p:tgtEl>
                                        <p:attrNameLst>
                                          <p:attrName>style.visibility</p:attrName>
                                        </p:attrNameLst>
                                      </p:cBhvr>
                                      <p:to>
                                        <p:strVal val="visible"/>
                                      </p:to>
                                    </p:set>
                                    <p:anim calcmode="lin" valueType="num">
                                      <p:cBhvr additive="base">
                                        <p:cTn id="27" dur="500" fill="hold"/>
                                        <p:tgtEl>
                                          <p:spTgt spid="2457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4579">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4579">
                                            <p:txEl>
                                              <p:pRg st="5" end="5"/>
                                            </p:txEl>
                                          </p:spTgt>
                                        </p:tgtEl>
                                        <p:attrNameLst>
                                          <p:attrName>style.visibility</p:attrName>
                                        </p:attrNameLst>
                                      </p:cBhvr>
                                      <p:to>
                                        <p:strVal val="visible"/>
                                      </p:to>
                                    </p:set>
                                    <p:anim calcmode="lin" valueType="num">
                                      <p:cBhvr additive="base">
                                        <p:cTn id="31" dur="500" fill="hold"/>
                                        <p:tgtEl>
                                          <p:spTgt spid="2457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57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sz="3200"/>
              <a:t>What is CASE (Computer-Aided Software</a:t>
            </a:r>
            <a:br>
              <a:rPr lang="en-US" sz="3200"/>
            </a:br>
            <a:r>
              <a:rPr lang="en-US" sz="3200"/>
              <a:t>Engineering)</a:t>
            </a:r>
          </a:p>
        </p:txBody>
      </p:sp>
      <p:sp>
        <p:nvSpPr>
          <p:cNvPr id="25603" name="Content Placeholder 2"/>
          <p:cNvSpPr>
            <a:spLocks noGrp="1"/>
          </p:cNvSpPr>
          <p:nvPr>
            <p:ph idx="1"/>
          </p:nvPr>
        </p:nvSpPr>
        <p:spPr>
          <a:xfrm>
            <a:off x="457200" y="1981200"/>
            <a:ext cx="8488363" cy="4648200"/>
          </a:xfrm>
        </p:spPr>
        <p:txBody>
          <a:bodyPr/>
          <a:lstStyle/>
          <a:p>
            <a:pPr>
              <a:buFont typeface="Wingdings" panose="05000000000000000000" pitchFamily="2" charset="2"/>
              <a:buChar char="§"/>
            </a:pPr>
            <a:r>
              <a:rPr lang="en-US" sz="2400" dirty="0"/>
              <a:t>Software systems that are intended to provide automated support for software process activities.</a:t>
            </a:r>
          </a:p>
          <a:p>
            <a:pPr>
              <a:buFont typeface="Wingdings" panose="05000000000000000000" pitchFamily="2" charset="2"/>
              <a:buChar char="§"/>
            </a:pPr>
            <a:r>
              <a:rPr lang="en-US" sz="2400" dirty="0"/>
              <a:t>CASE systems are often used for method support.</a:t>
            </a:r>
          </a:p>
          <a:p>
            <a:pPr>
              <a:buFont typeface="Wingdings" panose="05000000000000000000" pitchFamily="2" charset="2"/>
              <a:buChar char="§"/>
            </a:pPr>
            <a:r>
              <a:rPr lang="en-US" sz="2400" dirty="0" err="1"/>
              <a:t>Upper-CASE</a:t>
            </a:r>
            <a:endParaRPr lang="en-US" sz="2400" dirty="0"/>
          </a:p>
          <a:p>
            <a:pPr lvl="1">
              <a:buFont typeface="Wingdings" panose="05000000000000000000" pitchFamily="2" charset="2"/>
              <a:buChar char="§"/>
            </a:pPr>
            <a:r>
              <a:rPr lang="en-US" sz="2400" dirty="0"/>
              <a:t>Tools to support the early process activities of requirements and design;</a:t>
            </a:r>
          </a:p>
          <a:p>
            <a:pPr>
              <a:buFont typeface="Wingdings" panose="05000000000000000000" pitchFamily="2" charset="2"/>
              <a:buChar char="§"/>
            </a:pPr>
            <a:r>
              <a:rPr lang="en-US" sz="2400" dirty="0" err="1"/>
              <a:t>Lower-CASE</a:t>
            </a:r>
            <a:endParaRPr lang="en-US" sz="2400" dirty="0"/>
          </a:p>
          <a:p>
            <a:pPr lvl="1">
              <a:buFont typeface="Wingdings" panose="05000000000000000000" pitchFamily="2" charset="2"/>
              <a:buChar char="§"/>
            </a:pPr>
            <a:r>
              <a:rPr lang="en-US" sz="2400" dirty="0"/>
              <a:t>Tools to support later activities such as programming, debugging and testing.</a:t>
            </a:r>
          </a:p>
        </p:txBody>
      </p:sp>
    </p:spTree>
    <p:extLst>
      <p:ext uri="{BB962C8B-B14F-4D97-AF65-F5344CB8AC3E}">
        <p14:creationId xmlns:p14="http://schemas.microsoft.com/office/powerpoint/2010/main" val="13674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1173163" y="152400"/>
            <a:ext cx="7772400" cy="1143000"/>
          </a:xfrm>
        </p:spPr>
        <p:txBody>
          <a:bodyPr/>
          <a:lstStyle/>
          <a:p>
            <a:r>
              <a:rPr lang="en-US" sz="3200" dirty="0"/>
              <a:t>What are the attributes of good software?</a:t>
            </a:r>
          </a:p>
        </p:txBody>
      </p:sp>
      <p:sp>
        <p:nvSpPr>
          <p:cNvPr id="26627" name="Content Placeholder 2"/>
          <p:cNvSpPr>
            <a:spLocks noGrp="1"/>
          </p:cNvSpPr>
          <p:nvPr>
            <p:ph idx="1"/>
          </p:nvPr>
        </p:nvSpPr>
        <p:spPr>
          <a:xfrm>
            <a:off x="685800" y="1295400"/>
            <a:ext cx="7772400" cy="4114800"/>
          </a:xfrm>
        </p:spPr>
        <p:txBody>
          <a:bodyPr/>
          <a:lstStyle/>
          <a:p>
            <a:pPr algn="just">
              <a:buFont typeface="Wingdings" panose="05000000000000000000" pitchFamily="2" charset="2"/>
              <a:buChar char="q"/>
            </a:pPr>
            <a:r>
              <a:rPr lang="en-US" sz="2000" dirty="0"/>
              <a:t>The software should deliver the required functionality and performance to the user and should be maintainable, dependable and acceptable.</a:t>
            </a:r>
          </a:p>
          <a:p>
            <a:pPr algn="just">
              <a:buFont typeface="Wingdings" panose="05000000000000000000" pitchFamily="2" charset="2"/>
              <a:buChar char="q"/>
            </a:pPr>
            <a:r>
              <a:rPr lang="en-US" sz="2000" b="1" dirty="0"/>
              <a:t>Maintainability</a:t>
            </a:r>
          </a:p>
          <a:p>
            <a:pPr lvl="1" algn="just">
              <a:buFont typeface="Wingdings" panose="05000000000000000000" pitchFamily="2" charset="2"/>
              <a:buChar char="q"/>
            </a:pPr>
            <a:r>
              <a:rPr lang="en-US" sz="2000" dirty="0"/>
              <a:t>Software must evolve to meet changing needs;</a:t>
            </a:r>
          </a:p>
          <a:p>
            <a:pPr algn="just">
              <a:buFont typeface="Wingdings" panose="05000000000000000000" pitchFamily="2" charset="2"/>
              <a:buChar char="q"/>
            </a:pPr>
            <a:r>
              <a:rPr lang="en-US" sz="2000" b="1" dirty="0"/>
              <a:t>Dependability</a:t>
            </a:r>
          </a:p>
          <a:p>
            <a:pPr lvl="1" algn="just">
              <a:buFont typeface="Wingdings" panose="05000000000000000000" pitchFamily="2" charset="2"/>
              <a:buChar char="q"/>
            </a:pPr>
            <a:r>
              <a:rPr lang="en-US" sz="2000" dirty="0"/>
              <a:t>Reliability, security, and safety</a:t>
            </a:r>
          </a:p>
          <a:p>
            <a:pPr algn="just">
              <a:buFont typeface="Wingdings" panose="05000000000000000000" pitchFamily="2" charset="2"/>
              <a:buChar char="q"/>
            </a:pPr>
            <a:r>
              <a:rPr lang="en-US" sz="2000" b="1" dirty="0"/>
              <a:t>Efficiency</a:t>
            </a:r>
          </a:p>
          <a:p>
            <a:pPr lvl="1" algn="just">
              <a:buFont typeface="Wingdings" panose="05000000000000000000" pitchFamily="2" charset="2"/>
              <a:buChar char="q"/>
            </a:pPr>
            <a:r>
              <a:rPr lang="en-US" sz="2000" dirty="0"/>
              <a:t>Software should not make wasteful use of system resources</a:t>
            </a:r>
          </a:p>
          <a:p>
            <a:pPr lvl="1" algn="just">
              <a:buFont typeface="Wingdings" panose="05000000000000000000" pitchFamily="2" charset="2"/>
              <a:buChar char="q"/>
            </a:pPr>
            <a:r>
              <a:rPr lang="en-US" sz="2000" dirty="0"/>
              <a:t>responsiveness, processing time, memory utilization;</a:t>
            </a:r>
          </a:p>
          <a:p>
            <a:pPr algn="just">
              <a:buFont typeface="Wingdings" panose="05000000000000000000" pitchFamily="2" charset="2"/>
              <a:buChar char="q"/>
            </a:pPr>
            <a:r>
              <a:rPr lang="en-US" sz="2000" b="1" dirty="0"/>
              <a:t>Acceptability</a:t>
            </a:r>
          </a:p>
          <a:p>
            <a:pPr lvl="1" algn="just">
              <a:buFont typeface="Wingdings" panose="05000000000000000000" pitchFamily="2" charset="2"/>
              <a:buChar char="q"/>
            </a:pPr>
            <a:r>
              <a:rPr lang="en-US" sz="2000" dirty="0"/>
              <a:t>Software must be accepted by the users for which it was designed. This means it must be understandable, usable and compatible with other systems.</a:t>
            </a:r>
          </a:p>
        </p:txBody>
      </p:sp>
    </p:spTree>
    <p:extLst>
      <p:ext uri="{BB962C8B-B14F-4D97-AF65-F5344CB8AC3E}">
        <p14:creationId xmlns:p14="http://schemas.microsoft.com/office/powerpoint/2010/main" val="2484392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fill="hold"/>
                                        <p:tgtEl>
                                          <p:spTgt spid="266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6627">
                                            <p:txEl>
                                              <p:pRg st="2" end="2"/>
                                            </p:txEl>
                                          </p:spTgt>
                                        </p:tgtEl>
                                        <p:attrNameLst>
                                          <p:attrName>style.visibility</p:attrName>
                                        </p:attrNameLst>
                                      </p:cBhvr>
                                      <p:to>
                                        <p:strVal val="visible"/>
                                      </p:to>
                                    </p:set>
                                    <p:anim calcmode="lin" valueType="num">
                                      <p:cBhvr additive="base">
                                        <p:cTn id="17" dur="500" fill="hold"/>
                                        <p:tgtEl>
                                          <p:spTgt spid="2662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6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6627">
                                            <p:txEl>
                                              <p:pRg st="3" end="3"/>
                                            </p:txEl>
                                          </p:spTgt>
                                        </p:tgtEl>
                                        <p:attrNameLst>
                                          <p:attrName>style.visibility</p:attrName>
                                        </p:attrNameLst>
                                      </p:cBhvr>
                                      <p:to>
                                        <p:strVal val="visible"/>
                                      </p:to>
                                    </p:set>
                                    <p:anim calcmode="lin" valueType="num">
                                      <p:cBhvr additive="base">
                                        <p:cTn id="23" dur="500" fill="hold"/>
                                        <p:tgtEl>
                                          <p:spTgt spid="2662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662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6627">
                                            <p:txEl>
                                              <p:pRg st="4" end="4"/>
                                            </p:txEl>
                                          </p:spTgt>
                                        </p:tgtEl>
                                        <p:attrNameLst>
                                          <p:attrName>style.visibility</p:attrName>
                                        </p:attrNameLst>
                                      </p:cBhvr>
                                      <p:to>
                                        <p:strVal val="visible"/>
                                      </p:to>
                                    </p:set>
                                    <p:anim calcmode="lin" valueType="num">
                                      <p:cBhvr additive="base">
                                        <p:cTn id="27" dur="500" fill="hold"/>
                                        <p:tgtEl>
                                          <p:spTgt spid="2662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66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6627">
                                            <p:txEl>
                                              <p:pRg st="5" end="5"/>
                                            </p:txEl>
                                          </p:spTgt>
                                        </p:tgtEl>
                                        <p:attrNameLst>
                                          <p:attrName>style.visibility</p:attrName>
                                        </p:attrNameLst>
                                      </p:cBhvr>
                                      <p:to>
                                        <p:strVal val="visible"/>
                                      </p:to>
                                    </p:set>
                                    <p:anim calcmode="lin" valueType="num">
                                      <p:cBhvr additive="base">
                                        <p:cTn id="33" dur="500" fill="hold"/>
                                        <p:tgtEl>
                                          <p:spTgt spid="2662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6627">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6627">
                                            <p:txEl>
                                              <p:pRg st="6" end="6"/>
                                            </p:txEl>
                                          </p:spTgt>
                                        </p:tgtEl>
                                        <p:attrNameLst>
                                          <p:attrName>style.visibility</p:attrName>
                                        </p:attrNameLst>
                                      </p:cBhvr>
                                      <p:to>
                                        <p:strVal val="visible"/>
                                      </p:to>
                                    </p:set>
                                    <p:anim calcmode="lin" valueType="num">
                                      <p:cBhvr additive="base">
                                        <p:cTn id="37" dur="500" fill="hold"/>
                                        <p:tgtEl>
                                          <p:spTgt spid="2662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6627">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6627">
                                            <p:txEl>
                                              <p:pRg st="7" end="7"/>
                                            </p:txEl>
                                          </p:spTgt>
                                        </p:tgtEl>
                                        <p:attrNameLst>
                                          <p:attrName>style.visibility</p:attrName>
                                        </p:attrNameLst>
                                      </p:cBhvr>
                                      <p:to>
                                        <p:strVal val="visible"/>
                                      </p:to>
                                    </p:set>
                                    <p:anim calcmode="lin" valueType="num">
                                      <p:cBhvr additive="base">
                                        <p:cTn id="41" dur="500" fill="hold"/>
                                        <p:tgtEl>
                                          <p:spTgt spid="26627">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662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6627">
                                            <p:txEl>
                                              <p:pRg st="8" end="8"/>
                                            </p:txEl>
                                          </p:spTgt>
                                        </p:tgtEl>
                                        <p:attrNameLst>
                                          <p:attrName>style.visibility</p:attrName>
                                        </p:attrNameLst>
                                      </p:cBhvr>
                                      <p:to>
                                        <p:strVal val="visible"/>
                                      </p:to>
                                    </p:set>
                                    <p:anim calcmode="lin" valueType="num">
                                      <p:cBhvr additive="base">
                                        <p:cTn id="47" dur="500" fill="hold"/>
                                        <p:tgtEl>
                                          <p:spTgt spid="26627">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6627">
                                            <p:txEl>
                                              <p:pRg st="8" end="8"/>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6627">
                                            <p:txEl>
                                              <p:pRg st="9" end="9"/>
                                            </p:txEl>
                                          </p:spTgt>
                                        </p:tgtEl>
                                        <p:attrNameLst>
                                          <p:attrName>style.visibility</p:attrName>
                                        </p:attrNameLst>
                                      </p:cBhvr>
                                      <p:to>
                                        <p:strVal val="visible"/>
                                      </p:to>
                                    </p:set>
                                    <p:anim calcmode="lin" valueType="num">
                                      <p:cBhvr additive="base">
                                        <p:cTn id="51" dur="500" fill="hold"/>
                                        <p:tgtEl>
                                          <p:spTgt spid="26627">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662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sz="3200"/>
              <a:t>What are the key challenges facing software</a:t>
            </a:r>
            <a:br>
              <a:rPr lang="en-US" sz="3200"/>
            </a:br>
            <a:r>
              <a:rPr lang="en-US" sz="3200"/>
              <a:t>engineering?</a:t>
            </a:r>
          </a:p>
        </p:txBody>
      </p:sp>
      <p:sp>
        <p:nvSpPr>
          <p:cNvPr id="27651" name="Content Placeholder 2"/>
          <p:cNvSpPr>
            <a:spLocks noGrp="1"/>
          </p:cNvSpPr>
          <p:nvPr>
            <p:ph idx="1"/>
          </p:nvPr>
        </p:nvSpPr>
        <p:spPr>
          <a:xfrm>
            <a:off x="533400" y="1600200"/>
            <a:ext cx="8412163" cy="4419600"/>
          </a:xfrm>
        </p:spPr>
        <p:txBody>
          <a:bodyPr/>
          <a:lstStyle/>
          <a:p>
            <a:pPr algn="just">
              <a:buFont typeface="Wingdings" panose="05000000000000000000" pitchFamily="2" charset="2"/>
              <a:buChar char="q"/>
            </a:pPr>
            <a:r>
              <a:rPr lang="en-GB" sz="2400" b="1" dirty="0"/>
              <a:t>Heterogeneity </a:t>
            </a:r>
          </a:p>
          <a:p>
            <a:pPr lvl="1" algn="just">
              <a:buFont typeface="Wingdings" panose="05000000000000000000" pitchFamily="2" charset="2"/>
              <a:buChar char="q"/>
            </a:pPr>
            <a:r>
              <a:rPr lang="en-GB" sz="2400" dirty="0"/>
              <a:t>Increasingly, systems are required to operate as distributed systems across networks that include different types of computer and mobile devices. </a:t>
            </a:r>
          </a:p>
          <a:p>
            <a:pPr algn="just">
              <a:buFont typeface="Wingdings" panose="05000000000000000000" pitchFamily="2" charset="2"/>
              <a:buChar char="q"/>
            </a:pPr>
            <a:r>
              <a:rPr lang="en-GB" sz="2400" b="1" dirty="0"/>
              <a:t>Business and social change </a:t>
            </a:r>
          </a:p>
          <a:p>
            <a:pPr lvl="1" algn="just">
              <a:buFont typeface="Wingdings" panose="05000000000000000000" pitchFamily="2" charset="2"/>
              <a:buChar char="q"/>
            </a:pPr>
            <a:r>
              <a:rPr lang="en-GB" sz="2400" dirty="0"/>
              <a:t>Business and society are changing incredibly quickly as emerging economies develop and new technologies become available. They need to be able to change their existing software and to rapidly develop new software. </a:t>
            </a:r>
          </a:p>
          <a:p>
            <a:pPr algn="just">
              <a:buFont typeface="Wingdings" panose="05000000000000000000" pitchFamily="2" charset="2"/>
              <a:buChar char="q"/>
            </a:pPr>
            <a:r>
              <a:rPr lang="en-GB" sz="2400" b="1" dirty="0"/>
              <a:t>Security and trust </a:t>
            </a:r>
          </a:p>
          <a:p>
            <a:pPr lvl="1" algn="just">
              <a:buFont typeface="Wingdings" panose="05000000000000000000" pitchFamily="2" charset="2"/>
              <a:buChar char="q"/>
            </a:pPr>
            <a:r>
              <a:rPr lang="en-GB" sz="2400" dirty="0"/>
              <a:t>As software is intertwined with all aspects of our lives, it is essential that we can trust that software.</a:t>
            </a:r>
            <a:endParaRPr lang="en-US" sz="2400" dirty="0"/>
          </a:p>
        </p:txBody>
      </p:sp>
    </p:spTree>
    <p:extLst>
      <p:ext uri="{BB962C8B-B14F-4D97-AF65-F5344CB8AC3E}">
        <p14:creationId xmlns:p14="http://schemas.microsoft.com/office/powerpoint/2010/main" val="2827444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additive="base">
                                        <p:cTn id="7" dur="5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anim calcmode="lin" valueType="num">
                                      <p:cBhvr additive="base">
                                        <p:cTn id="11" dur="5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6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7651">
                                            <p:txEl>
                                              <p:pRg st="2" end="2"/>
                                            </p:txEl>
                                          </p:spTgt>
                                        </p:tgtEl>
                                        <p:attrNameLst>
                                          <p:attrName>style.visibility</p:attrName>
                                        </p:attrNameLst>
                                      </p:cBhvr>
                                      <p:to>
                                        <p:strVal val="visible"/>
                                      </p:to>
                                    </p:set>
                                    <p:anim calcmode="lin" valueType="num">
                                      <p:cBhvr additive="base">
                                        <p:cTn id="17"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65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7651">
                                            <p:txEl>
                                              <p:pRg st="3" end="3"/>
                                            </p:txEl>
                                          </p:spTgt>
                                        </p:tgtEl>
                                        <p:attrNameLst>
                                          <p:attrName>style.visibility</p:attrName>
                                        </p:attrNameLst>
                                      </p:cBhvr>
                                      <p:to>
                                        <p:strVal val="visible"/>
                                      </p:to>
                                    </p:set>
                                    <p:anim calcmode="lin" valueType="num">
                                      <p:cBhvr additive="base">
                                        <p:cTn id="21" dur="5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76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7651">
                                            <p:txEl>
                                              <p:pRg st="4" end="4"/>
                                            </p:txEl>
                                          </p:spTgt>
                                        </p:tgtEl>
                                        <p:attrNameLst>
                                          <p:attrName>style.visibility</p:attrName>
                                        </p:attrNameLst>
                                      </p:cBhvr>
                                      <p:to>
                                        <p:strVal val="visible"/>
                                      </p:to>
                                    </p:set>
                                    <p:anim calcmode="lin" valueType="num">
                                      <p:cBhvr additive="base">
                                        <p:cTn id="27" dur="500" fill="hold"/>
                                        <p:tgtEl>
                                          <p:spTgt spid="2765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7651">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7651">
                                            <p:txEl>
                                              <p:pRg st="5" end="5"/>
                                            </p:txEl>
                                          </p:spTgt>
                                        </p:tgtEl>
                                        <p:attrNameLst>
                                          <p:attrName>style.visibility</p:attrName>
                                        </p:attrNameLst>
                                      </p:cBhvr>
                                      <p:to>
                                        <p:strVal val="visible"/>
                                      </p:to>
                                    </p:set>
                                    <p:anim calcmode="lin" valueType="num">
                                      <p:cBhvr additive="base">
                                        <p:cTn id="31" dur="500" fill="hold"/>
                                        <p:tgtEl>
                                          <p:spTgt spid="2765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65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Reasons for software failures</a:t>
            </a:r>
          </a:p>
        </p:txBody>
      </p:sp>
      <p:sp>
        <p:nvSpPr>
          <p:cNvPr id="3" name="Content Placeholder 2"/>
          <p:cNvSpPr>
            <a:spLocks noGrp="1"/>
          </p:cNvSpPr>
          <p:nvPr>
            <p:ph idx="1"/>
          </p:nvPr>
        </p:nvSpPr>
        <p:spPr>
          <a:xfrm>
            <a:off x="609600" y="1600200"/>
            <a:ext cx="8335963" cy="4114800"/>
          </a:xfrm>
        </p:spPr>
        <p:txBody>
          <a:bodyPr/>
          <a:lstStyle/>
          <a:p>
            <a:pPr>
              <a:buFont typeface="Wingdings" panose="05000000000000000000" pitchFamily="2" charset="2"/>
              <a:buChar char="q"/>
            </a:pPr>
            <a:r>
              <a:rPr lang="en-US" sz="2000" b="1" i="1" dirty="0"/>
              <a:t>Increasing demands</a:t>
            </a:r>
          </a:p>
          <a:p>
            <a:pPr lvl="1">
              <a:buFont typeface="Wingdings" panose="05000000000000000000" pitchFamily="2" charset="2"/>
              <a:buChar char="q"/>
            </a:pPr>
            <a:r>
              <a:rPr lang="en-US" sz="2000" dirty="0"/>
              <a:t>Systems must be built and delivered more quickly; larger, even more complex systems are required</a:t>
            </a:r>
          </a:p>
          <a:p>
            <a:pPr lvl="1">
              <a:buFont typeface="Wingdings" panose="05000000000000000000" pitchFamily="2" charset="2"/>
              <a:buChar char="q"/>
            </a:pPr>
            <a:r>
              <a:rPr lang="en-US" sz="2000" dirty="0"/>
              <a:t>systems must have new capabilities that were previously thought to be impossible. </a:t>
            </a:r>
          </a:p>
          <a:p>
            <a:pPr lvl="1">
              <a:buFont typeface="Wingdings" panose="05000000000000000000" pitchFamily="2" charset="2"/>
              <a:buChar char="q"/>
            </a:pPr>
            <a:r>
              <a:rPr lang="en-US" sz="2000" dirty="0"/>
              <a:t>Existing software engineering methods cannot cope, and new software engineering techniques must be developed</a:t>
            </a:r>
          </a:p>
          <a:p>
            <a:pPr>
              <a:buFont typeface="Wingdings" panose="05000000000000000000" pitchFamily="2" charset="2"/>
              <a:buChar char="q"/>
            </a:pPr>
            <a:r>
              <a:rPr lang="en-US" sz="2000" b="1" i="1" dirty="0"/>
              <a:t>Lack of SE techniques</a:t>
            </a:r>
          </a:p>
          <a:p>
            <a:pPr lvl="1">
              <a:buFont typeface="Wingdings" panose="05000000000000000000" pitchFamily="2" charset="2"/>
              <a:buChar char="q"/>
            </a:pPr>
            <a:r>
              <a:rPr lang="en-US" sz="2000" dirty="0"/>
              <a:t>It is relatively easy to write computer programs without using software engineering methods and techniques.</a:t>
            </a:r>
          </a:p>
          <a:p>
            <a:pPr lvl="1">
              <a:buFont typeface="Wingdings" panose="05000000000000000000" pitchFamily="2" charset="2"/>
              <a:buChar char="q"/>
            </a:pPr>
            <a:r>
              <a:rPr lang="en-US" sz="2000" dirty="0"/>
              <a:t>Consequently, their software is often more expensive and less reliable than it should be. </a:t>
            </a:r>
          </a:p>
          <a:p>
            <a:pPr lvl="1">
              <a:buFont typeface="Wingdings" panose="05000000000000000000" pitchFamily="2" charset="2"/>
              <a:buChar char="q"/>
            </a:pPr>
            <a:r>
              <a:rPr lang="en-US" sz="2000" dirty="0"/>
              <a:t>We need better software engineering education and training to address this problem.</a:t>
            </a:r>
          </a:p>
        </p:txBody>
      </p:sp>
    </p:spTree>
    <p:extLst>
      <p:ext uri="{BB962C8B-B14F-4D97-AF65-F5344CB8AC3E}">
        <p14:creationId xmlns:p14="http://schemas.microsoft.com/office/powerpoint/2010/main" val="1432422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1000"/>
                                        <p:tgtEl>
                                          <p:spTgt spid="3">
                                            <p:txEl>
                                              <p:pRg st="6" end="6"/>
                                            </p:txEl>
                                          </p:spTgt>
                                        </p:tgtEl>
                                      </p:cBhvr>
                                    </p:animEffect>
                                    <p:anim calcmode="lin" valueType="num">
                                      <p:cBhvr>
                                        <p:cTn id="4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fade">
                                      <p:cBhvr>
                                        <p:cTn id="44" dur="1000"/>
                                        <p:tgtEl>
                                          <p:spTgt spid="3">
                                            <p:txEl>
                                              <p:pRg st="7" end="7"/>
                                            </p:txEl>
                                          </p:spTgt>
                                        </p:tgtEl>
                                      </p:cBhvr>
                                    </p:animEffect>
                                    <p:anim calcmode="lin" valueType="num">
                                      <p:cBhvr>
                                        <p:cTn id="4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diversity</a:t>
            </a:r>
          </a:p>
        </p:txBody>
      </p:sp>
      <p:sp>
        <p:nvSpPr>
          <p:cNvPr id="3" name="Content Placeholder 2"/>
          <p:cNvSpPr>
            <a:spLocks noGrp="1"/>
          </p:cNvSpPr>
          <p:nvPr>
            <p:ph idx="1"/>
          </p:nvPr>
        </p:nvSpPr>
        <p:spPr>
          <a:xfrm>
            <a:off x="685800" y="1600200"/>
            <a:ext cx="8259763" cy="4495800"/>
          </a:xfrm>
        </p:spPr>
        <p:txBody>
          <a:bodyPr/>
          <a:lstStyle/>
          <a:p>
            <a:pPr algn="just">
              <a:buFont typeface="Wingdings" panose="05000000000000000000" pitchFamily="2" charset="2"/>
              <a:buChar char="§"/>
            </a:pPr>
            <a:r>
              <a:rPr lang="en-US" dirty="0"/>
              <a:t>There are many different types of software system and there is </a:t>
            </a:r>
            <a:r>
              <a:rPr lang="en-US" b="1" dirty="0"/>
              <a:t>no universal set</a:t>
            </a:r>
            <a:r>
              <a:rPr lang="en-US" dirty="0"/>
              <a:t> of software techniques that is applicable to all of these.</a:t>
            </a:r>
          </a:p>
          <a:p>
            <a:pPr algn="just">
              <a:buFont typeface="Wingdings" panose="05000000000000000000" pitchFamily="2" charset="2"/>
              <a:buChar char="§"/>
            </a:pPr>
            <a:r>
              <a:rPr lang="en-US" dirty="0"/>
              <a:t>The software engineering methods and tools used depend on the </a:t>
            </a:r>
            <a:r>
              <a:rPr lang="en-US" b="1" dirty="0"/>
              <a:t>type of application</a:t>
            </a:r>
            <a:r>
              <a:rPr lang="en-US" dirty="0"/>
              <a:t> being developed, the </a:t>
            </a:r>
            <a:r>
              <a:rPr lang="en-US" b="1" dirty="0"/>
              <a:t>requirements</a:t>
            </a:r>
            <a:r>
              <a:rPr lang="en-US" dirty="0"/>
              <a:t> of the customer and the background of the </a:t>
            </a:r>
            <a:r>
              <a:rPr lang="en-US" b="1" dirty="0"/>
              <a:t>development team</a:t>
            </a:r>
            <a:r>
              <a:rPr lang="en-US" dirty="0"/>
              <a:t>.</a:t>
            </a:r>
          </a:p>
        </p:txBody>
      </p:sp>
    </p:spTree>
    <p:extLst>
      <p:ext uri="{BB962C8B-B14F-4D97-AF65-F5344CB8AC3E}">
        <p14:creationId xmlns:p14="http://schemas.microsoft.com/office/powerpoint/2010/main" val="665130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a:xfrm>
            <a:off x="457200" y="1600200"/>
            <a:ext cx="8488363" cy="4495800"/>
          </a:xfrm>
        </p:spPr>
        <p:txBody>
          <a:bodyPr/>
          <a:lstStyle/>
          <a:p>
            <a:pPr algn="just">
              <a:buFont typeface="Wingdings" panose="05000000000000000000" pitchFamily="2" charset="2"/>
              <a:buChar char="§"/>
            </a:pPr>
            <a:r>
              <a:rPr lang="en-GB" sz="2000" b="1" dirty="0"/>
              <a:t>Stand-alone applications </a:t>
            </a:r>
          </a:p>
          <a:p>
            <a:pPr lvl="1" algn="just">
              <a:buFont typeface="Wingdings" panose="05000000000000000000" pitchFamily="2" charset="2"/>
              <a:buChar char="§"/>
            </a:pPr>
            <a:r>
              <a:rPr lang="en-GB" sz="2000" dirty="0"/>
              <a:t>These are application systems that run on a local computer, such as a PC. They include all necessary functionality and do not need to be connected to a network. </a:t>
            </a:r>
          </a:p>
          <a:p>
            <a:pPr algn="just">
              <a:buFont typeface="Wingdings" panose="05000000000000000000" pitchFamily="2" charset="2"/>
              <a:buChar char="§"/>
            </a:pPr>
            <a:r>
              <a:rPr lang="en-GB" sz="2000" b="1" dirty="0"/>
              <a:t>Interactive transaction-based applications</a:t>
            </a:r>
            <a:r>
              <a:rPr lang="en-GB" sz="2000" b="1" i="1" dirty="0"/>
              <a:t> </a:t>
            </a:r>
          </a:p>
          <a:p>
            <a:pPr lvl="1" algn="just">
              <a:buFont typeface="Wingdings" panose="05000000000000000000" pitchFamily="2" charset="2"/>
              <a:buChar char="§"/>
            </a:pPr>
            <a:r>
              <a:rPr lang="en-GB" sz="2000" dirty="0"/>
              <a:t>Applications that execute on a remote computer and are accessed by users from their own PCs or terminals. </a:t>
            </a:r>
          </a:p>
          <a:p>
            <a:pPr lvl="1" algn="just">
              <a:buFont typeface="Wingdings" panose="05000000000000000000" pitchFamily="2" charset="2"/>
              <a:buChar char="§"/>
            </a:pPr>
            <a:r>
              <a:rPr lang="en-GB" sz="2000" dirty="0"/>
              <a:t>These include web applications such as e-commerce applications. </a:t>
            </a:r>
          </a:p>
          <a:p>
            <a:pPr algn="just">
              <a:buFont typeface="Wingdings" panose="05000000000000000000" pitchFamily="2" charset="2"/>
              <a:buChar char="§"/>
            </a:pPr>
            <a:r>
              <a:rPr lang="en-GB" sz="2000" b="1" dirty="0"/>
              <a:t>Embedded control systems </a:t>
            </a:r>
          </a:p>
          <a:p>
            <a:pPr lvl="1" algn="just">
              <a:buFont typeface="Wingdings" panose="05000000000000000000" pitchFamily="2" charset="2"/>
              <a:buChar char="§"/>
            </a:pPr>
            <a:r>
              <a:rPr lang="en-GB" sz="2000" dirty="0"/>
              <a:t>These are software control systems that control and manage hardware devices. Numerically, there are probably more embedded systems than any other type of system. </a:t>
            </a:r>
          </a:p>
          <a:p>
            <a:pPr lvl="1" algn="just">
              <a:buFont typeface="Wingdings" panose="05000000000000000000" pitchFamily="2" charset="2"/>
              <a:buChar char="§"/>
            </a:pPr>
            <a:r>
              <a:rPr lang="en-GB" sz="2000" dirty="0"/>
              <a:t>Microwave oven</a:t>
            </a:r>
            <a:endParaRPr lang="en-US" sz="2000" dirty="0"/>
          </a:p>
          <a:p>
            <a:pPr algn="just">
              <a:buFont typeface="Wingdings" panose="05000000000000000000" pitchFamily="2" charset="2"/>
              <a:buChar char="§"/>
            </a:pPr>
            <a:endParaRPr lang="en-US" sz="2000" dirty="0"/>
          </a:p>
        </p:txBody>
      </p:sp>
    </p:spTree>
    <p:extLst>
      <p:ext uri="{BB962C8B-B14F-4D97-AF65-F5344CB8AC3E}">
        <p14:creationId xmlns:p14="http://schemas.microsoft.com/office/powerpoint/2010/main" val="1758301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dirty="0"/>
              <a:t>Application types</a:t>
            </a:r>
          </a:p>
        </p:txBody>
      </p:sp>
      <p:sp>
        <p:nvSpPr>
          <p:cNvPr id="3" name="Content Placeholder 2"/>
          <p:cNvSpPr>
            <a:spLocks noGrp="1"/>
          </p:cNvSpPr>
          <p:nvPr>
            <p:ph idx="1"/>
          </p:nvPr>
        </p:nvSpPr>
        <p:spPr>
          <a:xfrm>
            <a:off x="762000" y="1219200"/>
            <a:ext cx="8183563" cy="4495800"/>
          </a:xfrm>
        </p:spPr>
        <p:txBody>
          <a:bodyPr/>
          <a:lstStyle/>
          <a:p>
            <a:pPr algn="just">
              <a:buFont typeface="Wingdings" panose="05000000000000000000" pitchFamily="2" charset="2"/>
              <a:buChar char="q"/>
            </a:pPr>
            <a:r>
              <a:rPr lang="en-GB" sz="2000" b="1" dirty="0"/>
              <a:t>Batch processing systems </a:t>
            </a:r>
          </a:p>
          <a:p>
            <a:pPr lvl="1" algn="just">
              <a:buFont typeface="Wingdings" panose="05000000000000000000" pitchFamily="2" charset="2"/>
              <a:buChar char="q"/>
            </a:pPr>
            <a:r>
              <a:rPr lang="en-GB" sz="2000" dirty="0"/>
              <a:t>These are business systems that are designed to process data in large batches. They process large numbers of individual inputs to create corresponding outputs. </a:t>
            </a:r>
          </a:p>
          <a:p>
            <a:pPr lvl="1" algn="just">
              <a:buFont typeface="Wingdings" panose="05000000000000000000" pitchFamily="2" charset="2"/>
              <a:buChar char="q"/>
            </a:pPr>
            <a:r>
              <a:rPr lang="en-US" sz="2000" dirty="0"/>
              <a:t>phone billing systems, and salary payment systems</a:t>
            </a:r>
            <a:endParaRPr lang="en-GB" sz="2000" dirty="0"/>
          </a:p>
          <a:p>
            <a:pPr algn="just">
              <a:buFont typeface="Wingdings" panose="05000000000000000000" pitchFamily="2" charset="2"/>
              <a:buChar char="q"/>
            </a:pPr>
            <a:r>
              <a:rPr lang="en-GB" sz="2000" b="1" dirty="0"/>
              <a:t>Entertainment systems</a:t>
            </a:r>
            <a:r>
              <a:rPr lang="en-GB" sz="2000" dirty="0"/>
              <a:t> </a:t>
            </a:r>
          </a:p>
          <a:p>
            <a:pPr lvl="1" algn="just">
              <a:buFont typeface="Wingdings" panose="05000000000000000000" pitchFamily="2" charset="2"/>
              <a:buChar char="q"/>
            </a:pPr>
            <a:r>
              <a:rPr lang="en-GB" sz="2000" dirty="0"/>
              <a:t>These are systems that are primarily for personal use, and which are intended to entertain the user. </a:t>
            </a:r>
          </a:p>
          <a:p>
            <a:pPr lvl="1" algn="just">
              <a:buFont typeface="Wingdings" panose="05000000000000000000" pitchFamily="2" charset="2"/>
              <a:buChar char="q"/>
            </a:pPr>
            <a:r>
              <a:rPr lang="en-GB" sz="2000" dirty="0"/>
              <a:t>Computer Games</a:t>
            </a:r>
          </a:p>
          <a:p>
            <a:pPr algn="just">
              <a:buFont typeface="Wingdings" panose="05000000000000000000" pitchFamily="2" charset="2"/>
              <a:buChar char="q"/>
            </a:pPr>
            <a:r>
              <a:rPr lang="en-GB" sz="2000" b="1" dirty="0"/>
              <a:t>Systems for modelling and simulation </a:t>
            </a:r>
          </a:p>
          <a:p>
            <a:pPr lvl="1" algn="just">
              <a:buFont typeface="Wingdings" panose="05000000000000000000" pitchFamily="2" charset="2"/>
              <a:buChar char="q"/>
            </a:pPr>
            <a:r>
              <a:rPr lang="en-GB" sz="2000" dirty="0"/>
              <a:t>These are systems that are developed by scientists and engineers to model physical processes or situations.</a:t>
            </a:r>
          </a:p>
        </p:txBody>
      </p:sp>
    </p:spTree>
    <p:extLst>
      <p:ext uri="{BB962C8B-B14F-4D97-AF65-F5344CB8AC3E}">
        <p14:creationId xmlns:p14="http://schemas.microsoft.com/office/powerpoint/2010/main" val="2609421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a:xfrm>
            <a:off x="990600" y="1905000"/>
            <a:ext cx="7954963" cy="4191000"/>
          </a:xfrm>
        </p:spPr>
        <p:txBody>
          <a:bodyPr/>
          <a:lstStyle/>
          <a:p>
            <a:pPr>
              <a:buFont typeface="Wingdings" panose="05000000000000000000" pitchFamily="2" charset="2"/>
              <a:buChar char="§"/>
            </a:pPr>
            <a:r>
              <a:rPr lang="en-GB" sz="2400" b="1" dirty="0"/>
              <a:t>Data collection systems </a:t>
            </a:r>
            <a:r>
              <a:rPr lang="en-GB" sz="2400" i="1" dirty="0"/>
              <a:t>	</a:t>
            </a:r>
          </a:p>
          <a:p>
            <a:pPr lvl="1">
              <a:buFont typeface="Wingdings" panose="05000000000000000000" pitchFamily="2" charset="2"/>
              <a:buChar char="§"/>
            </a:pPr>
            <a:r>
              <a:rPr lang="en-GB" sz="2400" dirty="0"/>
              <a:t>These are systems that collect data from their environment using a set of sensors and send that data to other systems for processing. </a:t>
            </a:r>
          </a:p>
          <a:p>
            <a:pPr lvl="1">
              <a:buFont typeface="Wingdings" panose="05000000000000000000" pitchFamily="2" charset="2"/>
              <a:buChar char="§"/>
            </a:pPr>
            <a:r>
              <a:rPr lang="en-GB" sz="2400" dirty="0"/>
              <a:t>Heat sensors</a:t>
            </a:r>
          </a:p>
          <a:p>
            <a:pPr>
              <a:buFont typeface="Wingdings" panose="05000000000000000000" pitchFamily="2" charset="2"/>
              <a:buChar char="§"/>
            </a:pPr>
            <a:r>
              <a:rPr lang="en-GB" sz="2400" b="1" dirty="0"/>
              <a:t>Systems of systems </a:t>
            </a:r>
          </a:p>
          <a:p>
            <a:pPr lvl="1">
              <a:buFont typeface="Wingdings" panose="05000000000000000000" pitchFamily="2" charset="2"/>
              <a:buChar char="§"/>
            </a:pPr>
            <a:r>
              <a:rPr lang="en-GB" sz="2400" dirty="0"/>
              <a:t>These are systems that are composed of a number of other software systems. </a:t>
            </a:r>
            <a:endParaRPr lang="en-US" sz="2400" dirty="0"/>
          </a:p>
          <a:p>
            <a:pPr>
              <a:buFont typeface="Wingdings" panose="05000000000000000000" pitchFamily="2" charset="2"/>
              <a:buChar char="§"/>
            </a:pPr>
            <a:endParaRPr lang="en-US" sz="2400" dirty="0"/>
          </a:p>
        </p:txBody>
      </p:sp>
    </p:spTree>
    <p:extLst>
      <p:ext uri="{BB962C8B-B14F-4D97-AF65-F5344CB8AC3E}">
        <p14:creationId xmlns:p14="http://schemas.microsoft.com/office/powerpoint/2010/main" val="3995468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200" dirty="0"/>
              <a:t>Software engineering fundamental principles</a:t>
            </a:r>
          </a:p>
        </p:txBody>
      </p:sp>
      <p:sp>
        <p:nvSpPr>
          <p:cNvPr id="3" name="Content Placeholder 2"/>
          <p:cNvSpPr>
            <a:spLocks noGrp="1"/>
          </p:cNvSpPr>
          <p:nvPr>
            <p:ph idx="1"/>
          </p:nvPr>
        </p:nvSpPr>
        <p:spPr>
          <a:xfrm>
            <a:off x="609600" y="838200"/>
            <a:ext cx="8077200" cy="4114800"/>
          </a:xfrm>
        </p:spPr>
        <p:txBody>
          <a:bodyPr/>
          <a:lstStyle/>
          <a:p>
            <a:pPr algn="just"/>
            <a:r>
              <a:rPr lang="en-US" sz="2400" dirty="0"/>
              <a:t>Some fundamental principles apply to all types of software system, irrespective of the development techniques used:</a:t>
            </a:r>
          </a:p>
          <a:p>
            <a:pPr marL="914400" lvl="1" indent="-457200" algn="just">
              <a:buFont typeface="+mj-lt"/>
              <a:buAutoNum type="arabicPeriod"/>
            </a:pPr>
            <a:r>
              <a:rPr lang="en-GB" sz="2400" dirty="0"/>
              <a:t>Systems should be developed using a </a:t>
            </a:r>
            <a:r>
              <a:rPr lang="en-GB" sz="2400" b="1" dirty="0"/>
              <a:t>managed and understood development process</a:t>
            </a:r>
            <a:r>
              <a:rPr lang="en-GB" sz="2400" dirty="0"/>
              <a:t>. Of course, different processes are used for different types of software.</a:t>
            </a:r>
          </a:p>
          <a:p>
            <a:pPr marL="914400" lvl="1" indent="-457200" algn="just">
              <a:buFont typeface="+mj-lt"/>
              <a:buAutoNum type="arabicPeriod"/>
            </a:pPr>
            <a:r>
              <a:rPr lang="en-GB" sz="2400" b="1" dirty="0"/>
              <a:t>Dependability</a:t>
            </a:r>
            <a:r>
              <a:rPr lang="en-GB" sz="2400" dirty="0"/>
              <a:t> and </a:t>
            </a:r>
            <a:r>
              <a:rPr lang="en-GB" sz="2400" b="1" dirty="0"/>
              <a:t>performance</a:t>
            </a:r>
            <a:r>
              <a:rPr lang="en-GB" sz="2400" dirty="0"/>
              <a:t> are important for all types of system. </a:t>
            </a:r>
          </a:p>
          <a:p>
            <a:pPr marL="914400" lvl="1" indent="-457200" algn="just">
              <a:buFont typeface="+mj-lt"/>
              <a:buAutoNum type="arabicPeriod"/>
            </a:pPr>
            <a:r>
              <a:rPr lang="en-GB" sz="2400" dirty="0"/>
              <a:t>Understanding and managing the </a:t>
            </a:r>
            <a:r>
              <a:rPr lang="en-GB" sz="2400" b="1" dirty="0"/>
              <a:t>software specification and requirements</a:t>
            </a:r>
            <a:r>
              <a:rPr lang="en-GB" sz="2400" dirty="0"/>
              <a:t> (what the software should do) are important. </a:t>
            </a:r>
          </a:p>
          <a:p>
            <a:pPr marL="914400" lvl="1" indent="-457200" algn="just">
              <a:buFont typeface="+mj-lt"/>
              <a:buAutoNum type="arabicPeriod"/>
            </a:pPr>
            <a:r>
              <a:rPr lang="en-GB" sz="2400" dirty="0"/>
              <a:t>Where appropriate, you should </a:t>
            </a:r>
            <a:r>
              <a:rPr lang="en-GB" sz="2400" b="1" dirty="0"/>
              <a:t>reuse software </a:t>
            </a:r>
            <a:r>
              <a:rPr lang="en-GB" sz="2400" dirty="0"/>
              <a:t>that has already been developed rather than write new software.</a:t>
            </a:r>
          </a:p>
          <a:p>
            <a:pPr algn="just"/>
            <a:endParaRPr lang="en-US" sz="2400" dirty="0"/>
          </a:p>
        </p:txBody>
      </p:sp>
    </p:spTree>
    <p:extLst>
      <p:ext uri="{BB962C8B-B14F-4D97-AF65-F5344CB8AC3E}">
        <p14:creationId xmlns:p14="http://schemas.microsoft.com/office/powerpoint/2010/main" val="3136766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04800"/>
            <a:ext cx="7772400" cy="1143000"/>
          </a:xfrm>
        </p:spPr>
        <p:txBody>
          <a:bodyPr/>
          <a:lstStyle/>
          <a:p>
            <a:r>
              <a:rPr lang="en-US" sz="3600" dirty="0"/>
              <a:t>Software engineering and the web</a:t>
            </a:r>
          </a:p>
        </p:txBody>
      </p:sp>
      <p:sp>
        <p:nvSpPr>
          <p:cNvPr id="3" name="Content Placeholder 2"/>
          <p:cNvSpPr>
            <a:spLocks noGrp="1"/>
          </p:cNvSpPr>
          <p:nvPr>
            <p:ph idx="1"/>
          </p:nvPr>
        </p:nvSpPr>
        <p:spPr>
          <a:xfrm>
            <a:off x="914400" y="1600200"/>
            <a:ext cx="7772400" cy="4495800"/>
          </a:xfrm>
        </p:spPr>
        <p:txBody>
          <a:bodyPr/>
          <a:lstStyle/>
          <a:p>
            <a:pPr algn="just">
              <a:buFont typeface="Wingdings" panose="05000000000000000000" pitchFamily="2" charset="2"/>
              <a:buChar char="q"/>
            </a:pPr>
            <a:r>
              <a:rPr lang="en-US" sz="2400" dirty="0"/>
              <a:t>The Web is now a platform for running application and organizations are increasingly developing web-based systems rather than local systems.</a:t>
            </a:r>
          </a:p>
          <a:p>
            <a:pPr algn="just">
              <a:buFont typeface="Wingdings" panose="05000000000000000000" pitchFamily="2" charset="2"/>
              <a:buChar char="q"/>
            </a:pPr>
            <a:r>
              <a:rPr lang="en-US" sz="2400" dirty="0"/>
              <a:t>Web services allow application functionality to be accessed over the web.</a:t>
            </a:r>
          </a:p>
          <a:p>
            <a:pPr algn="just">
              <a:buFont typeface="Wingdings" panose="05000000000000000000" pitchFamily="2" charset="2"/>
              <a:buChar char="q"/>
            </a:pPr>
            <a:r>
              <a:rPr lang="en-US" sz="2400" dirty="0"/>
              <a:t>Cloud computing is an approach to the provision of computer services where applications run remotely on the ‘cloud’. </a:t>
            </a:r>
          </a:p>
          <a:p>
            <a:pPr lvl="1" algn="just">
              <a:buFont typeface="Wingdings" panose="05000000000000000000" pitchFamily="2" charset="2"/>
              <a:buChar char="q"/>
            </a:pPr>
            <a:r>
              <a:rPr lang="en-US" sz="2400" dirty="0"/>
              <a:t>Users do not buy software buy pay according to use.</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19994216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stretch>
            <a:fillRect/>
          </a:stretch>
        </p:blipFill>
        <p:spPr>
          <a:xfrm>
            <a:off x="1078048" y="1522851"/>
            <a:ext cx="6313352" cy="4268349"/>
          </a:xfrm>
          <a:prstGeom prst="rect">
            <a:avLst/>
          </a:prstGeom>
        </p:spPr>
      </p:pic>
      <p:sp>
        <p:nvSpPr>
          <p:cNvPr id="6" name="Title 5"/>
          <p:cNvSpPr>
            <a:spLocks noGrp="1"/>
          </p:cNvSpPr>
          <p:nvPr>
            <p:ph type="title"/>
          </p:nvPr>
        </p:nvSpPr>
        <p:spPr/>
        <p:txBody>
          <a:bodyPr/>
          <a:lstStyle/>
          <a:p>
            <a:r>
              <a:rPr lang="en-US" dirty="0"/>
              <a:t>Cloud computing (SaaS)</a:t>
            </a:r>
          </a:p>
        </p:txBody>
      </p:sp>
    </p:spTree>
    <p:extLst>
      <p:ext uri="{BB962C8B-B14F-4D97-AF65-F5344CB8AC3E}">
        <p14:creationId xmlns:p14="http://schemas.microsoft.com/office/powerpoint/2010/main" val="6225714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a:xfrm>
            <a:off x="381000" y="1676400"/>
            <a:ext cx="8564563" cy="4114800"/>
          </a:xfrm>
        </p:spPr>
        <p:txBody>
          <a:bodyPr/>
          <a:lstStyle/>
          <a:p>
            <a:pPr algn="just">
              <a:buFont typeface="Wingdings" panose="05000000000000000000" pitchFamily="2" charset="2"/>
              <a:buChar char="§"/>
            </a:pPr>
            <a:r>
              <a:rPr lang="en-GB" sz="2400" b="1" dirty="0"/>
              <a:t>Software reuse</a:t>
            </a:r>
            <a:r>
              <a:rPr lang="en-GB" sz="2400" dirty="0"/>
              <a:t> is the dominant approach for constructing web-based systems. 	</a:t>
            </a:r>
          </a:p>
          <a:p>
            <a:pPr lvl="1" algn="just">
              <a:buFont typeface="Wingdings" panose="05000000000000000000" pitchFamily="2" charset="2"/>
              <a:buChar char="§"/>
            </a:pPr>
            <a:r>
              <a:rPr lang="en-GB" sz="2400" dirty="0"/>
              <a:t>When building these systems, you think about how you can assemble them from pre-existing software components and systems.</a:t>
            </a:r>
          </a:p>
          <a:p>
            <a:pPr algn="just">
              <a:buFont typeface="Wingdings" panose="05000000000000000000" pitchFamily="2" charset="2"/>
              <a:buChar char="§"/>
            </a:pPr>
            <a:r>
              <a:rPr lang="en-GB" sz="2400" dirty="0"/>
              <a:t>Web-based systems should be developed and </a:t>
            </a:r>
            <a:r>
              <a:rPr lang="en-GB" sz="2400" b="1" dirty="0"/>
              <a:t>delivered incrementally.</a:t>
            </a:r>
          </a:p>
          <a:p>
            <a:pPr lvl="1" algn="just">
              <a:buFont typeface="Wingdings" panose="05000000000000000000" pitchFamily="2" charset="2"/>
              <a:buChar char="§"/>
            </a:pPr>
            <a:r>
              <a:rPr lang="en-GB" sz="2400" dirty="0"/>
              <a:t>It is now generally recognized that it is impractical to specify all the requirements for such systems in advance. </a:t>
            </a:r>
          </a:p>
        </p:txBody>
      </p:sp>
    </p:spTree>
    <p:extLst>
      <p:ext uri="{BB962C8B-B14F-4D97-AF65-F5344CB8AC3E}">
        <p14:creationId xmlns:p14="http://schemas.microsoft.com/office/powerpoint/2010/main" val="8479215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3888" y="1371600"/>
            <a:ext cx="7886700" cy="2852737"/>
          </a:xfrm>
        </p:spPr>
        <p:txBody>
          <a:bodyPr/>
          <a:lstStyle/>
          <a:p>
            <a:r>
              <a:rPr lang="en-GB" dirty="0"/>
              <a:t>Software engineering ethics</a:t>
            </a:r>
            <a:endParaRPr lang="en-US" dirty="0"/>
          </a:p>
        </p:txBody>
      </p:sp>
    </p:spTree>
    <p:extLst>
      <p:ext uri="{BB962C8B-B14F-4D97-AF65-F5344CB8AC3E}">
        <p14:creationId xmlns:p14="http://schemas.microsoft.com/office/powerpoint/2010/main" val="41222325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Software engineering ethics</a:t>
            </a:r>
            <a:endParaRPr lang="en-US" dirty="0"/>
          </a:p>
        </p:txBody>
      </p:sp>
      <p:sp>
        <p:nvSpPr>
          <p:cNvPr id="5" name="Content Placeholder 4"/>
          <p:cNvSpPr>
            <a:spLocks noGrp="1"/>
          </p:cNvSpPr>
          <p:nvPr>
            <p:ph idx="1"/>
          </p:nvPr>
        </p:nvSpPr>
        <p:spPr>
          <a:xfrm>
            <a:off x="381000" y="1676400"/>
            <a:ext cx="8412163" cy="4114800"/>
          </a:xfrm>
        </p:spPr>
        <p:txBody>
          <a:bodyPr/>
          <a:lstStyle/>
          <a:p>
            <a:pPr algn="just">
              <a:buFont typeface="Wingdings" panose="05000000000000000000" pitchFamily="2" charset="2"/>
              <a:buChar char="§"/>
            </a:pPr>
            <a:r>
              <a:rPr lang="en-GB" dirty="0"/>
              <a:t>Software engineering involves wider responsibilities than simply the application of technical skills.</a:t>
            </a:r>
          </a:p>
          <a:p>
            <a:pPr algn="just">
              <a:buFont typeface="Wingdings" panose="05000000000000000000" pitchFamily="2" charset="2"/>
              <a:buChar char="§"/>
            </a:pPr>
            <a:r>
              <a:rPr lang="en-GB" dirty="0"/>
              <a:t>Software engineers must behave in an honest and ethically responsible way if they are to be respected as professionals.</a:t>
            </a:r>
          </a:p>
          <a:p>
            <a:pPr algn="just">
              <a:buFont typeface="Wingdings" panose="05000000000000000000" pitchFamily="2" charset="2"/>
              <a:buChar char="§"/>
            </a:pPr>
            <a:r>
              <a:rPr lang="en-GB" dirty="0"/>
              <a:t>Ethical behaviour is more than simply upholding the law but involves following a set of principles that are morally correct.</a:t>
            </a:r>
          </a:p>
          <a:p>
            <a:pPr algn="just">
              <a:buFont typeface="Wingdings" panose="05000000000000000000" pitchFamily="2" charset="2"/>
              <a:buChar char="§"/>
            </a:pPr>
            <a:endParaRPr lang="en-US" dirty="0"/>
          </a:p>
        </p:txBody>
      </p:sp>
    </p:spTree>
    <p:extLst>
      <p:ext uri="{BB962C8B-B14F-4D97-AF65-F5344CB8AC3E}">
        <p14:creationId xmlns:p14="http://schemas.microsoft.com/office/powerpoint/2010/main" val="2610672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Issues of professional responsibility</a:t>
            </a:r>
            <a:endParaRPr lang="en-US" dirty="0"/>
          </a:p>
        </p:txBody>
      </p:sp>
      <p:sp>
        <p:nvSpPr>
          <p:cNvPr id="3" name="Content Placeholder 2"/>
          <p:cNvSpPr>
            <a:spLocks noGrp="1"/>
          </p:cNvSpPr>
          <p:nvPr>
            <p:ph idx="1"/>
          </p:nvPr>
        </p:nvSpPr>
        <p:spPr>
          <a:xfrm>
            <a:off x="685800" y="1981200"/>
            <a:ext cx="8259763" cy="4114800"/>
          </a:xfrm>
        </p:spPr>
        <p:txBody>
          <a:bodyPr/>
          <a:lstStyle/>
          <a:p>
            <a:pPr algn="just">
              <a:lnSpc>
                <a:spcPct val="90000"/>
              </a:lnSpc>
              <a:buFont typeface="Wingdings" panose="05000000000000000000" pitchFamily="2" charset="2"/>
              <a:buChar char="§"/>
            </a:pPr>
            <a:r>
              <a:rPr lang="en-GB" dirty="0"/>
              <a:t>Confidentiality </a:t>
            </a:r>
          </a:p>
          <a:p>
            <a:pPr lvl="1" algn="just">
              <a:lnSpc>
                <a:spcPct val="90000"/>
              </a:lnSpc>
              <a:buFont typeface="Wingdings" panose="05000000000000000000" pitchFamily="2" charset="2"/>
              <a:buChar char="§"/>
            </a:pPr>
            <a:r>
              <a:rPr lang="en-GB" dirty="0"/>
              <a:t>Engineers should normally respect the confidentiality of their employers or clients irrespective of whether or not a formal confidentiality agreement has been signed.</a:t>
            </a:r>
          </a:p>
          <a:p>
            <a:pPr algn="just">
              <a:lnSpc>
                <a:spcPct val="90000"/>
              </a:lnSpc>
              <a:buFont typeface="Wingdings" panose="05000000000000000000" pitchFamily="2" charset="2"/>
              <a:buChar char="§"/>
            </a:pPr>
            <a:r>
              <a:rPr lang="en-GB" dirty="0"/>
              <a:t>Competence </a:t>
            </a:r>
          </a:p>
          <a:p>
            <a:pPr lvl="1" algn="just">
              <a:lnSpc>
                <a:spcPct val="90000"/>
              </a:lnSpc>
              <a:buFont typeface="Wingdings" panose="05000000000000000000" pitchFamily="2" charset="2"/>
              <a:buChar char="§"/>
            </a:pPr>
            <a:r>
              <a:rPr lang="en-GB" dirty="0"/>
              <a:t>Engineers should not misrepresent their level of competence. They should not knowingly accept work which is outwith their competence.</a:t>
            </a:r>
          </a:p>
          <a:p>
            <a:pPr algn="just">
              <a:buFont typeface="Wingdings" panose="05000000000000000000" pitchFamily="2" charset="2"/>
              <a:buChar char="§"/>
            </a:pPr>
            <a:endParaRPr lang="en-US" dirty="0"/>
          </a:p>
        </p:txBody>
      </p:sp>
    </p:spTree>
    <p:extLst>
      <p:ext uri="{BB962C8B-B14F-4D97-AF65-F5344CB8AC3E}">
        <p14:creationId xmlns:p14="http://schemas.microsoft.com/office/powerpoint/2010/main" val="3890715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Issues of professional responsibility</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GB" sz="2400" dirty="0"/>
              <a:t>Intellectual property rights </a:t>
            </a:r>
          </a:p>
          <a:p>
            <a:pPr lvl="1">
              <a:buFont typeface="Wingdings" panose="05000000000000000000" pitchFamily="2" charset="2"/>
              <a:buChar char="§"/>
            </a:pPr>
            <a:r>
              <a:rPr lang="en-GB" sz="2000" dirty="0"/>
              <a:t>Engineers should be aware of local laws governing the use of intellectual property such as patents, copyright, etc. They should be careful to ensure that the intellectual property of employers and clients is protected.</a:t>
            </a:r>
          </a:p>
          <a:p>
            <a:pPr>
              <a:buFont typeface="Wingdings" panose="05000000000000000000" pitchFamily="2" charset="2"/>
              <a:buChar char="§"/>
            </a:pPr>
            <a:r>
              <a:rPr lang="en-GB" sz="2400" dirty="0"/>
              <a:t>Computer misuse </a:t>
            </a:r>
          </a:p>
          <a:p>
            <a:pPr lvl="1">
              <a:buFont typeface="Wingdings" panose="05000000000000000000" pitchFamily="2" charset="2"/>
              <a:buChar char="§"/>
            </a:pPr>
            <a:r>
              <a:rPr lang="en-GB" sz="2000" dirty="0"/>
              <a:t>Software engineers should not use their technical skills to misuse other people’s computers. Computer misuse ranges from relatively trivial (game playing on an employer’s machine, say) to extremely serious (dissemination of viruses). </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3376346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Kajko">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Kajko" id="{543EB591-6365-4DA8-A5A5-A5CA6944581B}" vid="{B0E0048D-38FB-4BC7-85DF-E6B1C821F678}"/>
    </a:ext>
  </a:extLst>
</a:theme>
</file>

<file path=ppt/theme/theme2.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Kajko</Template>
  <TotalTime>21671</TotalTime>
  <Words>1801</Words>
  <Application>Microsoft Office PowerPoint</Application>
  <PresentationFormat>On-screen Show (4:3)</PresentationFormat>
  <Paragraphs>164</Paragraphs>
  <Slides>29</Slides>
  <Notes>1</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29</vt:i4>
      </vt:variant>
    </vt:vector>
  </HeadingPairs>
  <TitlesOfParts>
    <vt:vector size="38" baseType="lpstr">
      <vt:lpstr>Arial</vt:lpstr>
      <vt:lpstr>Calibri</vt:lpstr>
      <vt:lpstr>Monotype Sorts</vt:lpstr>
      <vt:lpstr>Times New Roman</vt:lpstr>
      <vt:lpstr>Wingdings</vt:lpstr>
      <vt:lpstr>Kajko</vt:lpstr>
      <vt:lpstr>Min halsduk</vt:lpstr>
      <vt:lpstr>1_Min halsduk</vt:lpstr>
      <vt:lpstr>2_Min halsduk</vt:lpstr>
      <vt:lpstr>Introduction to Software Engineering </vt:lpstr>
      <vt:lpstr>Books</vt:lpstr>
      <vt:lpstr>Why Software engineering?</vt:lpstr>
      <vt:lpstr>FAQs about software engineering</vt:lpstr>
      <vt:lpstr>FAQs about software engineering</vt:lpstr>
      <vt:lpstr>What is software?</vt:lpstr>
      <vt:lpstr>What is Software engineering?</vt:lpstr>
      <vt:lpstr>What is the difference between software engineering and computer science?</vt:lpstr>
      <vt:lpstr>What is the difference between software engineering and system engineering?</vt:lpstr>
      <vt:lpstr>What is a software process?</vt:lpstr>
      <vt:lpstr>What is a software process model?</vt:lpstr>
      <vt:lpstr>What are the costs of software engineering?</vt:lpstr>
      <vt:lpstr>What are software engineering methods?</vt:lpstr>
      <vt:lpstr>What is CASE (Computer-Aided Software Engineering)</vt:lpstr>
      <vt:lpstr>What are the attributes of good software?</vt:lpstr>
      <vt:lpstr>What are the key challenges facing software engineering?</vt:lpstr>
      <vt:lpstr>Reasons for software failures</vt:lpstr>
      <vt:lpstr>Software engineering diversity</vt:lpstr>
      <vt:lpstr>Application types</vt:lpstr>
      <vt:lpstr>Application types</vt:lpstr>
      <vt:lpstr>Application types</vt:lpstr>
      <vt:lpstr>Software engineering fundamental principles</vt:lpstr>
      <vt:lpstr>Software engineering and the web</vt:lpstr>
      <vt:lpstr>Cloud computing (SaaS)</vt:lpstr>
      <vt:lpstr>Web software engineering</vt:lpstr>
      <vt:lpstr>Software engineering ethics</vt:lpstr>
      <vt:lpstr>Software engineering ethics</vt:lpstr>
      <vt:lpstr>Issues of professional responsibility</vt:lpstr>
      <vt:lpstr>Issues of professional responsibility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Software Engineering</dc:title>
  <dc:creator>Ahmad Salman Khan</dc:creator>
  <cp:lastModifiedBy>Atifa Arooj</cp:lastModifiedBy>
  <cp:revision>96</cp:revision>
  <dcterms:created xsi:type="dcterms:W3CDTF">2006-08-16T00:00:00Z</dcterms:created>
  <dcterms:modified xsi:type="dcterms:W3CDTF">2025-03-24T09:18:12Z</dcterms:modified>
</cp:coreProperties>
</file>