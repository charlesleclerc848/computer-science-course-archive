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88" r:id="rId3"/>
    <p:sldId id="258" r:id="rId4"/>
    <p:sldId id="257" r:id="rId5"/>
    <p:sldId id="259" r:id="rId6"/>
    <p:sldId id="260" r:id="rId7"/>
    <p:sldId id="261" r:id="rId8"/>
    <p:sldId id="262" r:id="rId9"/>
    <p:sldId id="263" r:id="rId10"/>
    <p:sldId id="264" r:id="rId11"/>
    <p:sldId id="265" r:id="rId12"/>
    <p:sldId id="266" r:id="rId13"/>
    <p:sldId id="267" r:id="rId14"/>
    <p:sldId id="268" r:id="rId15"/>
    <p:sldId id="269" r:id="rId16"/>
    <p:sldId id="278" r:id="rId17"/>
    <p:sldId id="270" r:id="rId18"/>
    <p:sldId id="271" r:id="rId19"/>
    <p:sldId id="272" r:id="rId20"/>
    <p:sldId id="279" r:id="rId21"/>
    <p:sldId id="273" r:id="rId22"/>
    <p:sldId id="274" r:id="rId23"/>
    <p:sldId id="289" r:id="rId24"/>
    <p:sldId id="275" r:id="rId25"/>
    <p:sldId id="276" r:id="rId26"/>
    <p:sldId id="277" r:id="rId27"/>
    <p:sldId id="280" r:id="rId28"/>
    <p:sldId id="281" r:id="rId29"/>
    <p:sldId id="282" r:id="rId30"/>
    <p:sldId id="283" r:id="rId31"/>
    <p:sldId id="284" r:id="rId32"/>
    <p:sldId id="285" r:id="rId33"/>
    <p:sldId id="286" r:id="rId34"/>
    <p:sldId id="28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6B9EEE-DBD4-4EE8-ADF4-A00D70105AB3}" type="doc">
      <dgm:prSet loTypeId="urn:microsoft.com/office/officeart/2005/8/layout/default#1" loCatId="list" qsTypeId="urn:microsoft.com/office/officeart/2005/8/quickstyle/simple1" qsCatId="simple" csTypeId="urn:microsoft.com/office/officeart/2005/8/colors/colorful4" csCatId="colorful" phldr="1"/>
      <dgm:spPr/>
      <dgm:t>
        <a:bodyPr/>
        <a:lstStyle/>
        <a:p>
          <a:endParaRPr lang="en-US"/>
        </a:p>
      </dgm:t>
    </dgm:pt>
    <dgm:pt modelId="{9AD57C9D-BEA6-4594-B296-702E4B52F900}">
      <dgm:prSet phldrT="[Text]"/>
      <dgm:spPr/>
      <dgm:t>
        <a:bodyPr/>
        <a:lstStyle/>
        <a:p>
          <a:r>
            <a:rPr lang="en-US" dirty="0"/>
            <a:t>Personal income</a:t>
          </a:r>
        </a:p>
      </dgm:t>
    </dgm:pt>
    <dgm:pt modelId="{405EDC3A-96FD-4A70-B440-46F193DD6E98}" type="parTrans" cxnId="{3081068C-266F-4BBA-98E8-7E2EBEDEE74A}">
      <dgm:prSet/>
      <dgm:spPr/>
      <dgm:t>
        <a:bodyPr/>
        <a:lstStyle/>
        <a:p>
          <a:endParaRPr lang="en-US"/>
        </a:p>
      </dgm:t>
    </dgm:pt>
    <dgm:pt modelId="{FAA3E365-DD7F-45A5-9650-58B4A516307C}" type="sibTrans" cxnId="{3081068C-266F-4BBA-98E8-7E2EBEDEE74A}">
      <dgm:prSet/>
      <dgm:spPr/>
      <dgm:t>
        <a:bodyPr/>
        <a:lstStyle/>
        <a:p>
          <a:endParaRPr lang="en-US"/>
        </a:p>
      </dgm:t>
    </dgm:pt>
    <dgm:pt modelId="{1CC35565-A630-4E5C-A0D7-F54A05CB058E}">
      <dgm:prSet/>
      <dgm:spPr/>
      <dgm:t>
        <a:bodyPr/>
        <a:lstStyle/>
        <a:p>
          <a:r>
            <a:rPr lang="en-US"/>
            <a:t>Savings</a:t>
          </a:r>
          <a:endParaRPr lang="en-US" dirty="0"/>
        </a:p>
      </dgm:t>
    </dgm:pt>
    <dgm:pt modelId="{116B88AB-C2C8-48C7-B90C-CCD097D7DB49}" type="parTrans" cxnId="{1FB1E634-1DDA-4CC5-8F79-BC6706CD357C}">
      <dgm:prSet/>
      <dgm:spPr/>
      <dgm:t>
        <a:bodyPr/>
        <a:lstStyle/>
        <a:p>
          <a:endParaRPr lang="en-US"/>
        </a:p>
      </dgm:t>
    </dgm:pt>
    <dgm:pt modelId="{83A1D34E-F7D3-4C52-BC25-55C54BB8BD05}" type="sibTrans" cxnId="{1FB1E634-1DDA-4CC5-8F79-BC6706CD357C}">
      <dgm:prSet/>
      <dgm:spPr/>
      <dgm:t>
        <a:bodyPr/>
        <a:lstStyle/>
        <a:p>
          <a:endParaRPr lang="en-US"/>
        </a:p>
      </dgm:t>
    </dgm:pt>
    <dgm:pt modelId="{B53DC152-E46D-4588-A431-050A2BDC5524}">
      <dgm:prSet/>
      <dgm:spPr/>
      <dgm:t>
        <a:bodyPr/>
        <a:lstStyle/>
        <a:p>
          <a:r>
            <a:rPr lang="en-US"/>
            <a:t>Interest rates</a:t>
          </a:r>
          <a:endParaRPr lang="en-US" dirty="0"/>
        </a:p>
      </dgm:t>
    </dgm:pt>
    <dgm:pt modelId="{737ABBB9-2F18-4B04-9EDB-0ECE0F957987}" type="parTrans" cxnId="{0CAB2BA5-8E12-43E2-8558-3C6FA6D3248F}">
      <dgm:prSet/>
      <dgm:spPr/>
      <dgm:t>
        <a:bodyPr/>
        <a:lstStyle/>
        <a:p>
          <a:endParaRPr lang="en-US"/>
        </a:p>
      </dgm:t>
    </dgm:pt>
    <dgm:pt modelId="{C4103390-D1FD-400C-A2B6-2B265D85FF34}" type="sibTrans" cxnId="{0CAB2BA5-8E12-43E2-8558-3C6FA6D3248F}">
      <dgm:prSet/>
      <dgm:spPr/>
      <dgm:t>
        <a:bodyPr/>
        <a:lstStyle/>
        <a:p>
          <a:endParaRPr lang="en-US"/>
        </a:p>
      </dgm:t>
    </dgm:pt>
    <dgm:pt modelId="{18357B89-4D05-47D2-B4E7-A3CF42D5ACE1}" type="pres">
      <dgm:prSet presAssocID="{526B9EEE-DBD4-4EE8-ADF4-A00D70105AB3}" presName="diagram" presStyleCnt="0">
        <dgm:presLayoutVars>
          <dgm:dir/>
          <dgm:resizeHandles val="exact"/>
        </dgm:presLayoutVars>
      </dgm:prSet>
      <dgm:spPr/>
    </dgm:pt>
    <dgm:pt modelId="{9304F38D-3790-4900-B123-3F3DA016D38B}" type="pres">
      <dgm:prSet presAssocID="{9AD57C9D-BEA6-4594-B296-702E4B52F900}" presName="node" presStyleLbl="node1" presStyleIdx="0" presStyleCnt="3">
        <dgm:presLayoutVars>
          <dgm:bulletEnabled val="1"/>
        </dgm:presLayoutVars>
      </dgm:prSet>
      <dgm:spPr/>
    </dgm:pt>
    <dgm:pt modelId="{A8681249-1344-44C2-B4CF-8A0E7B7987CD}" type="pres">
      <dgm:prSet presAssocID="{FAA3E365-DD7F-45A5-9650-58B4A516307C}" presName="sibTrans" presStyleCnt="0"/>
      <dgm:spPr/>
    </dgm:pt>
    <dgm:pt modelId="{FF154D3D-A225-4A93-A817-1341775D04EC}" type="pres">
      <dgm:prSet presAssocID="{1CC35565-A630-4E5C-A0D7-F54A05CB058E}" presName="node" presStyleLbl="node1" presStyleIdx="1" presStyleCnt="3">
        <dgm:presLayoutVars>
          <dgm:bulletEnabled val="1"/>
        </dgm:presLayoutVars>
      </dgm:prSet>
      <dgm:spPr/>
    </dgm:pt>
    <dgm:pt modelId="{ADE31F4A-1008-49A9-A4D6-27B044533BF4}" type="pres">
      <dgm:prSet presAssocID="{83A1D34E-F7D3-4C52-BC25-55C54BB8BD05}" presName="sibTrans" presStyleCnt="0"/>
      <dgm:spPr/>
    </dgm:pt>
    <dgm:pt modelId="{B5FC5A2D-CDAC-406E-A046-8CF31B89B6BD}" type="pres">
      <dgm:prSet presAssocID="{B53DC152-E46D-4588-A431-050A2BDC5524}" presName="node" presStyleLbl="node1" presStyleIdx="2" presStyleCnt="3">
        <dgm:presLayoutVars>
          <dgm:bulletEnabled val="1"/>
        </dgm:presLayoutVars>
      </dgm:prSet>
      <dgm:spPr/>
    </dgm:pt>
  </dgm:ptLst>
  <dgm:cxnLst>
    <dgm:cxn modelId="{626A831E-B667-4234-8F57-A8881AF10708}" type="presOf" srcId="{526B9EEE-DBD4-4EE8-ADF4-A00D70105AB3}" destId="{18357B89-4D05-47D2-B4E7-A3CF42D5ACE1}" srcOrd="0" destOrd="0" presId="urn:microsoft.com/office/officeart/2005/8/layout/default#1"/>
    <dgm:cxn modelId="{0F04C22A-F303-49EA-A554-B5FAAEF4BAA7}" type="presOf" srcId="{9AD57C9D-BEA6-4594-B296-702E4B52F900}" destId="{9304F38D-3790-4900-B123-3F3DA016D38B}" srcOrd="0" destOrd="0" presId="urn:microsoft.com/office/officeart/2005/8/layout/default#1"/>
    <dgm:cxn modelId="{1FB1E634-1DDA-4CC5-8F79-BC6706CD357C}" srcId="{526B9EEE-DBD4-4EE8-ADF4-A00D70105AB3}" destId="{1CC35565-A630-4E5C-A0D7-F54A05CB058E}" srcOrd="1" destOrd="0" parTransId="{116B88AB-C2C8-48C7-B90C-CCD097D7DB49}" sibTransId="{83A1D34E-F7D3-4C52-BC25-55C54BB8BD05}"/>
    <dgm:cxn modelId="{8E262982-DD53-4CEC-B469-F34DD7E5E61B}" type="presOf" srcId="{B53DC152-E46D-4588-A431-050A2BDC5524}" destId="{B5FC5A2D-CDAC-406E-A046-8CF31B89B6BD}" srcOrd="0" destOrd="0" presId="urn:microsoft.com/office/officeart/2005/8/layout/default#1"/>
    <dgm:cxn modelId="{3081068C-266F-4BBA-98E8-7E2EBEDEE74A}" srcId="{526B9EEE-DBD4-4EE8-ADF4-A00D70105AB3}" destId="{9AD57C9D-BEA6-4594-B296-702E4B52F900}" srcOrd="0" destOrd="0" parTransId="{405EDC3A-96FD-4A70-B440-46F193DD6E98}" sibTransId="{FAA3E365-DD7F-45A5-9650-58B4A516307C}"/>
    <dgm:cxn modelId="{0CAB2BA5-8E12-43E2-8558-3C6FA6D3248F}" srcId="{526B9EEE-DBD4-4EE8-ADF4-A00D70105AB3}" destId="{B53DC152-E46D-4588-A431-050A2BDC5524}" srcOrd="2" destOrd="0" parTransId="{737ABBB9-2F18-4B04-9EDB-0ECE0F957987}" sibTransId="{C4103390-D1FD-400C-A2B6-2B265D85FF34}"/>
    <dgm:cxn modelId="{A20329F8-A7E0-4765-9AF1-740E78671C99}" type="presOf" srcId="{1CC35565-A630-4E5C-A0D7-F54A05CB058E}" destId="{FF154D3D-A225-4A93-A817-1341775D04EC}" srcOrd="0" destOrd="0" presId="urn:microsoft.com/office/officeart/2005/8/layout/default#1"/>
    <dgm:cxn modelId="{CF3ACC82-C7FB-41EA-8C77-DFC68754D0BD}" type="presParOf" srcId="{18357B89-4D05-47D2-B4E7-A3CF42D5ACE1}" destId="{9304F38D-3790-4900-B123-3F3DA016D38B}" srcOrd="0" destOrd="0" presId="urn:microsoft.com/office/officeart/2005/8/layout/default#1"/>
    <dgm:cxn modelId="{9E15F4A4-EAC0-43E3-8479-658769603F41}" type="presParOf" srcId="{18357B89-4D05-47D2-B4E7-A3CF42D5ACE1}" destId="{A8681249-1344-44C2-B4CF-8A0E7B7987CD}" srcOrd="1" destOrd="0" presId="urn:microsoft.com/office/officeart/2005/8/layout/default#1"/>
    <dgm:cxn modelId="{F0320C42-CED8-4671-88BF-4EEC159F57A7}" type="presParOf" srcId="{18357B89-4D05-47D2-B4E7-A3CF42D5ACE1}" destId="{FF154D3D-A225-4A93-A817-1341775D04EC}" srcOrd="2" destOrd="0" presId="urn:microsoft.com/office/officeart/2005/8/layout/default#1"/>
    <dgm:cxn modelId="{0B77A715-E855-4BB5-AF73-9C2B43DC9FBC}" type="presParOf" srcId="{18357B89-4D05-47D2-B4E7-A3CF42D5ACE1}" destId="{ADE31F4A-1008-49A9-A4D6-27B044533BF4}" srcOrd="3" destOrd="0" presId="urn:microsoft.com/office/officeart/2005/8/layout/default#1"/>
    <dgm:cxn modelId="{91E309EB-025D-41E9-B369-0278D33EA2AF}" type="presParOf" srcId="{18357B89-4D05-47D2-B4E7-A3CF42D5ACE1}" destId="{B5FC5A2D-CDAC-406E-A046-8CF31B89B6BD}" srcOrd="4"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2D26E4-B110-4E2A-B87D-E291BBA564F4}"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D9166C53-1851-4933-A3A4-F43521E341D8}">
      <dgm:prSet/>
      <dgm:spPr/>
      <dgm:t>
        <a:bodyPr/>
        <a:lstStyle/>
        <a:p>
          <a:pPr algn="ctr" rtl="0"/>
          <a:r>
            <a:rPr lang="en-US" dirty="0"/>
            <a:t>Motivation</a:t>
          </a:r>
        </a:p>
      </dgm:t>
    </dgm:pt>
    <dgm:pt modelId="{CDFC6038-38AE-461B-9EBA-77DE622C5C7A}" type="parTrans" cxnId="{BB99F095-4168-45F3-A418-0452D0F3CF76}">
      <dgm:prSet/>
      <dgm:spPr/>
      <dgm:t>
        <a:bodyPr/>
        <a:lstStyle/>
        <a:p>
          <a:endParaRPr lang="en-US"/>
        </a:p>
      </dgm:t>
    </dgm:pt>
    <dgm:pt modelId="{B6C100EC-AE57-4264-970B-DFE1771BFDFA}" type="sibTrans" cxnId="{BB99F095-4168-45F3-A418-0452D0F3CF76}">
      <dgm:prSet/>
      <dgm:spPr/>
      <dgm:t>
        <a:bodyPr/>
        <a:lstStyle/>
        <a:p>
          <a:endParaRPr lang="en-US"/>
        </a:p>
      </dgm:t>
    </dgm:pt>
    <dgm:pt modelId="{AB87ABB5-26E4-4029-9A3B-20F366476DC4}">
      <dgm:prSet/>
      <dgm:spPr/>
      <dgm:t>
        <a:bodyPr/>
        <a:lstStyle/>
        <a:p>
          <a:pPr algn="ctr" rtl="0"/>
          <a:r>
            <a:rPr lang="en-US" dirty="0"/>
            <a:t>Perception</a:t>
          </a:r>
        </a:p>
      </dgm:t>
    </dgm:pt>
    <dgm:pt modelId="{C0540CA7-13A3-4894-84A7-4DB2C2272521}" type="parTrans" cxnId="{DFD6D6D4-E71A-47D8-B1CD-54540851A8B4}">
      <dgm:prSet/>
      <dgm:spPr/>
      <dgm:t>
        <a:bodyPr/>
        <a:lstStyle/>
        <a:p>
          <a:endParaRPr lang="en-US"/>
        </a:p>
      </dgm:t>
    </dgm:pt>
    <dgm:pt modelId="{E7185F43-BE7A-46B4-8C68-1B5C01B13567}" type="sibTrans" cxnId="{DFD6D6D4-E71A-47D8-B1CD-54540851A8B4}">
      <dgm:prSet/>
      <dgm:spPr/>
      <dgm:t>
        <a:bodyPr/>
        <a:lstStyle/>
        <a:p>
          <a:endParaRPr lang="en-US"/>
        </a:p>
      </dgm:t>
    </dgm:pt>
    <dgm:pt modelId="{0B509B10-D5A5-4A69-AB19-30DD7BEB2826}">
      <dgm:prSet/>
      <dgm:spPr/>
      <dgm:t>
        <a:bodyPr/>
        <a:lstStyle/>
        <a:p>
          <a:pPr algn="ctr" rtl="0"/>
          <a:r>
            <a:rPr lang="en-US" dirty="0"/>
            <a:t>Learning</a:t>
          </a:r>
        </a:p>
      </dgm:t>
    </dgm:pt>
    <dgm:pt modelId="{EFA4914B-AF12-4168-886F-5F90A9EF711B}" type="parTrans" cxnId="{26E3FEE5-F315-4F6F-B24C-BA5C4DF81595}">
      <dgm:prSet/>
      <dgm:spPr/>
      <dgm:t>
        <a:bodyPr/>
        <a:lstStyle/>
        <a:p>
          <a:endParaRPr lang="en-US"/>
        </a:p>
      </dgm:t>
    </dgm:pt>
    <dgm:pt modelId="{9F418D31-3724-47FA-93E0-9780E78C8B7D}" type="sibTrans" cxnId="{26E3FEE5-F315-4F6F-B24C-BA5C4DF81595}">
      <dgm:prSet/>
      <dgm:spPr/>
      <dgm:t>
        <a:bodyPr/>
        <a:lstStyle/>
        <a:p>
          <a:endParaRPr lang="en-US"/>
        </a:p>
      </dgm:t>
    </dgm:pt>
    <dgm:pt modelId="{3FFB3B33-1DF0-4DCB-B47D-C50553754874}">
      <dgm:prSet/>
      <dgm:spPr/>
      <dgm:t>
        <a:bodyPr/>
        <a:lstStyle/>
        <a:p>
          <a:pPr algn="ctr" rtl="0"/>
          <a:r>
            <a:rPr lang="en-US" dirty="0"/>
            <a:t>Beliefs and attitudes</a:t>
          </a:r>
        </a:p>
      </dgm:t>
    </dgm:pt>
    <dgm:pt modelId="{D603945F-94E0-4D46-9BF2-3777F9598EA1}" type="parTrans" cxnId="{EA231B33-60C2-4C95-B481-222C064DD2E6}">
      <dgm:prSet/>
      <dgm:spPr/>
      <dgm:t>
        <a:bodyPr/>
        <a:lstStyle/>
        <a:p>
          <a:endParaRPr lang="en-US"/>
        </a:p>
      </dgm:t>
    </dgm:pt>
    <dgm:pt modelId="{1B7D374D-F2B6-41A7-9668-1BD1E308CEBA}" type="sibTrans" cxnId="{EA231B33-60C2-4C95-B481-222C064DD2E6}">
      <dgm:prSet/>
      <dgm:spPr/>
      <dgm:t>
        <a:bodyPr/>
        <a:lstStyle/>
        <a:p>
          <a:endParaRPr lang="en-US"/>
        </a:p>
      </dgm:t>
    </dgm:pt>
    <dgm:pt modelId="{E71416ED-0651-4188-94C0-D1C67DE0F18A}" type="pres">
      <dgm:prSet presAssocID="{E42D26E4-B110-4E2A-B87D-E291BBA564F4}" presName="linear" presStyleCnt="0">
        <dgm:presLayoutVars>
          <dgm:animLvl val="lvl"/>
          <dgm:resizeHandles val="exact"/>
        </dgm:presLayoutVars>
      </dgm:prSet>
      <dgm:spPr/>
    </dgm:pt>
    <dgm:pt modelId="{C5D4AC03-48D6-4A99-8DD3-916455986B25}" type="pres">
      <dgm:prSet presAssocID="{D9166C53-1851-4933-A3A4-F43521E341D8}" presName="parentText" presStyleLbl="node1" presStyleIdx="0" presStyleCnt="4">
        <dgm:presLayoutVars>
          <dgm:chMax val="0"/>
          <dgm:bulletEnabled val="1"/>
        </dgm:presLayoutVars>
      </dgm:prSet>
      <dgm:spPr/>
    </dgm:pt>
    <dgm:pt modelId="{733A3FFF-4041-4180-94D6-3E584ED2639B}" type="pres">
      <dgm:prSet presAssocID="{B6C100EC-AE57-4264-970B-DFE1771BFDFA}" presName="spacer" presStyleCnt="0"/>
      <dgm:spPr/>
    </dgm:pt>
    <dgm:pt modelId="{9746DCFA-E61B-465F-ADB8-D0A69B9611C5}" type="pres">
      <dgm:prSet presAssocID="{AB87ABB5-26E4-4029-9A3B-20F366476DC4}" presName="parentText" presStyleLbl="node1" presStyleIdx="1" presStyleCnt="4">
        <dgm:presLayoutVars>
          <dgm:chMax val="0"/>
          <dgm:bulletEnabled val="1"/>
        </dgm:presLayoutVars>
      </dgm:prSet>
      <dgm:spPr/>
    </dgm:pt>
    <dgm:pt modelId="{755184B0-189D-42A5-B847-A37EB61C542B}" type="pres">
      <dgm:prSet presAssocID="{E7185F43-BE7A-46B4-8C68-1B5C01B13567}" presName="spacer" presStyleCnt="0"/>
      <dgm:spPr/>
    </dgm:pt>
    <dgm:pt modelId="{10B4D608-A894-4ACB-8F45-9E35927F945A}" type="pres">
      <dgm:prSet presAssocID="{0B509B10-D5A5-4A69-AB19-30DD7BEB2826}" presName="parentText" presStyleLbl="node1" presStyleIdx="2" presStyleCnt="4">
        <dgm:presLayoutVars>
          <dgm:chMax val="0"/>
          <dgm:bulletEnabled val="1"/>
        </dgm:presLayoutVars>
      </dgm:prSet>
      <dgm:spPr/>
    </dgm:pt>
    <dgm:pt modelId="{A4D9C949-EB19-4110-9AA0-4A3F9FD441A2}" type="pres">
      <dgm:prSet presAssocID="{9F418D31-3724-47FA-93E0-9780E78C8B7D}" presName="spacer" presStyleCnt="0"/>
      <dgm:spPr/>
    </dgm:pt>
    <dgm:pt modelId="{5FBEFD17-88D3-429B-903D-782779D24E2F}" type="pres">
      <dgm:prSet presAssocID="{3FFB3B33-1DF0-4DCB-B47D-C50553754874}" presName="parentText" presStyleLbl="node1" presStyleIdx="3" presStyleCnt="4">
        <dgm:presLayoutVars>
          <dgm:chMax val="0"/>
          <dgm:bulletEnabled val="1"/>
        </dgm:presLayoutVars>
      </dgm:prSet>
      <dgm:spPr/>
    </dgm:pt>
  </dgm:ptLst>
  <dgm:cxnLst>
    <dgm:cxn modelId="{F8D8E304-25AD-4178-9F64-BAC7AF23BEE6}" type="presOf" srcId="{D9166C53-1851-4933-A3A4-F43521E341D8}" destId="{C5D4AC03-48D6-4A99-8DD3-916455986B25}" srcOrd="0" destOrd="0" presId="urn:microsoft.com/office/officeart/2005/8/layout/vList2"/>
    <dgm:cxn modelId="{EA231B33-60C2-4C95-B481-222C064DD2E6}" srcId="{E42D26E4-B110-4E2A-B87D-E291BBA564F4}" destId="{3FFB3B33-1DF0-4DCB-B47D-C50553754874}" srcOrd="3" destOrd="0" parTransId="{D603945F-94E0-4D46-9BF2-3777F9598EA1}" sibTransId="{1B7D374D-F2B6-41A7-9668-1BD1E308CEBA}"/>
    <dgm:cxn modelId="{57C8E95D-62AC-40B9-A4EC-C5B6C7C98E75}" type="presOf" srcId="{3FFB3B33-1DF0-4DCB-B47D-C50553754874}" destId="{5FBEFD17-88D3-429B-903D-782779D24E2F}" srcOrd="0" destOrd="0" presId="urn:microsoft.com/office/officeart/2005/8/layout/vList2"/>
    <dgm:cxn modelId="{85169D66-AF0F-4012-9AA3-686BE89AFE81}" type="presOf" srcId="{AB87ABB5-26E4-4029-9A3B-20F366476DC4}" destId="{9746DCFA-E61B-465F-ADB8-D0A69B9611C5}" srcOrd="0" destOrd="0" presId="urn:microsoft.com/office/officeart/2005/8/layout/vList2"/>
    <dgm:cxn modelId="{D2BF7C59-F7DC-4ADD-BDFB-B782147A5FC5}" type="presOf" srcId="{0B509B10-D5A5-4A69-AB19-30DD7BEB2826}" destId="{10B4D608-A894-4ACB-8F45-9E35927F945A}" srcOrd="0" destOrd="0" presId="urn:microsoft.com/office/officeart/2005/8/layout/vList2"/>
    <dgm:cxn modelId="{BB99F095-4168-45F3-A418-0452D0F3CF76}" srcId="{E42D26E4-B110-4E2A-B87D-E291BBA564F4}" destId="{D9166C53-1851-4933-A3A4-F43521E341D8}" srcOrd="0" destOrd="0" parTransId="{CDFC6038-38AE-461B-9EBA-77DE622C5C7A}" sibTransId="{B6C100EC-AE57-4264-970B-DFE1771BFDFA}"/>
    <dgm:cxn modelId="{71F64F9A-CC1B-4207-B02A-13625DAA2378}" type="presOf" srcId="{E42D26E4-B110-4E2A-B87D-E291BBA564F4}" destId="{E71416ED-0651-4188-94C0-D1C67DE0F18A}" srcOrd="0" destOrd="0" presId="urn:microsoft.com/office/officeart/2005/8/layout/vList2"/>
    <dgm:cxn modelId="{DFD6D6D4-E71A-47D8-B1CD-54540851A8B4}" srcId="{E42D26E4-B110-4E2A-B87D-E291BBA564F4}" destId="{AB87ABB5-26E4-4029-9A3B-20F366476DC4}" srcOrd="1" destOrd="0" parTransId="{C0540CA7-13A3-4894-84A7-4DB2C2272521}" sibTransId="{E7185F43-BE7A-46B4-8C68-1B5C01B13567}"/>
    <dgm:cxn modelId="{26E3FEE5-F315-4F6F-B24C-BA5C4DF81595}" srcId="{E42D26E4-B110-4E2A-B87D-E291BBA564F4}" destId="{0B509B10-D5A5-4A69-AB19-30DD7BEB2826}" srcOrd="2" destOrd="0" parTransId="{EFA4914B-AF12-4168-886F-5F90A9EF711B}" sibTransId="{9F418D31-3724-47FA-93E0-9780E78C8B7D}"/>
    <dgm:cxn modelId="{EDB6261E-4FAA-4EC8-B783-6513044809EE}" type="presParOf" srcId="{E71416ED-0651-4188-94C0-D1C67DE0F18A}" destId="{C5D4AC03-48D6-4A99-8DD3-916455986B25}" srcOrd="0" destOrd="0" presId="urn:microsoft.com/office/officeart/2005/8/layout/vList2"/>
    <dgm:cxn modelId="{A61E3E9A-4E04-417E-8FC5-6D48207342A0}" type="presParOf" srcId="{E71416ED-0651-4188-94C0-D1C67DE0F18A}" destId="{733A3FFF-4041-4180-94D6-3E584ED2639B}" srcOrd="1" destOrd="0" presId="urn:microsoft.com/office/officeart/2005/8/layout/vList2"/>
    <dgm:cxn modelId="{A140D6AF-5345-4496-8019-A1972303FD8B}" type="presParOf" srcId="{E71416ED-0651-4188-94C0-D1C67DE0F18A}" destId="{9746DCFA-E61B-465F-ADB8-D0A69B9611C5}" srcOrd="2" destOrd="0" presId="urn:microsoft.com/office/officeart/2005/8/layout/vList2"/>
    <dgm:cxn modelId="{9BDD37B8-2E57-4D56-B2CF-280C8061698B}" type="presParOf" srcId="{E71416ED-0651-4188-94C0-D1C67DE0F18A}" destId="{755184B0-189D-42A5-B847-A37EB61C542B}" srcOrd="3" destOrd="0" presId="urn:microsoft.com/office/officeart/2005/8/layout/vList2"/>
    <dgm:cxn modelId="{7850DCAC-0623-488C-A27C-B197FE650860}" type="presParOf" srcId="{E71416ED-0651-4188-94C0-D1C67DE0F18A}" destId="{10B4D608-A894-4ACB-8F45-9E35927F945A}" srcOrd="4" destOrd="0" presId="urn:microsoft.com/office/officeart/2005/8/layout/vList2"/>
    <dgm:cxn modelId="{C105D6BB-6D3E-4B87-BBA7-03D06BEFEDC2}" type="presParOf" srcId="{E71416ED-0651-4188-94C0-D1C67DE0F18A}" destId="{A4D9C949-EB19-4110-9AA0-4A3F9FD441A2}" srcOrd="5" destOrd="0" presId="urn:microsoft.com/office/officeart/2005/8/layout/vList2"/>
    <dgm:cxn modelId="{6DFB70E2-9459-455C-B96D-39389D03EC83}" type="presParOf" srcId="{E71416ED-0651-4188-94C0-D1C67DE0F18A}" destId="{5FBEFD17-88D3-429B-903D-782779D24E2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6851A3-345D-409B-B064-3FF65F1F36FF}" type="doc">
      <dgm:prSet loTypeId="urn:microsoft.com/office/officeart/2005/8/layout/default#3" loCatId="list" qsTypeId="urn:microsoft.com/office/officeart/2005/8/quickstyle/simple1" qsCatId="simple" csTypeId="urn:microsoft.com/office/officeart/2005/8/colors/colorful3" csCatId="colorful" phldr="1"/>
      <dgm:spPr/>
      <dgm:t>
        <a:bodyPr/>
        <a:lstStyle/>
        <a:p>
          <a:endParaRPr lang="en-US"/>
        </a:p>
      </dgm:t>
    </dgm:pt>
    <dgm:pt modelId="{AE5DFE79-46A2-43D4-ACC4-6C9088C26008}">
      <dgm:prSet phldrT="[Text]" custT="1"/>
      <dgm:spPr/>
      <dgm:t>
        <a:bodyPr/>
        <a:lstStyle/>
        <a:p>
          <a:r>
            <a:rPr lang="en-US" sz="2800" b="1">
              <a:solidFill>
                <a:schemeClr val="tx1"/>
              </a:solidFill>
            </a:rPr>
            <a:t>Drives</a:t>
          </a:r>
        </a:p>
      </dgm:t>
    </dgm:pt>
    <dgm:pt modelId="{A5CC4700-8B9F-4536-9465-0F9646114FAC}" type="parTrans" cxnId="{27AE7F4C-C443-4A1A-8082-1B86AF5F1E06}">
      <dgm:prSet/>
      <dgm:spPr/>
      <dgm:t>
        <a:bodyPr/>
        <a:lstStyle/>
        <a:p>
          <a:endParaRPr lang="en-US" sz="2800" b="1">
            <a:solidFill>
              <a:schemeClr val="tx1"/>
            </a:solidFill>
          </a:endParaRPr>
        </a:p>
      </dgm:t>
    </dgm:pt>
    <dgm:pt modelId="{F2E212D6-94E3-45FB-91D0-AF7EA72F9AEC}" type="sibTrans" cxnId="{27AE7F4C-C443-4A1A-8082-1B86AF5F1E06}">
      <dgm:prSet/>
      <dgm:spPr/>
      <dgm:t>
        <a:bodyPr/>
        <a:lstStyle/>
        <a:p>
          <a:endParaRPr lang="en-US" sz="2800" b="1">
            <a:solidFill>
              <a:schemeClr val="tx1"/>
            </a:solidFill>
          </a:endParaRPr>
        </a:p>
      </dgm:t>
    </dgm:pt>
    <dgm:pt modelId="{7C49CBC4-FB2D-4510-9BAB-B82B4FAE886A}">
      <dgm:prSet custT="1"/>
      <dgm:spPr/>
      <dgm:t>
        <a:bodyPr/>
        <a:lstStyle/>
        <a:p>
          <a:r>
            <a:rPr lang="en-US" sz="2800" b="1">
              <a:solidFill>
                <a:schemeClr val="tx1"/>
              </a:solidFill>
            </a:rPr>
            <a:t>Stimuli</a:t>
          </a:r>
          <a:endParaRPr lang="en-US" sz="2800" b="1" dirty="0">
            <a:solidFill>
              <a:schemeClr val="tx1"/>
            </a:solidFill>
          </a:endParaRPr>
        </a:p>
      </dgm:t>
    </dgm:pt>
    <dgm:pt modelId="{FE0FA091-F252-4A11-BAA0-1CCB4CE9D493}" type="parTrans" cxnId="{06E9F082-DF8F-4692-956E-88358871A7D5}">
      <dgm:prSet/>
      <dgm:spPr/>
      <dgm:t>
        <a:bodyPr/>
        <a:lstStyle/>
        <a:p>
          <a:endParaRPr lang="en-US" sz="2800" b="1">
            <a:solidFill>
              <a:schemeClr val="tx1"/>
            </a:solidFill>
          </a:endParaRPr>
        </a:p>
      </dgm:t>
    </dgm:pt>
    <dgm:pt modelId="{95DD8D26-E246-43C2-8216-096FAA576957}" type="sibTrans" cxnId="{06E9F082-DF8F-4692-956E-88358871A7D5}">
      <dgm:prSet/>
      <dgm:spPr/>
      <dgm:t>
        <a:bodyPr/>
        <a:lstStyle/>
        <a:p>
          <a:endParaRPr lang="en-US" sz="2800" b="1">
            <a:solidFill>
              <a:schemeClr val="tx1"/>
            </a:solidFill>
          </a:endParaRPr>
        </a:p>
      </dgm:t>
    </dgm:pt>
    <dgm:pt modelId="{0DA29035-C69B-4217-B19A-9C2F6841B6DC}">
      <dgm:prSet custT="1"/>
      <dgm:spPr/>
      <dgm:t>
        <a:bodyPr/>
        <a:lstStyle/>
        <a:p>
          <a:r>
            <a:rPr lang="en-US" sz="2800" b="1">
              <a:solidFill>
                <a:schemeClr val="tx1"/>
              </a:solidFill>
            </a:rPr>
            <a:t>Cues</a:t>
          </a:r>
          <a:endParaRPr lang="en-US" sz="2800" b="1" dirty="0">
            <a:solidFill>
              <a:schemeClr val="tx1"/>
            </a:solidFill>
          </a:endParaRPr>
        </a:p>
      </dgm:t>
    </dgm:pt>
    <dgm:pt modelId="{A7772B20-0B9C-4C03-93AC-3AEBFAE0402C}" type="parTrans" cxnId="{240A6B3C-88C2-4B68-AA8A-26D05FB2B7EC}">
      <dgm:prSet/>
      <dgm:spPr/>
      <dgm:t>
        <a:bodyPr/>
        <a:lstStyle/>
        <a:p>
          <a:endParaRPr lang="en-US" sz="2800" b="1">
            <a:solidFill>
              <a:schemeClr val="tx1"/>
            </a:solidFill>
          </a:endParaRPr>
        </a:p>
      </dgm:t>
    </dgm:pt>
    <dgm:pt modelId="{F41C0DFB-336D-4AD3-ADE2-1862D950A0EB}" type="sibTrans" cxnId="{240A6B3C-88C2-4B68-AA8A-26D05FB2B7EC}">
      <dgm:prSet/>
      <dgm:spPr/>
      <dgm:t>
        <a:bodyPr/>
        <a:lstStyle/>
        <a:p>
          <a:endParaRPr lang="en-US" sz="2800" b="1">
            <a:solidFill>
              <a:schemeClr val="tx1"/>
            </a:solidFill>
          </a:endParaRPr>
        </a:p>
      </dgm:t>
    </dgm:pt>
    <dgm:pt modelId="{66904DB2-4985-4387-BD43-5D60311641E7}">
      <dgm:prSet custT="1"/>
      <dgm:spPr/>
      <dgm:t>
        <a:bodyPr/>
        <a:lstStyle/>
        <a:p>
          <a:r>
            <a:rPr lang="en-US" sz="2800" b="1" dirty="0">
              <a:solidFill>
                <a:schemeClr val="tx1"/>
              </a:solidFill>
            </a:rPr>
            <a:t>Responses</a:t>
          </a:r>
        </a:p>
      </dgm:t>
    </dgm:pt>
    <dgm:pt modelId="{04605F0D-5E5C-4B1C-AA42-362077C71B4A}" type="parTrans" cxnId="{BCFA6126-12EB-48FC-A979-9F889686A946}">
      <dgm:prSet/>
      <dgm:spPr/>
      <dgm:t>
        <a:bodyPr/>
        <a:lstStyle/>
        <a:p>
          <a:endParaRPr lang="en-US" sz="2800" b="1">
            <a:solidFill>
              <a:schemeClr val="tx1"/>
            </a:solidFill>
          </a:endParaRPr>
        </a:p>
      </dgm:t>
    </dgm:pt>
    <dgm:pt modelId="{E393EDC9-016E-4579-9ACF-F55920064799}" type="sibTrans" cxnId="{BCFA6126-12EB-48FC-A979-9F889686A946}">
      <dgm:prSet/>
      <dgm:spPr/>
      <dgm:t>
        <a:bodyPr/>
        <a:lstStyle/>
        <a:p>
          <a:endParaRPr lang="en-US" sz="2800" b="1">
            <a:solidFill>
              <a:schemeClr val="tx1"/>
            </a:solidFill>
          </a:endParaRPr>
        </a:p>
      </dgm:t>
    </dgm:pt>
    <dgm:pt modelId="{84319CD8-6FAC-4609-A42C-7B25D232A6A3}">
      <dgm:prSet custT="1"/>
      <dgm:spPr/>
      <dgm:t>
        <a:bodyPr/>
        <a:lstStyle/>
        <a:p>
          <a:r>
            <a:rPr lang="en-US" sz="2800" b="1" dirty="0">
              <a:solidFill>
                <a:schemeClr val="tx1"/>
              </a:solidFill>
            </a:rPr>
            <a:t>Reinforcement</a:t>
          </a:r>
        </a:p>
      </dgm:t>
    </dgm:pt>
    <dgm:pt modelId="{8E798807-09BD-4F6C-98AE-8CA0438BE564}" type="parTrans" cxnId="{01168033-AAB7-4D81-9C89-9045BEE28143}">
      <dgm:prSet/>
      <dgm:spPr/>
      <dgm:t>
        <a:bodyPr/>
        <a:lstStyle/>
        <a:p>
          <a:endParaRPr lang="en-US" sz="2800" b="1">
            <a:solidFill>
              <a:schemeClr val="tx1"/>
            </a:solidFill>
          </a:endParaRPr>
        </a:p>
      </dgm:t>
    </dgm:pt>
    <dgm:pt modelId="{A0F8D967-7EE9-4C5D-ACBA-E3A649FC47DE}" type="sibTrans" cxnId="{01168033-AAB7-4D81-9C89-9045BEE28143}">
      <dgm:prSet/>
      <dgm:spPr/>
      <dgm:t>
        <a:bodyPr/>
        <a:lstStyle/>
        <a:p>
          <a:endParaRPr lang="en-US" sz="2800" b="1">
            <a:solidFill>
              <a:schemeClr val="tx1"/>
            </a:solidFill>
          </a:endParaRPr>
        </a:p>
      </dgm:t>
    </dgm:pt>
    <dgm:pt modelId="{52267391-6F3A-4765-A1D5-ACFE429C1040}" type="pres">
      <dgm:prSet presAssocID="{306851A3-345D-409B-B064-3FF65F1F36FF}" presName="diagram" presStyleCnt="0">
        <dgm:presLayoutVars>
          <dgm:dir/>
          <dgm:resizeHandles val="exact"/>
        </dgm:presLayoutVars>
      </dgm:prSet>
      <dgm:spPr/>
    </dgm:pt>
    <dgm:pt modelId="{2CB33DE3-FDC6-48DE-A37A-DCC9995E8F02}" type="pres">
      <dgm:prSet presAssocID="{AE5DFE79-46A2-43D4-ACC4-6C9088C26008}" presName="node" presStyleLbl="node1" presStyleIdx="0" presStyleCnt="5">
        <dgm:presLayoutVars>
          <dgm:bulletEnabled val="1"/>
        </dgm:presLayoutVars>
      </dgm:prSet>
      <dgm:spPr/>
    </dgm:pt>
    <dgm:pt modelId="{F3E510A6-2A28-4BEA-BEE0-3260757FD6D1}" type="pres">
      <dgm:prSet presAssocID="{F2E212D6-94E3-45FB-91D0-AF7EA72F9AEC}" presName="sibTrans" presStyleCnt="0"/>
      <dgm:spPr/>
    </dgm:pt>
    <dgm:pt modelId="{55F6C242-27F5-4749-8FFB-85127E8D6BE4}" type="pres">
      <dgm:prSet presAssocID="{7C49CBC4-FB2D-4510-9BAB-B82B4FAE886A}" presName="node" presStyleLbl="node1" presStyleIdx="1" presStyleCnt="5">
        <dgm:presLayoutVars>
          <dgm:bulletEnabled val="1"/>
        </dgm:presLayoutVars>
      </dgm:prSet>
      <dgm:spPr/>
    </dgm:pt>
    <dgm:pt modelId="{95DBE03E-072E-406C-B533-EE05363B4C64}" type="pres">
      <dgm:prSet presAssocID="{95DD8D26-E246-43C2-8216-096FAA576957}" presName="sibTrans" presStyleCnt="0"/>
      <dgm:spPr/>
    </dgm:pt>
    <dgm:pt modelId="{412C2AC5-AF50-44B1-B0F4-16CE6BB120CF}" type="pres">
      <dgm:prSet presAssocID="{0DA29035-C69B-4217-B19A-9C2F6841B6DC}" presName="node" presStyleLbl="node1" presStyleIdx="2" presStyleCnt="5">
        <dgm:presLayoutVars>
          <dgm:bulletEnabled val="1"/>
        </dgm:presLayoutVars>
      </dgm:prSet>
      <dgm:spPr/>
    </dgm:pt>
    <dgm:pt modelId="{610D45DE-736B-4D8B-9E85-1653659AE4F0}" type="pres">
      <dgm:prSet presAssocID="{F41C0DFB-336D-4AD3-ADE2-1862D950A0EB}" presName="sibTrans" presStyleCnt="0"/>
      <dgm:spPr/>
    </dgm:pt>
    <dgm:pt modelId="{AB3C6CB8-078A-4C74-9321-9E34A6627C4C}" type="pres">
      <dgm:prSet presAssocID="{66904DB2-4985-4387-BD43-5D60311641E7}" presName="node" presStyleLbl="node1" presStyleIdx="3" presStyleCnt="5" custScaleX="134192" custLinFactNeighborX="-10497" custLinFactNeighborY="-1105">
        <dgm:presLayoutVars>
          <dgm:bulletEnabled val="1"/>
        </dgm:presLayoutVars>
      </dgm:prSet>
      <dgm:spPr/>
    </dgm:pt>
    <dgm:pt modelId="{E2BC3299-C159-4A88-BF02-709B16192C5F}" type="pres">
      <dgm:prSet presAssocID="{E393EDC9-016E-4579-9ACF-F55920064799}" presName="sibTrans" presStyleCnt="0"/>
      <dgm:spPr/>
    </dgm:pt>
    <dgm:pt modelId="{7F59B442-7E6C-458C-B713-8BA62BC48A05}" type="pres">
      <dgm:prSet presAssocID="{84319CD8-6FAC-4609-A42C-7B25D232A6A3}" presName="node" presStyleLbl="node1" presStyleIdx="4" presStyleCnt="5" custScaleX="155052" custLinFactNeighborX="10179">
        <dgm:presLayoutVars>
          <dgm:bulletEnabled val="1"/>
        </dgm:presLayoutVars>
      </dgm:prSet>
      <dgm:spPr/>
    </dgm:pt>
  </dgm:ptLst>
  <dgm:cxnLst>
    <dgm:cxn modelId="{C4EF981E-E92C-43E2-AB46-BEE939AC8F0B}" type="presOf" srcId="{66904DB2-4985-4387-BD43-5D60311641E7}" destId="{AB3C6CB8-078A-4C74-9321-9E34A6627C4C}" srcOrd="0" destOrd="0" presId="urn:microsoft.com/office/officeart/2005/8/layout/default#3"/>
    <dgm:cxn modelId="{891BB622-1A0B-4D2A-9EBC-556E57D62C0A}" type="presOf" srcId="{7C49CBC4-FB2D-4510-9BAB-B82B4FAE886A}" destId="{55F6C242-27F5-4749-8FFB-85127E8D6BE4}" srcOrd="0" destOrd="0" presId="urn:microsoft.com/office/officeart/2005/8/layout/default#3"/>
    <dgm:cxn modelId="{BCFA6126-12EB-48FC-A979-9F889686A946}" srcId="{306851A3-345D-409B-B064-3FF65F1F36FF}" destId="{66904DB2-4985-4387-BD43-5D60311641E7}" srcOrd="3" destOrd="0" parTransId="{04605F0D-5E5C-4B1C-AA42-362077C71B4A}" sibTransId="{E393EDC9-016E-4579-9ACF-F55920064799}"/>
    <dgm:cxn modelId="{01168033-AAB7-4D81-9C89-9045BEE28143}" srcId="{306851A3-345D-409B-B064-3FF65F1F36FF}" destId="{84319CD8-6FAC-4609-A42C-7B25D232A6A3}" srcOrd="4" destOrd="0" parTransId="{8E798807-09BD-4F6C-98AE-8CA0438BE564}" sibTransId="{A0F8D967-7EE9-4C5D-ACBA-E3A649FC47DE}"/>
    <dgm:cxn modelId="{15EC1935-251E-4AE2-9B36-14CF524E5DFF}" type="presOf" srcId="{306851A3-345D-409B-B064-3FF65F1F36FF}" destId="{52267391-6F3A-4765-A1D5-ACFE429C1040}" srcOrd="0" destOrd="0" presId="urn:microsoft.com/office/officeart/2005/8/layout/default#3"/>
    <dgm:cxn modelId="{240A6B3C-88C2-4B68-AA8A-26D05FB2B7EC}" srcId="{306851A3-345D-409B-B064-3FF65F1F36FF}" destId="{0DA29035-C69B-4217-B19A-9C2F6841B6DC}" srcOrd="2" destOrd="0" parTransId="{A7772B20-0B9C-4C03-93AC-3AEBFAE0402C}" sibTransId="{F41C0DFB-336D-4AD3-ADE2-1862D950A0EB}"/>
    <dgm:cxn modelId="{27AE7F4C-C443-4A1A-8082-1B86AF5F1E06}" srcId="{306851A3-345D-409B-B064-3FF65F1F36FF}" destId="{AE5DFE79-46A2-43D4-ACC4-6C9088C26008}" srcOrd="0" destOrd="0" parTransId="{A5CC4700-8B9F-4536-9465-0F9646114FAC}" sibTransId="{F2E212D6-94E3-45FB-91D0-AF7EA72F9AEC}"/>
    <dgm:cxn modelId="{06E9F082-DF8F-4692-956E-88358871A7D5}" srcId="{306851A3-345D-409B-B064-3FF65F1F36FF}" destId="{7C49CBC4-FB2D-4510-9BAB-B82B4FAE886A}" srcOrd="1" destOrd="0" parTransId="{FE0FA091-F252-4A11-BAA0-1CCB4CE9D493}" sibTransId="{95DD8D26-E246-43C2-8216-096FAA576957}"/>
    <dgm:cxn modelId="{9493278E-BAD9-47CF-8115-0F2A76C2626E}" type="presOf" srcId="{AE5DFE79-46A2-43D4-ACC4-6C9088C26008}" destId="{2CB33DE3-FDC6-48DE-A37A-DCC9995E8F02}" srcOrd="0" destOrd="0" presId="urn:microsoft.com/office/officeart/2005/8/layout/default#3"/>
    <dgm:cxn modelId="{7AD82EAC-ED8A-40E5-BF87-3579C63B6349}" type="presOf" srcId="{84319CD8-6FAC-4609-A42C-7B25D232A6A3}" destId="{7F59B442-7E6C-458C-B713-8BA62BC48A05}" srcOrd="0" destOrd="0" presId="urn:microsoft.com/office/officeart/2005/8/layout/default#3"/>
    <dgm:cxn modelId="{E1245EBD-21FF-40F0-A765-C2B97ABB54E5}" type="presOf" srcId="{0DA29035-C69B-4217-B19A-9C2F6841B6DC}" destId="{412C2AC5-AF50-44B1-B0F4-16CE6BB120CF}" srcOrd="0" destOrd="0" presId="urn:microsoft.com/office/officeart/2005/8/layout/default#3"/>
    <dgm:cxn modelId="{9EDF2E31-FF79-41B6-ADCB-1A04271BF0EA}" type="presParOf" srcId="{52267391-6F3A-4765-A1D5-ACFE429C1040}" destId="{2CB33DE3-FDC6-48DE-A37A-DCC9995E8F02}" srcOrd="0" destOrd="0" presId="urn:microsoft.com/office/officeart/2005/8/layout/default#3"/>
    <dgm:cxn modelId="{12679F48-C444-400C-B4C5-0DF86237E68B}" type="presParOf" srcId="{52267391-6F3A-4765-A1D5-ACFE429C1040}" destId="{F3E510A6-2A28-4BEA-BEE0-3260757FD6D1}" srcOrd="1" destOrd="0" presId="urn:microsoft.com/office/officeart/2005/8/layout/default#3"/>
    <dgm:cxn modelId="{7B283AE5-169E-48B3-B18E-B78D6049FEAE}" type="presParOf" srcId="{52267391-6F3A-4765-A1D5-ACFE429C1040}" destId="{55F6C242-27F5-4749-8FFB-85127E8D6BE4}" srcOrd="2" destOrd="0" presId="urn:microsoft.com/office/officeart/2005/8/layout/default#3"/>
    <dgm:cxn modelId="{EC5CD1AB-26BA-4D94-A1A1-7DCFC984CD77}" type="presParOf" srcId="{52267391-6F3A-4765-A1D5-ACFE429C1040}" destId="{95DBE03E-072E-406C-B533-EE05363B4C64}" srcOrd="3" destOrd="0" presId="urn:microsoft.com/office/officeart/2005/8/layout/default#3"/>
    <dgm:cxn modelId="{6CB2E0A4-EFA2-484F-9842-14D8A9E7DBFE}" type="presParOf" srcId="{52267391-6F3A-4765-A1D5-ACFE429C1040}" destId="{412C2AC5-AF50-44B1-B0F4-16CE6BB120CF}" srcOrd="4" destOrd="0" presId="urn:microsoft.com/office/officeart/2005/8/layout/default#3"/>
    <dgm:cxn modelId="{DF2CECE5-D479-4688-BB33-9DAD4D183C12}" type="presParOf" srcId="{52267391-6F3A-4765-A1D5-ACFE429C1040}" destId="{610D45DE-736B-4D8B-9E85-1653659AE4F0}" srcOrd="5" destOrd="0" presId="urn:microsoft.com/office/officeart/2005/8/layout/default#3"/>
    <dgm:cxn modelId="{C65FEE6E-B7C3-4E52-AF8E-32677C5ECBC4}" type="presParOf" srcId="{52267391-6F3A-4765-A1D5-ACFE429C1040}" destId="{AB3C6CB8-078A-4C74-9321-9E34A6627C4C}" srcOrd="6" destOrd="0" presId="urn:microsoft.com/office/officeart/2005/8/layout/default#3"/>
    <dgm:cxn modelId="{20344536-1B5E-433A-84F8-55216506FFBA}" type="presParOf" srcId="{52267391-6F3A-4765-A1D5-ACFE429C1040}" destId="{E2BC3299-C159-4A88-BF02-709B16192C5F}" srcOrd="7" destOrd="0" presId="urn:microsoft.com/office/officeart/2005/8/layout/default#3"/>
    <dgm:cxn modelId="{0A3E2AAA-76D9-44A5-BAE3-F135753F899F}" type="presParOf" srcId="{52267391-6F3A-4765-A1D5-ACFE429C1040}" destId="{7F59B442-7E6C-458C-B713-8BA62BC48A05}" srcOrd="8" destOrd="0" presId="urn:microsoft.com/office/officeart/2005/8/layout/defaul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D6FCAA-7625-4BFF-838C-947BFFC7A671}"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en-US"/>
        </a:p>
      </dgm:t>
    </dgm:pt>
    <dgm:pt modelId="{C0271923-29E4-416C-8B62-8E5CAAA8BEF6}">
      <dgm:prSet/>
      <dgm:spPr/>
      <dgm:t>
        <a:bodyPr/>
        <a:lstStyle/>
        <a:p>
          <a:pPr algn="ctr" rtl="0"/>
          <a:r>
            <a:rPr lang="en-US" dirty="0"/>
            <a:t>Complex buying behavior</a:t>
          </a:r>
        </a:p>
      </dgm:t>
    </dgm:pt>
    <dgm:pt modelId="{A41C8403-A274-4AD4-86E8-768D10A49EE4}" type="parTrans" cxnId="{7CC5564D-AE89-45A2-AE10-544A42141DA5}">
      <dgm:prSet/>
      <dgm:spPr/>
      <dgm:t>
        <a:bodyPr/>
        <a:lstStyle/>
        <a:p>
          <a:pPr algn="ctr"/>
          <a:endParaRPr lang="en-US"/>
        </a:p>
      </dgm:t>
    </dgm:pt>
    <dgm:pt modelId="{85127804-A673-4351-A289-A8D41D92BFF7}" type="sibTrans" cxnId="{7CC5564D-AE89-45A2-AE10-544A42141DA5}">
      <dgm:prSet/>
      <dgm:spPr/>
      <dgm:t>
        <a:bodyPr/>
        <a:lstStyle/>
        <a:p>
          <a:pPr algn="ctr"/>
          <a:endParaRPr lang="en-US"/>
        </a:p>
      </dgm:t>
    </dgm:pt>
    <dgm:pt modelId="{91C75786-FCFA-4955-8616-96C62DB81328}">
      <dgm:prSet/>
      <dgm:spPr/>
      <dgm:t>
        <a:bodyPr/>
        <a:lstStyle/>
        <a:p>
          <a:pPr algn="ctr" rtl="0"/>
          <a:r>
            <a:rPr lang="en-US" dirty="0"/>
            <a:t>Dissonance-reducing buying behavior</a:t>
          </a:r>
        </a:p>
      </dgm:t>
    </dgm:pt>
    <dgm:pt modelId="{07315B0E-7C20-4F83-83C1-725421D519B4}" type="parTrans" cxnId="{B6E35F99-DFE8-4A84-8528-5EE2693A774F}">
      <dgm:prSet/>
      <dgm:spPr/>
      <dgm:t>
        <a:bodyPr/>
        <a:lstStyle/>
        <a:p>
          <a:pPr algn="ctr"/>
          <a:endParaRPr lang="en-US"/>
        </a:p>
      </dgm:t>
    </dgm:pt>
    <dgm:pt modelId="{ECE08A68-B651-4790-8B90-285D312ECE8C}" type="sibTrans" cxnId="{B6E35F99-DFE8-4A84-8528-5EE2693A774F}">
      <dgm:prSet/>
      <dgm:spPr/>
      <dgm:t>
        <a:bodyPr/>
        <a:lstStyle/>
        <a:p>
          <a:pPr algn="ctr"/>
          <a:endParaRPr lang="en-US"/>
        </a:p>
      </dgm:t>
    </dgm:pt>
    <dgm:pt modelId="{68F1E131-B923-4DDF-816C-73A924F13D2A}">
      <dgm:prSet/>
      <dgm:spPr/>
      <dgm:t>
        <a:bodyPr/>
        <a:lstStyle/>
        <a:p>
          <a:pPr algn="ctr" rtl="0"/>
          <a:r>
            <a:rPr lang="en-US" dirty="0"/>
            <a:t>Habitual buying behavior</a:t>
          </a:r>
        </a:p>
      </dgm:t>
    </dgm:pt>
    <dgm:pt modelId="{FDEDCA28-9B85-4E5C-A50C-B5E767661BD0}" type="parTrans" cxnId="{57F1DADF-77DE-4968-90AB-161BBBEAFF67}">
      <dgm:prSet/>
      <dgm:spPr/>
      <dgm:t>
        <a:bodyPr/>
        <a:lstStyle/>
        <a:p>
          <a:pPr algn="ctr"/>
          <a:endParaRPr lang="en-US"/>
        </a:p>
      </dgm:t>
    </dgm:pt>
    <dgm:pt modelId="{F2688D9F-2775-43CB-AED8-EF6C8264A0D5}" type="sibTrans" cxnId="{57F1DADF-77DE-4968-90AB-161BBBEAFF67}">
      <dgm:prSet/>
      <dgm:spPr/>
      <dgm:t>
        <a:bodyPr/>
        <a:lstStyle/>
        <a:p>
          <a:pPr algn="ctr"/>
          <a:endParaRPr lang="en-US"/>
        </a:p>
      </dgm:t>
    </dgm:pt>
    <dgm:pt modelId="{5218F78E-1F1D-4E80-B52E-18810C3E5059}">
      <dgm:prSet/>
      <dgm:spPr/>
      <dgm:t>
        <a:bodyPr/>
        <a:lstStyle/>
        <a:p>
          <a:pPr algn="ctr" rtl="0"/>
          <a:r>
            <a:rPr lang="en-US" dirty="0"/>
            <a:t>Variety-seeking buying behavior</a:t>
          </a:r>
        </a:p>
      </dgm:t>
    </dgm:pt>
    <dgm:pt modelId="{2D16C0A6-6A24-49AA-BC59-F6B782F3CD08}" type="parTrans" cxnId="{DB235C56-53BB-4C61-96C4-E6329A056B57}">
      <dgm:prSet/>
      <dgm:spPr/>
      <dgm:t>
        <a:bodyPr/>
        <a:lstStyle/>
        <a:p>
          <a:pPr algn="ctr"/>
          <a:endParaRPr lang="en-US"/>
        </a:p>
      </dgm:t>
    </dgm:pt>
    <dgm:pt modelId="{2ADF7AF1-B719-46F4-B36D-5BC008ED900C}" type="sibTrans" cxnId="{DB235C56-53BB-4C61-96C4-E6329A056B57}">
      <dgm:prSet/>
      <dgm:spPr/>
      <dgm:t>
        <a:bodyPr/>
        <a:lstStyle/>
        <a:p>
          <a:pPr algn="ctr"/>
          <a:endParaRPr lang="en-US"/>
        </a:p>
      </dgm:t>
    </dgm:pt>
    <dgm:pt modelId="{0D2C8AE0-E7A6-4B6F-9259-007B921CA3A8}" type="pres">
      <dgm:prSet presAssocID="{B1D6FCAA-7625-4BFF-838C-947BFFC7A671}" presName="linear" presStyleCnt="0">
        <dgm:presLayoutVars>
          <dgm:animLvl val="lvl"/>
          <dgm:resizeHandles val="exact"/>
        </dgm:presLayoutVars>
      </dgm:prSet>
      <dgm:spPr/>
    </dgm:pt>
    <dgm:pt modelId="{3D19A122-826E-4E0F-BD5C-BE56947F6C76}" type="pres">
      <dgm:prSet presAssocID="{C0271923-29E4-416C-8B62-8E5CAAA8BEF6}" presName="parentText" presStyleLbl="node1" presStyleIdx="0" presStyleCnt="4">
        <dgm:presLayoutVars>
          <dgm:chMax val="0"/>
          <dgm:bulletEnabled val="1"/>
        </dgm:presLayoutVars>
      </dgm:prSet>
      <dgm:spPr/>
    </dgm:pt>
    <dgm:pt modelId="{4A27624A-1CA8-4728-924F-F06ACCEFFDFF}" type="pres">
      <dgm:prSet presAssocID="{85127804-A673-4351-A289-A8D41D92BFF7}" presName="spacer" presStyleCnt="0"/>
      <dgm:spPr/>
    </dgm:pt>
    <dgm:pt modelId="{784BC4F4-AE23-4FC4-9FA8-772D6BBFA290}" type="pres">
      <dgm:prSet presAssocID="{91C75786-FCFA-4955-8616-96C62DB81328}" presName="parentText" presStyleLbl="node1" presStyleIdx="1" presStyleCnt="4">
        <dgm:presLayoutVars>
          <dgm:chMax val="0"/>
          <dgm:bulletEnabled val="1"/>
        </dgm:presLayoutVars>
      </dgm:prSet>
      <dgm:spPr/>
    </dgm:pt>
    <dgm:pt modelId="{B538D187-CD83-4015-8735-0679711A723E}" type="pres">
      <dgm:prSet presAssocID="{ECE08A68-B651-4790-8B90-285D312ECE8C}" presName="spacer" presStyleCnt="0"/>
      <dgm:spPr/>
    </dgm:pt>
    <dgm:pt modelId="{52F2FEBE-EA07-4E06-AA92-4DFC4745A1AC}" type="pres">
      <dgm:prSet presAssocID="{68F1E131-B923-4DDF-816C-73A924F13D2A}" presName="parentText" presStyleLbl="node1" presStyleIdx="2" presStyleCnt="4">
        <dgm:presLayoutVars>
          <dgm:chMax val="0"/>
          <dgm:bulletEnabled val="1"/>
        </dgm:presLayoutVars>
      </dgm:prSet>
      <dgm:spPr/>
    </dgm:pt>
    <dgm:pt modelId="{33BBD7D3-6474-493B-AF08-46CAA2C62B15}" type="pres">
      <dgm:prSet presAssocID="{F2688D9F-2775-43CB-AED8-EF6C8264A0D5}" presName="spacer" presStyleCnt="0"/>
      <dgm:spPr/>
    </dgm:pt>
    <dgm:pt modelId="{00F8E4BF-B9F1-486D-AD19-1C1412A8FEB2}" type="pres">
      <dgm:prSet presAssocID="{5218F78E-1F1D-4E80-B52E-18810C3E5059}" presName="parentText" presStyleLbl="node1" presStyleIdx="3" presStyleCnt="4">
        <dgm:presLayoutVars>
          <dgm:chMax val="0"/>
          <dgm:bulletEnabled val="1"/>
        </dgm:presLayoutVars>
      </dgm:prSet>
      <dgm:spPr/>
    </dgm:pt>
  </dgm:ptLst>
  <dgm:cxnLst>
    <dgm:cxn modelId="{D2616C1D-BEF2-4FA0-9FCF-EA08786BE2B3}" type="presOf" srcId="{91C75786-FCFA-4955-8616-96C62DB81328}" destId="{784BC4F4-AE23-4FC4-9FA8-772D6BBFA290}" srcOrd="0" destOrd="0" presId="urn:microsoft.com/office/officeart/2005/8/layout/vList2"/>
    <dgm:cxn modelId="{91ADEC3E-7D65-44F7-B9D8-2EC1942764A4}" type="presOf" srcId="{5218F78E-1F1D-4E80-B52E-18810C3E5059}" destId="{00F8E4BF-B9F1-486D-AD19-1C1412A8FEB2}" srcOrd="0" destOrd="0" presId="urn:microsoft.com/office/officeart/2005/8/layout/vList2"/>
    <dgm:cxn modelId="{7CC5564D-AE89-45A2-AE10-544A42141DA5}" srcId="{B1D6FCAA-7625-4BFF-838C-947BFFC7A671}" destId="{C0271923-29E4-416C-8B62-8E5CAAA8BEF6}" srcOrd="0" destOrd="0" parTransId="{A41C8403-A274-4AD4-86E8-768D10A49EE4}" sibTransId="{85127804-A673-4351-A289-A8D41D92BFF7}"/>
    <dgm:cxn modelId="{DB235C56-53BB-4C61-96C4-E6329A056B57}" srcId="{B1D6FCAA-7625-4BFF-838C-947BFFC7A671}" destId="{5218F78E-1F1D-4E80-B52E-18810C3E5059}" srcOrd="3" destOrd="0" parTransId="{2D16C0A6-6A24-49AA-BC59-F6B782F3CD08}" sibTransId="{2ADF7AF1-B719-46F4-B36D-5BC008ED900C}"/>
    <dgm:cxn modelId="{FBB27691-665C-448E-A833-8BA4FB82E6FA}" type="presOf" srcId="{C0271923-29E4-416C-8B62-8E5CAAA8BEF6}" destId="{3D19A122-826E-4E0F-BD5C-BE56947F6C76}" srcOrd="0" destOrd="0" presId="urn:microsoft.com/office/officeart/2005/8/layout/vList2"/>
    <dgm:cxn modelId="{B6E35F99-DFE8-4A84-8528-5EE2693A774F}" srcId="{B1D6FCAA-7625-4BFF-838C-947BFFC7A671}" destId="{91C75786-FCFA-4955-8616-96C62DB81328}" srcOrd="1" destOrd="0" parTransId="{07315B0E-7C20-4F83-83C1-725421D519B4}" sibTransId="{ECE08A68-B651-4790-8B90-285D312ECE8C}"/>
    <dgm:cxn modelId="{B487CEB4-0B01-42E0-9478-E06405BB15E8}" type="presOf" srcId="{68F1E131-B923-4DDF-816C-73A924F13D2A}" destId="{52F2FEBE-EA07-4E06-AA92-4DFC4745A1AC}" srcOrd="0" destOrd="0" presId="urn:microsoft.com/office/officeart/2005/8/layout/vList2"/>
    <dgm:cxn modelId="{28DF41B6-CA42-4FE8-8105-4DBC10FF6385}" type="presOf" srcId="{B1D6FCAA-7625-4BFF-838C-947BFFC7A671}" destId="{0D2C8AE0-E7A6-4B6F-9259-007B921CA3A8}" srcOrd="0" destOrd="0" presId="urn:microsoft.com/office/officeart/2005/8/layout/vList2"/>
    <dgm:cxn modelId="{57F1DADF-77DE-4968-90AB-161BBBEAFF67}" srcId="{B1D6FCAA-7625-4BFF-838C-947BFFC7A671}" destId="{68F1E131-B923-4DDF-816C-73A924F13D2A}" srcOrd="2" destOrd="0" parTransId="{FDEDCA28-9B85-4E5C-A50C-B5E767661BD0}" sibTransId="{F2688D9F-2775-43CB-AED8-EF6C8264A0D5}"/>
    <dgm:cxn modelId="{03A960D5-3B97-4094-BB44-9E61540789E9}" type="presParOf" srcId="{0D2C8AE0-E7A6-4B6F-9259-007B921CA3A8}" destId="{3D19A122-826E-4E0F-BD5C-BE56947F6C76}" srcOrd="0" destOrd="0" presId="urn:microsoft.com/office/officeart/2005/8/layout/vList2"/>
    <dgm:cxn modelId="{F186A626-9BC5-4EAD-AB4A-DB961B42E401}" type="presParOf" srcId="{0D2C8AE0-E7A6-4B6F-9259-007B921CA3A8}" destId="{4A27624A-1CA8-4728-924F-F06ACCEFFDFF}" srcOrd="1" destOrd="0" presId="urn:microsoft.com/office/officeart/2005/8/layout/vList2"/>
    <dgm:cxn modelId="{BD343A80-E958-46B6-A301-93984F2375A0}" type="presParOf" srcId="{0D2C8AE0-E7A6-4B6F-9259-007B921CA3A8}" destId="{784BC4F4-AE23-4FC4-9FA8-772D6BBFA290}" srcOrd="2" destOrd="0" presId="urn:microsoft.com/office/officeart/2005/8/layout/vList2"/>
    <dgm:cxn modelId="{BECC4C2A-327B-47E2-9A18-C2B1BF932949}" type="presParOf" srcId="{0D2C8AE0-E7A6-4B6F-9259-007B921CA3A8}" destId="{B538D187-CD83-4015-8735-0679711A723E}" srcOrd="3" destOrd="0" presId="urn:microsoft.com/office/officeart/2005/8/layout/vList2"/>
    <dgm:cxn modelId="{5170ECFB-7631-4F53-A24F-8A3C1AD5B393}" type="presParOf" srcId="{0D2C8AE0-E7A6-4B6F-9259-007B921CA3A8}" destId="{52F2FEBE-EA07-4E06-AA92-4DFC4745A1AC}" srcOrd="4" destOrd="0" presId="urn:microsoft.com/office/officeart/2005/8/layout/vList2"/>
    <dgm:cxn modelId="{243E0434-F785-46F4-A0B8-A9CAEF179053}" type="presParOf" srcId="{0D2C8AE0-E7A6-4B6F-9259-007B921CA3A8}" destId="{33BBD7D3-6474-493B-AF08-46CAA2C62B15}" srcOrd="5" destOrd="0" presId="urn:microsoft.com/office/officeart/2005/8/layout/vList2"/>
    <dgm:cxn modelId="{60F7C1D0-5EEE-48A3-BCE4-AA7F250F2068}" type="presParOf" srcId="{0D2C8AE0-E7A6-4B6F-9259-007B921CA3A8}" destId="{00F8E4BF-B9F1-486D-AD19-1C1412A8FEB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F29FC3-47B5-4AFC-AE93-A51998B3FFC6}" type="doc">
      <dgm:prSet loTypeId="urn:microsoft.com/office/officeart/2005/8/layout/process1" loCatId="process" qsTypeId="urn:microsoft.com/office/officeart/2005/8/quickstyle/simple1" qsCatId="simple" csTypeId="urn:microsoft.com/office/officeart/2005/8/colors/colorful5" csCatId="colorful" phldr="1"/>
      <dgm:spPr/>
    </dgm:pt>
    <dgm:pt modelId="{FEED0771-E7E0-4B2D-AE9B-6B326DBEF429}">
      <dgm:prSet phldrT="[Text]" custT="1"/>
      <dgm:spPr/>
      <dgm:t>
        <a:bodyPr/>
        <a:lstStyle/>
        <a:p>
          <a:r>
            <a:rPr lang="en-US" sz="2000" b="1" dirty="0">
              <a:solidFill>
                <a:schemeClr val="tx1"/>
              </a:solidFill>
            </a:rPr>
            <a:t>Awareness </a:t>
          </a:r>
        </a:p>
      </dgm:t>
    </dgm:pt>
    <dgm:pt modelId="{155FC9A0-7809-45E7-A9FD-345AEBD08503}" type="parTrans" cxnId="{02F6300B-02F9-4D8C-9EFD-37D1180949FE}">
      <dgm:prSet/>
      <dgm:spPr/>
      <dgm:t>
        <a:bodyPr/>
        <a:lstStyle/>
        <a:p>
          <a:endParaRPr lang="en-US" sz="2800" b="1">
            <a:solidFill>
              <a:schemeClr val="tx1"/>
            </a:solidFill>
          </a:endParaRPr>
        </a:p>
      </dgm:t>
    </dgm:pt>
    <dgm:pt modelId="{A8CB1857-81E4-4F3B-8241-282BE24433D0}" type="sibTrans" cxnId="{02F6300B-02F9-4D8C-9EFD-37D1180949FE}">
      <dgm:prSet custT="1"/>
      <dgm:spPr/>
      <dgm:t>
        <a:bodyPr/>
        <a:lstStyle/>
        <a:p>
          <a:endParaRPr lang="en-US" sz="1800" b="1">
            <a:solidFill>
              <a:schemeClr val="tx1"/>
            </a:solidFill>
          </a:endParaRPr>
        </a:p>
      </dgm:t>
    </dgm:pt>
    <dgm:pt modelId="{03195555-46BD-4A54-A4DF-CF83681EC12D}">
      <dgm:prSet custT="1"/>
      <dgm:spPr/>
      <dgm:t>
        <a:bodyPr/>
        <a:lstStyle/>
        <a:p>
          <a:r>
            <a:rPr lang="en-US" sz="2000" b="1">
              <a:solidFill>
                <a:schemeClr val="tx1"/>
              </a:solidFill>
            </a:rPr>
            <a:t>Interest</a:t>
          </a:r>
          <a:endParaRPr lang="en-US" sz="2000" b="1" dirty="0">
            <a:solidFill>
              <a:schemeClr val="tx1"/>
            </a:solidFill>
          </a:endParaRPr>
        </a:p>
      </dgm:t>
    </dgm:pt>
    <dgm:pt modelId="{C728D58F-59B5-4E38-ABC6-9A8A1E6733EB}" type="parTrans" cxnId="{7195B078-CB23-4D52-9564-4F716A002B52}">
      <dgm:prSet/>
      <dgm:spPr/>
      <dgm:t>
        <a:bodyPr/>
        <a:lstStyle/>
        <a:p>
          <a:endParaRPr lang="en-US" sz="2800" b="1">
            <a:solidFill>
              <a:schemeClr val="tx1"/>
            </a:solidFill>
          </a:endParaRPr>
        </a:p>
      </dgm:t>
    </dgm:pt>
    <dgm:pt modelId="{55AD4BA5-E649-4BC1-8C1D-5A15F2FB2E01}" type="sibTrans" cxnId="{7195B078-CB23-4D52-9564-4F716A002B52}">
      <dgm:prSet custT="1"/>
      <dgm:spPr/>
      <dgm:t>
        <a:bodyPr/>
        <a:lstStyle/>
        <a:p>
          <a:endParaRPr lang="en-US" sz="1800" b="1">
            <a:solidFill>
              <a:schemeClr val="tx1"/>
            </a:solidFill>
          </a:endParaRPr>
        </a:p>
      </dgm:t>
    </dgm:pt>
    <dgm:pt modelId="{7CC97A35-F124-4271-A4F9-EB1920FAAB1B}">
      <dgm:prSet custT="1"/>
      <dgm:spPr/>
      <dgm:t>
        <a:bodyPr/>
        <a:lstStyle/>
        <a:p>
          <a:r>
            <a:rPr lang="en-US" sz="2000" b="1" dirty="0">
              <a:solidFill>
                <a:schemeClr val="tx1"/>
              </a:solidFill>
            </a:rPr>
            <a:t>Evaluation</a:t>
          </a:r>
        </a:p>
      </dgm:t>
    </dgm:pt>
    <dgm:pt modelId="{00B7793A-A265-4CF7-B561-4F706DE24006}" type="parTrans" cxnId="{3A79B949-9F04-4528-91D5-1B45A9C2707F}">
      <dgm:prSet/>
      <dgm:spPr/>
      <dgm:t>
        <a:bodyPr/>
        <a:lstStyle/>
        <a:p>
          <a:endParaRPr lang="en-US" sz="2800" b="1">
            <a:solidFill>
              <a:schemeClr val="tx1"/>
            </a:solidFill>
          </a:endParaRPr>
        </a:p>
      </dgm:t>
    </dgm:pt>
    <dgm:pt modelId="{D0865ADD-6495-46B9-A8D3-AD104F46B8C5}" type="sibTrans" cxnId="{3A79B949-9F04-4528-91D5-1B45A9C2707F}">
      <dgm:prSet custT="1"/>
      <dgm:spPr/>
      <dgm:t>
        <a:bodyPr/>
        <a:lstStyle/>
        <a:p>
          <a:endParaRPr lang="en-US" sz="1800" b="1">
            <a:solidFill>
              <a:schemeClr val="tx1"/>
            </a:solidFill>
          </a:endParaRPr>
        </a:p>
      </dgm:t>
    </dgm:pt>
    <dgm:pt modelId="{A1060467-59A7-4D94-A9FD-AC86DD8989FD}">
      <dgm:prSet custT="1"/>
      <dgm:spPr/>
      <dgm:t>
        <a:bodyPr/>
        <a:lstStyle/>
        <a:p>
          <a:r>
            <a:rPr lang="en-US" sz="2000" b="1">
              <a:solidFill>
                <a:schemeClr val="tx1"/>
              </a:solidFill>
            </a:rPr>
            <a:t>Trial</a:t>
          </a:r>
          <a:endParaRPr lang="en-US" sz="2000" b="1" dirty="0">
            <a:solidFill>
              <a:schemeClr val="tx1"/>
            </a:solidFill>
          </a:endParaRPr>
        </a:p>
      </dgm:t>
    </dgm:pt>
    <dgm:pt modelId="{8AE0138A-F525-4F2B-A392-CCDB4943BF00}" type="parTrans" cxnId="{9D1D1026-28A1-4312-914F-FB074E880AF3}">
      <dgm:prSet/>
      <dgm:spPr/>
      <dgm:t>
        <a:bodyPr/>
        <a:lstStyle/>
        <a:p>
          <a:endParaRPr lang="en-US" sz="2800" b="1">
            <a:solidFill>
              <a:schemeClr val="tx1"/>
            </a:solidFill>
          </a:endParaRPr>
        </a:p>
      </dgm:t>
    </dgm:pt>
    <dgm:pt modelId="{65A22D79-5180-4FD9-A2D3-1E6EC6A46A8D}" type="sibTrans" cxnId="{9D1D1026-28A1-4312-914F-FB074E880AF3}">
      <dgm:prSet custT="1"/>
      <dgm:spPr/>
      <dgm:t>
        <a:bodyPr/>
        <a:lstStyle/>
        <a:p>
          <a:endParaRPr lang="en-US" sz="1800" b="1">
            <a:solidFill>
              <a:schemeClr val="tx1"/>
            </a:solidFill>
          </a:endParaRPr>
        </a:p>
      </dgm:t>
    </dgm:pt>
    <dgm:pt modelId="{CC2C90FB-B80D-40A1-9053-98CA348D2A1B}">
      <dgm:prSet custT="1"/>
      <dgm:spPr/>
      <dgm:t>
        <a:bodyPr/>
        <a:lstStyle/>
        <a:p>
          <a:r>
            <a:rPr lang="en-US" sz="2000" b="1" dirty="0">
              <a:solidFill>
                <a:schemeClr val="tx1"/>
              </a:solidFill>
            </a:rPr>
            <a:t>Adoption</a:t>
          </a:r>
        </a:p>
      </dgm:t>
    </dgm:pt>
    <dgm:pt modelId="{DEE52866-3ACF-4122-92B5-D97EF5B138A8}" type="parTrans" cxnId="{EB19F13E-9D65-4FD8-AEF0-257F34F10F5D}">
      <dgm:prSet/>
      <dgm:spPr/>
      <dgm:t>
        <a:bodyPr/>
        <a:lstStyle/>
        <a:p>
          <a:endParaRPr lang="en-US" sz="2800" b="1">
            <a:solidFill>
              <a:schemeClr val="tx1"/>
            </a:solidFill>
          </a:endParaRPr>
        </a:p>
      </dgm:t>
    </dgm:pt>
    <dgm:pt modelId="{4E1931C2-847C-44D2-AFDD-A6A27E5E03C7}" type="sibTrans" cxnId="{EB19F13E-9D65-4FD8-AEF0-257F34F10F5D}">
      <dgm:prSet/>
      <dgm:spPr/>
      <dgm:t>
        <a:bodyPr/>
        <a:lstStyle/>
        <a:p>
          <a:endParaRPr lang="en-US" sz="2800" b="1">
            <a:solidFill>
              <a:schemeClr val="tx1"/>
            </a:solidFill>
          </a:endParaRPr>
        </a:p>
      </dgm:t>
    </dgm:pt>
    <dgm:pt modelId="{BE88F0DB-B381-47C3-B507-4715086E8ABC}" type="pres">
      <dgm:prSet presAssocID="{DBF29FC3-47B5-4AFC-AE93-A51998B3FFC6}" presName="Name0" presStyleCnt="0">
        <dgm:presLayoutVars>
          <dgm:dir/>
          <dgm:resizeHandles val="exact"/>
        </dgm:presLayoutVars>
      </dgm:prSet>
      <dgm:spPr/>
    </dgm:pt>
    <dgm:pt modelId="{3A5FA3E6-0C12-48B3-8A03-E7CC2055218E}" type="pres">
      <dgm:prSet presAssocID="{FEED0771-E7E0-4B2D-AE9B-6B326DBEF429}" presName="node" presStyleLbl="node1" presStyleIdx="0" presStyleCnt="5" custScaleX="157153" custScaleY="109077">
        <dgm:presLayoutVars>
          <dgm:bulletEnabled val="1"/>
        </dgm:presLayoutVars>
      </dgm:prSet>
      <dgm:spPr/>
    </dgm:pt>
    <dgm:pt modelId="{909F5FD2-F476-45E3-A772-D21A58383A76}" type="pres">
      <dgm:prSet presAssocID="{A8CB1857-81E4-4F3B-8241-282BE24433D0}" presName="sibTrans" presStyleLbl="sibTrans2D1" presStyleIdx="0" presStyleCnt="4"/>
      <dgm:spPr/>
    </dgm:pt>
    <dgm:pt modelId="{0A5907B9-B809-4026-B9FD-91F58C7C07B6}" type="pres">
      <dgm:prSet presAssocID="{A8CB1857-81E4-4F3B-8241-282BE24433D0}" presName="connectorText" presStyleLbl="sibTrans2D1" presStyleIdx="0" presStyleCnt="4"/>
      <dgm:spPr/>
    </dgm:pt>
    <dgm:pt modelId="{A884C394-D2A0-4F48-9969-6B2F5E76CEDE}" type="pres">
      <dgm:prSet presAssocID="{03195555-46BD-4A54-A4DF-CF83681EC12D}" presName="node" presStyleLbl="node1" presStyleIdx="1" presStyleCnt="5" custScaleX="122584" custScaleY="104567">
        <dgm:presLayoutVars>
          <dgm:bulletEnabled val="1"/>
        </dgm:presLayoutVars>
      </dgm:prSet>
      <dgm:spPr/>
    </dgm:pt>
    <dgm:pt modelId="{E381A78E-867E-43E1-BD92-30C6DB2AF4D5}" type="pres">
      <dgm:prSet presAssocID="{55AD4BA5-E649-4BC1-8C1D-5A15F2FB2E01}" presName="sibTrans" presStyleLbl="sibTrans2D1" presStyleIdx="1" presStyleCnt="4"/>
      <dgm:spPr/>
    </dgm:pt>
    <dgm:pt modelId="{35146EC8-6F80-4170-B704-6385AA59972A}" type="pres">
      <dgm:prSet presAssocID="{55AD4BA5-E649-4BC1-8C1D-5A15F2FB2E01}" presName="connectorText" presStyleLbl="sibTrans2D1" presStyleIdx="1" presStyleCnt="4"/>
      <dgm:spPr/>
    </dgm:pt>
    <dgm:pt modelId="{8E9B6257-8C68-477C-AC98-A60E5BBE9FED}" type="pres">
      <dgm:prSet presAssocID="{7CC97A35-F124-4271-A4F9-EB1920FAAB1B}" presName="node" presStyleLbl="node1" presStyleIdx="2" presStyleCnt="5" custScaleX="155927" custScaleY="109072">
        <dgm:presLayoutVars>
          <dgm:bulletEnabled val="1"/>
        </dgm:presLayoutVars>
      </dgm:prSet>
      <dgm:spPr/>
    </dgm:pt>
    <dgm:pt modelId="{3027865A-F5B8-423B-B3AB-8C856C8C6C93}" type="pres">
      <dgm:prSet presAssocID="{D0865ADD-6495-46B9-A8D3-AD104F46B8C5}" presName="sibTrans" presStyleLbl="sibTrans2D1" presStyleIdx="2" presStyleCnt="4"/>
      <dgm:spPr/>
    </dgm:pt>
    <dgm:pt modelId="{45CB9EA7-216F-44FB-AAC1-217E07AACE3B}" type="pres">
      <dgm:prSet presAssocID="{D0865ADD-6495-46B9-A8D3-AD104F46B8C5}" presName="connectorText" presStyleLbl="sibTrans2D1" presStyleIdx="2" presStyleCnt="4"/>
      <dgm:spPr/>
    </dgm:pt>
    <dgm:pt modelId="{D4E1AF49-FE61-437B-8797-E23E0967D8EB}" type="pres">
      <dgm:prSet presAssocID="{A1060467-59A7-4D94-A9FD-AC86DD8989FD}" presName="node" presStyleLbl="node1" presStyleIdx="3" presStyleCnt="5">
        <dgm:presLayoutVars>
          <dgm:bulletEnabled val="1"/>
        </dgm:presLayoutVars>
      </dgm:prSet>
      <dgm:spPr/>
    </dgm:pt>
    <dgm:pt modelId="{BCC64161-1623-4D29-949D-5C1CD873D4B3}" type="pres">
      <dgm:prSet presAssocID="{65A22D79-5180-4FD9-A2D3-1E6EC6A46A8D}" presName="sibTrans" presStyleLbl="sibTrans2D1" presStyleIdx="3" presStyleCnt="4"/>
      <dgm:spPr/>
    </dgm:pt>
    <dgm:pt modelId="{AA4062D1-8B24-44A4-90E2-061A613D413F}" type="pres">
      <dgm:prSet presAssocID="{65A22D79-5180-4FD9-A2D3-1E6EC6A46A8D}" presName="connectorText" presStyleLbl="sibTrans2D1" presStyleIdx="3" presStyleCnt="4"/>
      <dgm:spPr/>
    </dgm:pt>
    <dgm:pt modelId="{A4851837-6FAE-4F8F-8C17-5C01A533F828}" type="pres">
      <dgm:prSet presAssocID="{CC2C90FB-B80D-40A1-9053-98CA348D2A1B}" presName="node" presStyleLbl="node1" presStyleIdx="4" presStyleCnt="5" custScaleX="153283" custScaleY="110430">
        <dgm:presLayoutVars>
          <dgm:bulletEnabled val="1"/>
        </dgm:presLayoutVars>
      </dgm:prSet>
      <dgm:spPr/>
    </dgm:pt>
  </dgm:ptLst>
  <dgm:cxnLst>
    <dgm:cxn modelId="{E9078005-6945-4C77-9B75-557143B8CE19}" type="presOf" srcId="{A1060467-59A7-4D94-A9FD-AC86DD8989FD}" destId="{D4E1AF49-FE61-437B-8797-E23E0967D8EB}" srcOrd="0" destOrd="0" presId="urn:microsoft.com/office/officeart/2005/8/layout/process1"/>
    <dgm:cxn modelId="{02F6300B-02F9-4D8C-9EFD-37D1180949FE}" srcId="{DBF29FC3-47B5-4AFC-AE93-A51998B3FFC6}" destId="{FEED0771-E7E0-4B2D-AE9B-6B326DBEF429}" srcOrd="0" destOrd="0" parTransId="{155FC9A0-7809-45E7-A9FD-345AEBD08503}" sibTransId="{A8CB1857-81E4-4F3B-8241-282BE24433D0}"/>
    <dgm:cxn modelId="{9D1D1026-28A1-4312-914F-FB074E880AF3}" srcId="{DBF29FC3-47B5-4AFC-AE93-A51998B3FFC6}" destId="{A1060467-59A7-4D94-A9FD-AC86DD8989FD}" srcOrd="3" destOrd="0" parTransId="{8AE0138A-F525-4F2B-A392-CCDB4943BF00}" sibTransId="{65A22D79-5180-4FD9-A2D3-1E6EC6A46A8D}"/>
    <dgm:cxn modelId="{7F468D3A-8052-476A-9109-DC439ABE82D3}" type="presOf" srcId="{65A22D79-5180-4FD9-A2D3-1E6EC6A46A8D}" destId="{AA4062D1-8B24-44A4-90E2-061A613D413F}" srcOrd="1" destOrd="0" presId="urn:microsoft.com/office/officeart/2005/8/layout/process1"/>
    <dgm:cxn modelId="{EB19F13E-9D65-4FD8-AEF0-257F34F10F5D}" srcId="{DBF29FC3-47B5-4AFC-AE93-A51998B3FFC6}" destId="{CC2C90FB-B80D-40A1-9053-98CA348D2A1B}" srcOrd="4" destOrd="0" parTransId="{DEE52866-3ACF-4122-92B5-D97EF5B138A8}" sibTransId="{4E1931C2-847C-44D2-AFDD-A6A27E5E03C7}"/>
    <dgm:cxn modelId="{0E9C8366-D8B9-440F-91CD-8AE9401819CE}" type="presOf" srcId="{DBF29FC3-47B5-4AFC-AE93-A51998B3FFC6}" destId="{BE88F0DB-B381-47C3-B507-4715086E8ABC}" srcOrd="0" destOrd="0" presId="urn:microsoft.com/office/officeart/2005/8/layout/process1"/>
    <dgm:cxn modelId="{3A79B949-9F04-4528-91D5-1B45A9C2707F}" srcId="{DBF29FC3-47B5-4AFC-AE93-A51998B3FFC6}" destId="{7CC97A35-F124-4271-A4F9-EB1920FAAB1B}" srcOrd="2" destOrd="0" parTransId="{00B7793A-A265-4CF7-B561-4F706DE24006}" sibTransId="{D0865ADD-6495-46B9-A8D3-AD104F46B8C5}"/>
    <dgm:cxn modelId="{6C9FAA57-1C98-4CAF-A945-01AFBF7FF82F}" type="presOf" srcId="{55AD4BA5-E649-4BC1-8C1D-5A15F2FB2E01}" destId="{E381A78E-867E-43E1-BD92-30C6DB2AF4D5}" srcOrd="0" destOrd="0" presId="urn:microsoft.com/office/officeart/2005/8/layout/process1"/>
    <dgm:cxn modelId="{7195B078-CB23-4D52-9564-4F716A002B52}" srcId="{DBF29FC3-47B5-4AFC-AE93-A51998B3FFC6}" destId="{03195555-46BD-4A54-A4DF-CF83681EC12D}" srcOrd="1" destOrd="0" parTransId="{C728D58F-59B5-4E38-ABC6-9A8A1E6733EB}" sibTransId="{55AD4BA5-E649-4BC1-8C1D-5A15F2FB2E01}"/>
    <dgm:cxn modelId="{C2F33583-6633-48A3-8588-E3DD8DB51D4D}" type="presOf" srcId="{7CC97A35-F124-4271-A4F9-EB1920FAAB1B}" destId="{8E9B6257-8C68-477C-AC98-A60E5BBE9FED}" srcOrd="0" destOrd="0" presId="urn:microsoft.com/office/officeart/2005/8/layout/process1"/>
    <dgm:cxn modelId="{CD87128D-D9AD-45D5-839D-520D49E3FB00}" type="presOf" srcId="{CC2C90FB-B80D-40A1-9053-98CA348D2A1B}" destId="{A4851837-6FAE-4F8F-8C17-5C01A533F828}" srcOrd="0" destOrd="0" presId="urn:microsoft.com/office/officeart/2005/8/layout/process1"/>
    <dgm:cxn modelId="{6236758D-75D0-4ED4-809F-ED92404E48EF}" type="presOf" srcId="{A8CB1857-81E4-4F3B-8241-282BE24433D0}" destId="{909F5FD2-F476-45E3-A772-D21A58383A76}" srcOrd="0" destOrd="0" presId="urn:microsoft.com/office/officeart/2005/8/layout/process1"/>
    <dgm:cxn modelId="{8B72538E-E089-4C1A-B8F3-6D603C759566}" type="presOf" srcId="{FEED0771-E7E0-4B2D-AE9B-6B326DBEF429}" destId="{3A5FA3E6-0C12-48B3-8A03-E7CC2055218E}" srcOrd="0" destOrd="0" presId="urn:microsoft.com/office/officeart/2005/8/layout/process1"/>
    <dgm:cxn modelId="{075916AD-59E4-4839-9AAE-5A371628B5C6}" type="presOf" srcId="{65A22D79-5180-4FD9-A2D3-1E6EC6A46A8D}" destId="{BCC64161-1623-4D29-949D-5C1CD873D4B3}" srcOrd="0" destOrd="0" presId="urn:microsoft.com/office/officeart/2005/8/layout/process1"/>
    <dgm:cxn modelId="{5FEADCB6-5D3D-49E3-82A3-936C6165217A}" type="presOf" srcId="{55AD4BA5-E649-4BC1-8C1D-5A15F2FB2E01}" destId="{35146EC8-6F80-4170-B704-6385AA59972A}" srcOrd="1" destOrd="0" presId="urn:microsoft.com/office/officeart/2005/8/layout/process1"/>
    <dgm:cxn modelId="{64D1A4CA-E5EB-4101-ABBA-B2899927CD75}" type="presOf" srcId="{03195555-46BD-4A54-A4DF-CF83681EC12D}" destId="{A884C394-D2A0-4F48-9969-6B2F5E76CEDE}" srcOrd="0" destOrd="0" presId="urn:microsoft.com/office/officeart/2005/8/layout/process1"/>
    <dgm:cxn modelId="{10211DD1-2218-44BB-BB9E-F2890B669490}" type="presOf" srcId="{D0865ADD-6495-46B9-A8D3-AD104F46B8C5}" destId="{45CB9EA7-216F-44FB-AAC1-217E07AACE3B}" srcOrd="1" destOrd="0" presId="urn:microsoft.com/office/officeart/2005/8/layout/process1"/>
    <dgm:cxn modelId="{D09DA4D7-11D9-452E-98AC-BD9A590E2CFC}" type="presOf" srcId="{A8CB1857-81E4-4F3B-8241-282BE24433D0}" destId="{0A5907B9-B809-4026-B9FD-91F58C7C07B6}" srcOrd="1" destOrd="0" presId="urn:microsoft.com/office/officeart/2005/8/layout/process1"/>
    <dgm:cxn modelId="{9A1BBAEC-F143-40DF-BE1E-618E257516BD}" type="presOf" srcId="{D0865ADD-6495-46B9-A8D3-AD104F46B8C5}" destId="{3027865A-F5B8-423B-B3AB-8C856C8C6C93}" srcOrd="0" destOrd="0" presId="urn:microsoft.com/office/officeart/2005/8/layout/process1"/>
    <dgm:cxn modelId="{AD8E642D-2621-41DA-BAF5-CB67A27530EB}" type="presParOf" srcId="{BE88F0DB-B381-47C3-B507-4715086E8ABC}" destId="{3A5FA3E6-0C12-48B3-8A03-E7CC2055218E}" srcOrd="0" destOrd="0" presId="urn:microsoft.com/office/officeart/2005/8/layout/process1"/>
    <dgm:cxn modelId="{4ED1B106-1BD9-489D-B173-51940F091471}" type="presParOf" srcId="{BE88F0DB-B381-47C3-B507-4715086E8ABC}" destId="{909F5FD2-F476-45E3-A772-D21A58383A76}" srcOrd="1" destOrd="0" presId="urn:microsoft.com/office/officeart/2005/8/layout/process1"/>
    <dgm:cxn modelId="{25145C36-8595-47ED-BA3D-A100C4AF064A}" type="presParOf" srcId="{909F5FD2-F476-45E3-A772-D21A58383A76}" destId="{0A5907B9-B809-4026-B9FD-91F58C7C07B6}" srcOrd="0" destOrd="0" presId="urn:microsoft.com/office/officeart/2005/8/layout/process1"/>
    <dgm:cxn modelId="{7B6D9C3F-E671-401D-A80C-DEE933A1C89D}" type="presParOf" srcId="{BE88F0DB-B381-47C3-B507-4715086E8ABC}" destId="{A884C394-D2A0-4F48-9969-6B2F5E76CEDE}" srcOrd="2" destOrd="0" presId="urn:microsoft.com/office/officeart/2005/8/layout/process1"/>
    <dgm:cxn modelId="{0BC05B67-3308-4D68-8E2A-542DA4ECB3E5}" type="presParOf" srcId="{BE88F0DB-B381-47C3-B507-4715086E8ABC}" destId="{E381A78E-867E-43E1-BD92-30C6DB2AF4D5}" srcOrd="3" destOrd="0" presId="urn:microsoft.com/office/officeart/2005/8/layout/process1"/>
    <dgm:cxn modelId="{0865050E-2DA8-487B-964D-8DC83BA58DB8}" type="presParOf" srcId="{E381A78E-867E-43E1-BD92-30C6DB2AF4D5}" destId="{35146EC8-6F80-4170-B704-6385AA59972A}" srcOrd="0" destOrd="0" presId="urn:microsoft.com/office/officeart/2005/8/layout/process1"/>
    <dgm:cxn modelId="{4A17EF1D-5F34-4B0C-BE92-E37F777D753C}" type="presParOf" srcId="{BE88F0DB-B381-47C3-B507-4715086E8ABC}" destId="{8E9B6257-8C68-477C-AC98-A60E5BBE9FED}" srcOrd="4" destOrd="0" presId="urn:microsoft.com/office/officeart/2005/8/layout/process1"/>
    <dgm:cxn modelId="{75F8DF26-DFFC-4670-82DF-3EC7F0C5EB0A}" type="presParOf" srcId="{BE88F0DB-B381-47C3-B507-4715086E8ABC}" destId="{3027865A-F5B8-423B-B3AB-8C856C8C6C93}" srcOrd="5" destOrd="0" presId="urn:microsoft.com/office/officeart/2005/8/layout/process1"/>
    <dgm:cxn modelId="{2E440404-9463-4858-AF27-E39D6D67FA1C}" type="presParOf" srcId="{3027865A-F5B8-423B-B3AB-8C856C8C6C93}" destId="{45CB9EA7-216F-44FB-AAC1-217E07AACE3B}" srcOrd="0" destOrd="0" presId="urn:microsoft.com/office/officeart/2005/8/layout/process1"/>
    <dgm:cxn modelId="{A2612DD5-34A3-4354-B0AB-285CE88AC949}" type="presParOf" srcId="{BE88F0DB-B381-47C3-B507-4715086E8ABC}" destId="{D4E1AF49-FE61-437B-8797-E23E0967D8EB}" srcOrd="6" destOrd="0" presId="urn:microsoft.com/office/officeart/2005/8/layout/process1"/>
    <dgm:cxn modelId="{A1811F3C-D9BF-4021-88A0-158766D9BA6E}" type="presParOf" srcId="{BE88F0DB-B381-47C3-B507-4715086E8ABC}" destId="{BCC64161-1623-4D29-949D-5C1CD873D4B3}" srcOrd="7" destOrd="0" presId="urn:microsoft.com/office/officeart/2005/8/layout/process1"/>
    <dgm:cxn modelId="{6DDE2837-1BC9-49BD-B0C0-33D90564EFEC}" type="presParOf" srcId="{BCC64161-1623-4D29-949D-5C1CD873D4B3}" destId="{AA4062D1-8B24-44A4-90E2-061A613D413F}" srcOrd="0" destOrd="0" presId="urn:microsoft.com/office/officeart/2005/8/layout/process1"/>
    <dgm:cxn modelId="{51C82FBD-0FB2-41AD-9440-88F15D802792}" type="presParOf" srcId="{BE88F0DB-B381-47C3-B507-4715086E8ABC}" destId="{A4851837-6FAE-4F8F-8C17-5C01A533F828}"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120A482-DEC1-45E0-9E28-F1BB50068CAE}" type="doc">
      <dgm:prSet loTypeId="urn:microsoft.com/office/officeart/2005/8/layout/default#4" loCatId="list" qsTypeId="urn:microsoft.com/office/officeart/2005/8/quickstyle/simple1" qsCatId="simple" csTypeId="urn:microsoft.com/office/officeart/2005/8/colors/colorful1#1" csCatId="colorful" phldr="1"/>
      <dgm:spPr/>
      <dgm:t>
        <a:bodyPr/>
        <a:lstStyle/>
        <a:p>
          <a:endParaRPr lang="en-US"/>
        </a:p>
      </dgm:t>
    </dgm:pt>
    <dgm:pt modelId="{2B7F1B11-CCE9-4E30-BEA2-35AE16833B2A}">
      <dgm:prSet custT="1"/>
      <dgm:spPr/>
      <dgm:t>
        <a:bodyPr/>
        <a:lstStyle/>
        <a:p>
          <a:pPr rtl="0"/>
          <a:r>
            <a:rPr lang="en-US" sz="2800" dirty="0">
              <a:solidFill>
                <a:schemeClr val="tx1"/>
              </a:solidFill>
            </a:rPr>
            <a:t>Relative advantage </a:t>
          </a:r>
          <a:r>
            <a:rPr lang="en-US" sz="1400" dirty="0">
              <a:solidFill>
                <a:schemeClr val="tx1"/>
              </a:solidFill>
            </a:rPr>
            <a:t>(degree to which innovation appears superior to existing product)</a:t>
          </a:r>
          <a:endParaRPr lang="en-US" sz="2800" dirty="0">
            <a:solidFill>
              <a:schemeClr val="tx1"/>
            </a:solidFill>
          </a:endParaRPr>
        </a:p>
      </dgm:t>
    </dgm:pt>
    <dgm:pt modelId="{ACFC0CF0-EA88-457B-A865-79B27F8D8ACE}" type="parTrans" cxnId="{0D31DE44-4AB1-4978-91B8-B3C5EB2FA4FC}">
      <dgm:prSet/>
      <dgm:spPr/>
      <dgm:t>
        <a:bodyPr/>
        <a:lstStyle/>
        <a:p>
          <a:endParaRPr lang="en-US" sz="2000">
            <a:solidFill>
              <a:schemeClr val="tx1"/>
            </a:solidFill>
          </a:endParaRPr>
        </a:p>
      </dgm:t>
    </dgm:pt>
    <dgm:pt modelId="{381E26FE-D337-4FBA-8A00-06584650C19A}" type="sibTrans" cxnId="{0D31DE44-4AB1-4978-91B8-B3C5EB2FA4FC}">
      <dgm:prSet/>
      <dgm:spPr/>
      <dgm:t>
        <a:bodyPr/>
        <a:lstStyle/>
        <a:p>
          <a:endParaRPr lang="en-US" sz="2000">
            <a:solidFill>
              <a:schemeClr val="tx1"/>
            </a:solidFill>
          </a:endParaRPr>
        </a:p>
      </dgm:t>
    </dgm:pt>
    <dgm:pt modelId="{FF1F9786-5577-42DB-BA20-2C8B3AB26751}">
      <dgm:prSet custT="1"/>
      <dgm:spPr/>
      <dgm:t>
        <a:bodyPr/>
        <a:lstStyle/>
        <a:p>
          <a:pPr rtl="0"/>
          <a:r>
            <a:rPr lang="en-US" sz="2800" dirty="0">
              <a:solidFill>
                <a:schemeClr val="tx1"/>
              </a:solidFill>
            </a:rPr>
            <a:t>Compatibility </a:t>
          </a:r>
          <a:r>
            <a:rPr lang="en-US" sz="1600" dirty="0">
              <a:solidFill>
                <a:schemeClr val="tx1"/>
              </a:solidFill>
            </a:rPr>
            <a:t>(degree to which the innovation fits the values &amp; experiences of potential Consumer)</a:t>
          </a:r>
          <a:endParaRPr lang="en-US" sz="2800" dirty="0">
            <a:solidFill>
              <a:schemeClr val="tx1"/>
            </a:solidFill>
          </a:endParaRPr>
        </a:p>
      </dgm:t>
    </dgm:pt>
    <dgm:pt modelId="{881E7A18-C0AD-4677-A8A3-DD11F26A989D}" type="parTrans" cxnId="{3DC1A1B1-D711-4DC4-ACA0-5B33FA38A48C}">
      <dgm:prSet/>
      <dgm:spPr/>
      <dgm:t>
        <a:bodyPr/>
        <a:lstStyle/>
        <a:p>
          <a:endParaRPr lang="en-US" sz="2000">
            <a:solidFill>
              <a:schemeClr val="tx1"/>
            </a:solidFill>
          </a:endParaRPr>
        </a:p>
      </dgm:t>
    </dgm:pt>
    <dgm:pt modelId="{5B382D14-AEFD-4CF8-88B7-13622286887C}" type="sibTrans" cxnId="{3DC1A1B1-D711-4DC4-ACA0-5B33FA38A48C}">
      <dgm:prSet/>
      <dgm:spPr/>
      <dgm:t>
        <a:bodyPr/>
        <a:lstStyle/>
        <a:p>
          <a:endParaRPr lang="en-US" sz="2000">
            <a:solidFill>
              <a:schemeClr val="tx1"/>
            </a:solidFill>
          </a:endParaRPr>
        </a:p>
      </dgm:t>
    </dgm:pt>
    <dgm:pt modelId="{F88EE03B-FF7D-4C8A-85C3-AD76406E4FE8}">
      <dgm:prSet custT="1"/>
      <dgm:spPr/>
      <dgm:t>
        <a:bodyPr/>
        <a:lstStyle/>
        <a:p>
          <a:pPr rtl="0"/>
          <a:r>
            <a:rPr lang="en-US" sz="2800" dirty="0">
              <a:solidFill>
                <a:schemeClr val="tx1"/>
              </a:solidFill>
            </a:rPr>
            <a:t>Complexity </a:t>
          </a:r>
          <a:r>
            <a:rPr lang="en-US" sz="1400" dirty="0">
              <a:solidFill>
                <a:schemeClr val="tx1"/>
              </a:solidFill>
            </a:rPr>
            <a:t>(degree to which an innovation is difficult to understand)</a:t>
          </a:r>
          <a:endParaRPr lang="en-US" sz="2800" dirty="0">
            <a:solidFill>
              <a:schemeClr val="tx1"/>
            </a:solidFill>
          </a:endParaRPr>
        </a:p>
      </dgm:t>
    </dgm:pt>
    <dgm:pt modelId="{32E294BD-15BD-40CA-8C58-917A7056ECA3}" type="parTrans" cxnId="{BD9C0EBA-A56F-4B1D-80A0-78D0ABD8A645}">
      <dgm:prSet/>
      <dgm:spPr/>
      <dgm:t>
        <a:bodyPr/>
        <a:lstStyle/>
        <a:p>
          <a:endParaRPr lang="en-US" sz="2000">
            <a:solidFill>
              <a:schemeClr val="tx1"/>
            </a:solidFill>
          </a:endParaRPr>
        </a:p>
      </dgm:t>
    </dgm:pt>
    <dgm:pt modelId="{572D429E-B609-45B8-8E08-E0AB635F1D4D}" type="sibTrans" cxnId="{BD9C0EBA-A56F-4B1D-80A0-78D0ABD8A645}">
      <dgm:prSet/>
      <dgm:spPr/>
      <dgm:t>
        <a:bodyPr/>
        <a:lstStyle/>
        <a:p>
          <a:endParaRPr lang="en-US" sz="2000">
            <a:solidFill>
              <a:schemeClr val="tx1"/>
            </a:solidFill>
          </a:endParaRPr>
        </a:p>
      </dgm:t>
    </dgm:pt>
    <dgm:pt modelId="{5A03B625-A9CE-4916-B61A-0B02020AC6E0}">
      <dgm:prSet custT="1"/>
      <dgm:spPr/>
      <dgm:t>
        <a:bodyPr/>
        <a:lstStyle/>
        <a:p>
          <a:pPr rtl="0"/>
          <a:r>
            <a:rPr lang="en-US" sz="2800" dirty="0">
              <a:solidFill>
                <a:schemeClr val="tx1"/>
              </a:solidFill>
            </a:rPr>
            <a:t>Divisibility </a:t>
          </a:r>
          <a:r>
            <a:rPr lang="en-US" sz="1400" dirty="0">
              <a:solidFill>
                <a:schemeClr val="tx1"/>
              </a:solidFill>
            </a:rPr>
            <a:t>(degree to which innovation may be tried on a limited basis)</a:t>
          </a:r>
          <a:endParaRPr lang="en-US" sz="2800" dirty="0">
            <a:solidFill>
              <a:schemeClr val="tx1"/>
            </a:solidFill>
          </a:endParaRPr>
        </a:p>
      </dgm:t>
    </dgm:pt>
    <dgm:pt modelId="{5DB70015-A670-45E6-BAA3-4D201C2BC824}" type="parTrans" cxnId="{A1CE24EE-D05A-4A0E-AE4C-E55214E60ED1}">
      <dgm:prSet/>
      <dgm:spPr/>
      <dgm:t>
        <a:bodyPr/>
        <a:lstStyle/>
        <a:p>
          <a:endParaRPr lang="en-US" sz="2000">
            <a:solidFill>
              <a:schemeClr val="tx1"/>
            </a:solidFill>
          </a:endParaRPr>
        </a:p>
      </dgm:t>
    </dgm:pt>
    <dgm:pt modelId="{273FB6EB-0EA6-49B6-8347-D65BA5D25442}" type="sibTrans" cxnId="{A1CE24EE-D05A-4A0E-AE4C-E55214E60ED1}">
      <dgm:prSet/>
      <dgm:spPr/>
      <dgm:t>
        <a:bodyPr/>
        <a:lstStyle/>
        <a:p>
          <a:endParaRPr lang="en-US" sz="2000">
            <a:solidFill>
              <a:schemeClr val="tx1"/>
            </a:solidFill>
          </a:endParaRPr>
        </a:p>
      </dgm:t>
    </dgm:pt>
    <dgm:pt modelId="{BDF1E9B1-8B01-487D-8D05-C295EAB55B33}">
      <dgm:prSet custT="1"/>
      <dgm:spPr/>
      <dgm:t>
        <a:bodyPr/>
        <a:lstStyle/>
        <a:p>
          <a:pPr rtl="0"/>
          <a:r>
            <a:rPr lang="en-US" sz="2800" dirty="0">
              <a:solidFill>
                <a:schemeClr val="tx1"/>
              </a:solidFill>
            </a:rPr>
            <a:t>Communicability </a:t>
          </a:r>
          <a:r>
            <a:rPr lang="en-US" sz="1600" dirty="0">
              <a:solidFill>
                <a:schemeClr val="tx1"/>
              </a:solidFill>
            </a:rPr>
            <a:t>(degree to which the results of using the innovation can be observed or described to others)</a:t>
          </a:r>
          <a:endParaRPr lang="en-US" sz="2800" dirty="0">
            <a:solidFill>
              <a:schemeClr val="tx1"/>
            </a:solidFill>
          </a:endParaRPr>
        </a:p>
      </dgm:t>
    </dgm:pt>
    <dgm:pt modelId="{8864463A-F69D-45D0-A441-DA63252E56E3}" type="parTrans" cxnId="{72FAF49D-07E3-4C10-8CB2-520D7610E862}">
      <dgm:prSet/>
      <dgm:spPr/>
      <dgm:t>
        <a:bodyPr/>
        <a:lstStyle/>
        <a:p>
          <a:endParaRPr lang="en-US" sz="2000">
            <a:solidFill>
              <a:schemeClr val="tx1"/>
            </a:solidFill>
          </a:endParaRPr>
        </a:p>
      </dgm:t>
    </dgm:pt>
    <dgm:pt modelId="{59A9C0E7-DCA2-4F93-9182-53B771D5377F}" type="sibTrans" cxnId="{72FAF49D-07E3-4C10-8CB2-520D7610E862}">
      <dgm:prSet/>
      <dgm:spPr/>
      <dgm:t>
        <a:bodyPr/>
        <a:lstStyle/>
        <a:p>
          <a:endParaRPr lang="en-US" sz="2000">
            <a:solidFill>
              <a:schemeClr val="tx1"/>
            </a:solidFill>
          </a:endParaRPr>
        </a:p>
      </dgm:t>
    </dgm:pt>
    <dgm:pt modelId="{735F643F-8E84-45DC-AAE5-82726D3B2FB0}" type="pres">
      <dgm:prSet presAssocID="{6120A482-DEC1-45E0-9E28-F1BB50068CAE}" presName="diagram" presStyleCnt="0">
        <dgm:presLayoutVars>
          <dgm:dir/>
          <dgm:resizeHandles val="exact"/>
        </dgm:presLayoutVars>
      </dgm:prSet>
      <dgm:spPr/>
    </dgm:pt>
    <dgm:pt modelId="{AECC94DE-3AC3-4C2B-BFAC-F7365A68FA09}" type="pres">
      <dgm:prSet presAssocID="{2B7F1B11-CCE9-4E30-BEA2-35AE16833B2A}" presName="node" presStyleLbl="node1" presStyleIdx="0" presStyleCnt="5">
        <dgm:presLayoutVars>
          <dgm:bulletEnabled val="1"/>
        </dgm:presLayoutVars>
      </dgm:prSet>
      <dgm:spPr/>
    </dgm:pt>
    <dgm:pt modelId="{3E467FB6-4B82-4071-A338-5509FCB09DDF}" type="pres">
      <dgm:prSet presAssocID="{381E26FE-D337-4FBA-8A00-06584650C19A}" presName="sibTrans" presStyleCnt="0"/>
      <dgm:spPr/>
    </dgm:pt>
    <dgm:pt modelId="{0FEE24F1-59F8-4A4E-96F2-D4EFF00B5547}" type="pres">
      <dgm:prSet presAssocID="{FF1F9786-5577-42DB-BA20-2C8B3AB26751}" presName="node" presStyleLbl="node1" presStyleIdx="1" presStyleCnt="5">
        <dgm:presLayoutVars>
          <dgm:bulletEnabled val="1"/>
        </dgm:presLayoutVars>
      </dgm:prSet>
      <dgm:spPr/>
    </dgm:pt>
    <dgm:pt modelId="{586359A7-2CD9-4313-8F8C-3235C834BC8C}" type="pres">
      <dgm:prSet presAssocID="{5B382D14-AEFD-4CF8-88B7-13622286887C}" presName="sibTrans" presStyleCnt="0"/>
      <dgm:spPr/>
    </dgm:pt>
    <dgm:pt modelId="{1CFCA129-80F1-4400-AD03-314B38EEC85F}" type="pres">
      <dgm:prSet presAssocID="{F88EE03B-FF7D-4C8A-85C3-AD76406E4FE8}" presName="node" presStyleLbl="node1" presStyleIdx="2" presStyleCnt="5">
        <dgm:presLayoutVars>
          <dgm:bulletEnabled val="1"/>
        </dgm:presLayoutVars>
      </dgm:prSet>
      <dgm:spPr/>
    </dgm:pt>
    <dgm:pt modelId="{43F1E6DE-77A3-4327-9057-7F85195F0136}" type="pres">
      <dgm:prSet presAssocID="{572D429E-B609-45B8-8E08-E0AB635F1D4D}" presName="sibTrans" presStyleCnt="0"/>
      <dgm:spPr/>
    </dgm:pt>
    <dgm:pt modelId="{E1B71E72-7C11-495E-9982-A81DDEC80749}" type="pres">
      <dgm:prSet presAssocID="{5A03B625-A9CE-4916-B61A-0B02020AC6E0}" presName="node" presStyleLbl="node1" presStyleIdx="3" presStyleCnt="5">
        <dgm:presLayoutVars>
          <dgm:bulletEnabled val="1"/>
        </dgm:presLayoutVars>
      </dgm:prSet>
      <dgm:spPr/>
    </dgm:pt>
    <dgm:pt modelId="{741469D0-CF3C-4C20-9C16-52265F26DD49}" type="pres">
      <dgm:prSet presAssocID="{273FB6EB-0EA6-49B6-8347-D65BA5D25442}" presName="sibTrans" presStyleCnt="0"/>
      <dgm:spPr/>
    </dgm:pt>
    <dgm:pt modelId="{D58A9081-2F44-4E82-A8E9-C81A2201E31B}" type="pres">
      <dgm:prSet presAssocID="{BDF1E9B1-8B01-487D-8D05-C295EAB55B33}" presName="node" presStyleLbl="node1" presStyleIdx="4" presStyleCnt="5" custScaleX="123846">
        <dgm:presLayoutVars>
          <dgm:bulletEnabled val="1"/>
        </dgm:presLayoutVars>
      </dgm:prSet>
      <dgm:spPr/>
    </dgm:pt>
  </dgm:ptLst>
  <dgm:cxnLst>
    <dgm:cxn modelId="{C62AC90D-ECF7-473A-A127-56082D79F244}" type="presOf" srcId="{FF1F9786-5577-42DB-BA20-2C8B3AB26751}" destId="{0FEE24F1-59F8-4A4E-96F2-D4EFF00B5547}" srcOrd="0" destOrd="0" presId="urn:microsoft.com/office/officeart/2005/8/layout/default#4"/>
    <dgm:cxn modelId="{A831B520-253F-4183-9845-51442612F836}" type="presOf" srcId="{2B7F1B11-CCE9-4E30-BEA2-35AE16833B2A}" destId="{AECC94DE-3AC3-4C2B-BFAC-F7365A68FA09}" srcOrd="0" destOrd="0" presId="urn:microsoft.com/office/officeart/2005/8/layout/default#4"/>
    <dgm:cxn modelId="{0D31DE44-4AB1-4978-91B8-B3C5EB2FA4FC}" srcId="{6120A482-DEC1-45E0-9E28-F1BB50068CAE}" destId="{2B7F1B11-CCE9-4E30-BEA2-35AE16833B2A}" srcOrd="0" destOrd="0" parTransId="{ACFC0CF0-EA88-457B-A865-79B27F8D8ACE}" sibTransId="{381E26FE-D337-4FBA-8A00-06584650C19A}"/>
    <dgm:cxn modelId="{DFC94F6E-12B0-4548-9050-2B79EB008083}" type="presOf" srcId="{6120A482-DEC1-45E0-9E28-F1BB50068CAE}" destId="{735F643F-8E84-45DC-AAE5-82726D3B2FB0}" srcOrd="0" destOrd="0" presId="urn:microsoft.com/office/officeart/2005/8/layout/default#4"/>
    <dgm:cxn modelId="{EB28DE74-20FB-4B76-BA66-F3BCC5435157}" type="presOf" srcId="{BDF1E9B1-8B01-487D-8D05-C295EAB55B33}" destId="{D58A9081-2F44-4E82-A8E9-C81A2201E31B}" srcOrd="0" destOrd="0" presId="urn:microsoft.com/office/officeart/2005/8/layout/default#4"/>
    <dgm:cxn modelId="{72FAF49D-07E3-4C10-8CB2-520D7610E862}" srcId="{6120A482-DEC1-45E0-9E28-F1BB50068CAE}" destId="{BDF1E9B1-8B01-487D-8D05-C295EAB55B33}" srcOrd="4" destOrd="0" parTransId="{8864463A-F69D-45D0-A441-DA63252E56E3}" sibTransId="{59A9C0E7-DCA2-4F93-9182-53B771D5377F}"/>
    <dgm:cxn modelId="{8D9993A3-4893-43E1-AA3B-028F82924F22}" type="presOf" srcId="{5A03B625-A9CE-4916-B61A-0B02020AC6E0}" destId="{E1B71E72-7C11-495E-9982-A81DDEC80749}" srcOrd="0" destOrd="0" presId="urn:microsoft.com/office/officeart/2005/8/layout/default#4"/>
    <dgm:cxn modelId="{3DC1A1B1-D711-4DC4-ACA0-5B33FA38A48C}" srcId="{6120A482-DEC1-45E0-9E28-F1BB50068CAE}" destId="{FF1F9786-5577-42DB-BA20-2C8B3AB26751}" srcOrd="1" destOrd="0" parTransId="{881E7A18-C0AD-4677-A8A3-DD11F26A989D}" sibTransId="{5B382D14-AEFD-4CF8-88B7-13622286887C}"/>
    <dgm:cxn modelId="{BD9C0EBA-A56F-4B1D-80A0-78D0ABD8A645}" srcId="{6120A482-DEC1-45E0-9E28-F1BB50068CAE}" destId="{F88EE03B-FF7D-4C8A-85C3-AD76406E4FE8}" srcOrd="2" destOrd="0" parTransId="{32E294BD-15BD-40CA-8C58-917A7056ECA3}" sibTransId="{572D429E-B609-45B8-8E08-E0AB635F1D4D}"/>
    <dgm:cxn modelId="{A6D318C3-CCC2-4F67-AEE6-964B746B41E1}" type="presOf" srcId="{F88EE03B-FF7D-4C8A-85C3-AD76406E4FE8}" destId="{1CFCA129-80F1-4400-AD03-314B38EEC85F}" srcOrd="0" destOrd="0" presId="urn:microsoft.com/office/officeart/2005/8/layout/default#4"/>
    <dgm:cxn modelId="{A1CE24EE-D05A-4A0E-AE4C-E55214E60ED1}" srcId="{6120A482-DEC1-45E0-9E28-F1BB50068CAE}" destId="{5A03B625-A9CE-4916-B61A-0B02020AC6E0}" srcOrd="3" destOrd="0" parTransId="{5DB70015-A670-45E6-BAA3-4D201C2BC824}" sibTransId="{273FB6EB-0EA6-49B6-8347-D65BA5D25442}"/>
    <dgm:cxn modelId="{00ADE320-7ABE-4DE1-AAE5-D9C0516BFEC4}" type="presParOf" srcId="{735F643F-8E84-45DC-AAE5-82726D3B2FB0}" destId="{AECC94DE-3AC3-4C2B-BFAC-F7365A68FA09}" srcOrd="0" destOrd="0" presId="urn:microsoft.com/office/officeart/2005/8/layout/default#4"/>
    <dgm:cxn modelId="{A1F0534B-D772-4DAC-9BC1-D722DF3A28FE}" type="presParOf" srcId="{735F643F-8E84-45DC-AAE5-82726D3B2FB0}" destId="{3E467FB6-4B82-4071-A338-5509FCB09DDF}" srcOrd="1" destOrd="0" presId="urn:microsoft.com/office/officeart/2005/8/layout/default#4"/>
    <dgm:cxn modelId="{4B637A39-7B54-4FB5-AA31-DC9D66A0D9DF}" type="presParOf" srcId="{735F643F-8E84-45DC-AAE5-82726D3B2FB0}" destId="{0FEE24F1-59F8-4A4E-96F2-D4EFF00B5547}" srcOrd="2" destOrd="0" presId="urn:microsoft.com/office/officeart/2005/8/layout/default#4"/>
    <dgm:cxn modelId="{C6F8631B-369E-4C6B-B262-5A236B94AAFF}" type="presParOf" srcId="{735F643F-8E84-45DC-AAE5-82726D3B2FB0}" destId="{586359A7-2CD9-4313-8F8C-3235C834BC8C}" srcOrd="3" destOrd="0" presId="urn:microsoft.com/office/officeart/2005/8/layout/default#4"/>
    <dgm:cxn modelId="{DA5EABB0-4F41-4788-9EC8-48016D0F5ECA}" type="presParOf" srcId="{735F643F-8E84-45DC-AAE5-82726D3B2FB0}" destId="{1CFCA129-80F1-4400-AD03-314B38EEC85F}" srcOrd="4" destOrd="0" presId="urn:microsoft.com/office/officeart/2005/8/layout/default#4"/>
    <dgm:cxn modelId="{738F26E3-6740-45ED-85CC-55578364E459}" type="presParOf" srcId="{735F643F-8E84-45DC-AAE5-82726D3B2FB0}" destId="{43F1E6DE-77A3-4327-9057-7F85195F0136}" srcOrd="5" destOrd="0" presId="urn:microsoft.com/office/officeart/2005/8/layout/default#4"/>
    <dgm:cxn modelId="{EC7FD44A-0B57-473A-ACAF-E3B8895D405F}" type="presParOf" srcId="{735F643F-8E84-45DC-AAE5-82726D3B2FB0}" destId="{E1B71E72-7C11-495E-9982-A81DDEC80749}" srcOrd="6" destOrd="0" presId="urn:microsoft.com/office/officeart/2005/8/layout/default#4"/>
    <dgm:cxn modelId="{640873BA-20F8-48B8-BE94-547177E6A6BD}" type="presParOf" srcId="{735F643F-8E84-45DC-AAE5-82726D3B2FB0}" destId="{741469D0-CF3C-4C20-9C16-52265F26DD49}" srcOrd="7" destOrd="0" presId="urn:microsoft.com/office/officeart/2005/8/layout/default#4"/>
    <dgm:cxn modelId="{AB9273C0-B67A-45F2-8CB6-12DC22ADA323}" type="presParOf" srcId="{735F643F-8E84-45DC-AAE5-82726D3B2FB0}" destId="{D58A9081-2F44-4E82-A8E9-C81A2201E31B}" srcOrd="8" destOrd="0" presId="urn:microsoft.com/office/officeart/2005/8/layout/defaul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04F38D-3790-4900-B123-3F3DA016D38B}">
      <dsp:nvSpPr>
        <dsp:cNvPr id="0" name=""/>
        <dsp:cNvSpPr/>
      </dsp:nvSpPr>
      <dsp:spPr>
        <a:xfrm>
          <a:off x="0" y="540543"/>
          <a:ext cx="1881187" cy="1128712"/>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Personal income</a:t>
          </a:r>
        </a:p>
      </dsp:txBody>
      <dsp:txXfrm>
        <a:off x="0" y="540543"/>
        <a:ext cx="1881187" cy="1128712"/>
      </dsp:txXfrm>
    </dsp:sp>
    <dsp:sp modelId="{FF154D3D-A225-4A93-A817-1341775D04EC}">
      <dsp:nvSpPr>
        <dsp:cNvPr id="0" name=""/>
        <dsp:cNvSpPr/>
      </dsp:nvSpPr>
      <dsp:spPr>
        <a:xfrm>
          <a:off x="2069306" y="540543"/>
          <a:ext cx="1881187" cy="1128712"/>
        </a:xfrm>
        <a:prstGeom prst="rect">
          <a:avLst/>
        </a:prstGeom>
        <a:solidFill>
          <a:schemeClr val="accent4">
            <a:hueOff val="667507"/>
            <a:satOff val="8922"/>
            <a:lumOff val="431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Savings</a:t>
          </a:r>
          <a:endParaRPr lang="en-US" sz="3300" kern="1200" dirty="0"/>
        </a:p>
      </dsp:txBody>
      <dsp:txXfrm>
        <a:off x="2069306" y="540543"/>
        <a:ext cx="1881187" cy="1128712"/>
      </dsp:txXfrm>
    </dsp:sp>
    <dsp:sp modelId="{B5FC5A2D-CDAC-406E-A046-8CF31B89B6BD}">
      <dsp:nvSpPr>
        <dsp:cNvPr id="0" name=""/>
        <dsp:cNvSpPr/>
      </dsp:nvSpPr>
      <dsp:spPr>
        <a:xfrm>
          <a:off x="4138612" y="540543"/>
          <a:ext cx="1881187" cy="1128712"/>
        </a:xfrm>
        <a:prstGeom prst="rect">
          <a:avLst/>
        </a:prstGeom>
        <a:solidFill>
          <a:schemeClr val="accent4">
            <a:hueOff val="1335015"/>
            <a:satOff val="17844"/>
            <a:lumOff val="862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Interest rates</a:t>
          </a:r>
          <a:endParaRPr lang="en-US" sz="3300" kern="1200" dirty="0"/>
        </a:p>
      </dsp:txBody>
      <dsp:txXfrm>
        <a:off x="4138612" y="540543"/>
        <a:ext cx="1881187" cy="1128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4AC03-48D6-4A99-8DD3-916455986B25}">
      <dsp:nvSpPr>
        <dsp:cNvPr id="0" name=""/>
        <dsp:cNvSpPr/>
      </dsp:nvSpPr>
      <dsp:spPr>
        <a:xfrm>
          <a:off x="0" y="23097"/>
          <a:ext cx="6556513" cy="74880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Motivation</a:t>
          </a:r>
        </a:p>
      </dsp:txBody>
      <dsp:txXfrm>
        <a:off x="36553" y="59650"/>
        <a:ext cx="6483407" cy="675694"/>
      </dsp:txXfrm>
    </dsp:sp>
    <dsp:sp modelId="{9746DCFA-E61B-465F-ADB8-D0A69B9611C5}">
      <dsp:nvSpPr>
        <dsp:cNvPr id="0" name=""/>
        <dsp:cNvSpPr/>
      </dsp:nvSpPr>
      <dsp:spPr>
        <a:xfrm>
          <a:off x="0" y="864057"/>
          <a:ext cx="6556513" cy="748800"/>
        </a:xfrm>
        <a:prstGeom prst="roundRect">
          <a:avLst/>
        </a:prstGeom>
        <a:solidFill>
          <a:schemeClr val="accent5">
            <a:hueOff val="331055"/>
            <a:satOff val="192"/>
            <a:lumOff val="189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Perception</a:t>
          </a:r>
        </a:p>
      </dsp:txBody>
      <dsp:txXfrm>
        <a:off x="36553" y="900610"/>
        <a:ext cx="6483407" cy="675694"/>
      </dsp:txXfrm>
    </dsp:sp>
    <dsp:sp modelId="{10B4D608-A894-4ACB-8F45-9E35927F945A}">
      <dsp:nvSpPr>
        <dsp:cNvPr id="0" name=""/>
        <dsp:cNvSpPr/>
      </dsp:nvSpPr>
      <dsp:spPr>
        <a:xfrm>
          <a:off x="0" y="1705017"/>
          <a:ext cx="6556513" cy="748800"/>
        </a:xfrm>
        <a:prstGeom prst="roundRect">
          <a:avLst/>
        </a:prstGeom>
        <a:solidFill>
          <a:schemeClr val="accent5">
            <a:hueOff val="662110"/>
            <a:satOff val="384"/>
            <a:lumOff val="379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Learning</a:t>
          </a:r>
        </a:p>
      </dsp:txBody>
      <dsp:txXfrm>
        <a:off x="36553" y="1741570"/>
        <a:ext cx="6483407" cy="675694"/>
      </dsp:txXfrm>
    </dsp:sp>
    <dsp:sp modelId="{5FBEFD17-88D3-429B-903D-782779D24E2F}">
      <dsp:nvSpPr>
        <dsp:cNvPr id="0" name=""/>
        <dsp:cNvSpPr/>
      </dsp:nvSpPr>
      <dsp:spPr>
        <a:xfrm>
          <a:off x="0" y="2545977"/>
          <a:ext cx="6556513" cy="748800"/>
        </a:xfrm>
        <a:prstGeom prst="roundRect">
          <a:avLst/>
        </a:prstGeom>
        <a:solidFill>
          <a:schemeClr val="accent5">
            <a:hueOff val="993165"/>
            <a:satOff val="576"/>
            <a:lumOff val="568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Beliefs and attitudes</a:t>
          </a:r>
        </a:p>
      </dsp:txBody>
      <dsp:txXfrm>
        <a:off x="36553" y="2582530"/>
        <a:ext cx="6483407" cy="6756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B33DE3-FDC6-48DE-A37A-DCC9995E8F02}">
      <dsp:nvSpPr>
        <dsp:cNvPr id="0" name=""/>
        <dsp:cNvSpPr/>
      </dsp:nvSpPr>
      <dsp:spPr>
        <a:xfrm>
          <a:off x="960655" y="932"/>
          <a:ext cx="1757027" cy="105421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solidFill>
                <a:schemeClr val="tx1"/>
              </a:solidFill>
            </a:rPr>
            <a:t>Drives</a:t>
          </a:r>
        </a:p>
      </dsp:txBody>
      <dsp:txXfrm>
        <a:off x="960655" y="932"/>
        <a:ext cx="1757027" cy="1054216"/>
      </dsp:txXfrm>
    </dsp:sp>
    <dsp:sp modelId="{55F6C242-27F5-4749-8FFB-85127E8D6BE4}">
      <dsp:nvSpPr>
        <dsp:cNvPr id="0" name=""/>
        <dsp:cNvSpPr/>
      </dsp:nvSpPr>
      <dsp:spPr>
        <a:xfrm>
          <a:off x="2893386" y="932"/>
          <a:ext cx="1757027" cy="1054216"/>
        </a:xfrm>
        <a:prstGeom prst="rect">
          <a:avLst/>
        </a:prstGeom>
        <a:solidFill>
          <a:schemeClr val="accent3">
            <a:hueOff val="-3082042"/>
            <a:satOff val="3141"/>
            <a:lumOff val="-5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solidFill>
                <a:schemeClr val="tx1"/>
              </a:solidFill>
            </a:rPr>
            <a:t>Stimuli</a:t>
          </a:r>
          <a:endParaRPr lang="en-US" sz="2800" b="1" kern="1200" dirty="0">
            <a:solidFill>
              <a:schemeClr val="tx1"/>
            </a:solidFill>
          </a:endParaRPr>
        </a:p>
      </dsp:txBody>
      <dsp:txXfrm>
        <a:off x="2893386" y="932"/>
        <a:ext cx="1757027" cy="1054216"/>
      </dsp:txXfrm>
    </dsp:sp>
    <dsp:sp modelId="{412C2AC5-AF50-44B1-B0F4-16CE6BB120CF}">
      <dsp:nvSpPr>
        <dsp:cNvPr id="0" name=""/>
        <dsp:cNvSpPr/>
      </dsp:nvSpPr>
      <dsp:spPr>
        <a:xfrm>
          <a:off x="4826116" y="932"/>
          <a:ext cx="1757027" cy="1054216"/>
        </a:xfrm>
        <a:prstGeom prst="rect">
          <a:avLst/>
        </a:prstGeom>
        <a:solidFill>
          <a:schemeClr val="accent3">
            <a:hueOff val="-6164083"/>
            <a:satOff val="6281"/>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solidFill>
                <a:schemeClr val="tx1"/>
              </a:solidFill>
            </a:rPr>
            <a:t>Cues</a:t>
          </a:r>
          <a:endParaRPr lang="en-US" sz="2800" b="1" kern="1200" dirty="0">
            <a:solidFill>
              <a:schemeClr val="tx1"/>
            </a:solidFill>
          </a:endParaRPr>
        </a:p>
      </dsp:txBody>
      <dsp:txXfrm>
        <a:off x="4826116" y="932"/>
        <a:ext cx="1757027" cy="1054216"/>
      </dsp:txXfrm>
    </dsp:sp>
    <dsp:sp modelId="{AB3C6CB8-078A-4C74-9321-9E34A6627C4C}">
      <dsp:nvSpPr>
        <dsp:cNvPr id="0" name=""/>
        <dsp:cNvSpPr/>
      </dsp:nvSpPr>
      <dsp:spPr>
        <a:xfrm>
          <a:off x="958564" y="1219202"/>
          <a:ext cx="2357790" cy="1054216"/>
        </a:xfrm>
        <a:prstGeom prst="rect">
          <a:avLst/>
        </a:prstGeom>
        <a:solidFill>
          <a:schemeClr val="accent3">
            <a:hueOff val="-9246125"/>
            <a:satOff val="9422"/>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rPr>
            <a:t>Responses</a:t>
          </a:r>
        </a:p>
      </dsp:txBody>
      <dsp:txXfrm>
        <a:off x="958564" y="1219202"/>
        <a:ext cx="2357790" cy="1054216"/>
      </dsp:txXfrm>
    </dsp:sp>
    <dsp:sp modelId="{7F59B442-7E6C-458C-B713-8BA62BC48A05}">
      <dsp:nvSpPr>
        <dsp:cNvPr id="0" name=""/>
        <dsp:cNvSpPr/>
      </dsp:nvSpPr>
      <dsp:spPr>
        <a:xfrm>
          <a:off x="3855341" y="1230851"/>
          <a:ext cx="2724306" cy="1054216"/>
        </a:xfrm>
        <a:prstGeom prst="rect">
          <a:avLst/>
        </a:prstGeom>
        <a:solidFill>
          <a:schemeClr val="accent3">
            <a:hueOff val="-12328166"/>
            <a:satOff val="12562"/>
            <a:lumOff val="-235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rPr>
            <a:t>Reinforcement</a:t>
          </a:r>
        </a:p>
      </dsp:txBody>
      <dsp:txXfrm>
        <a:off x="3855341" y="1230851"/>
        <a:ext cx="2724306" cy="10542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19A122-826E-4E0F-BD5C-BE56947F6C76}">
      <dsp:nvSpPr>
        <dsp:cNvPr id="0" name=""/>
        <dsp:cNvSpPr/>
      </dsp:nvSpPr>
      <dsp:spPr>
        <a:xfrm>
          <a:off x="0" y="23097"/>
          <a:ext cx="9601200" cy="74880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Complex buying behavior</a:t>
          </a:r>
        </a:p>
      </dsp:txBody>
      <dsp:txXfrm>
        <a:off x="36553" y="59650"/>
        <a:ext cx="9528094" cy="675694"/>
      </dsp:txXfrm>
    </dsp:sp>
    <dsp:sp modelId="{784BC4F4-AE23-4FC4-9FA8-772D6BBFA290}">
      <dsp:nvSpPr>
        <dsp:cNvPr id="0" name=""/>
        <dsp:cNvSpPr/>
      </dsp:nvSpPr>
      <dsp:spPr>
        <a:xfrm>
          <a:off x="0" y="864057"/>
          <a:ext cx="9601200" cy="748800"/>
        </a:xfrm>
        <a:prstGeom prst="roundRect">
          <a:avLst/>
        </a:prstGeom>
        <a:solidFill>
          <a:schemeClr val="accent4">
            <a:hueOff val="445005"/>
            <a:satOff val="5948"/>
            <a:lumOff val="287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Dissonance-reducing buying behavior</a:t>
          </a:r>
        </a:p>
      </dsp:txBody>
      <dsp:txXfrm>
        <a:off x="36553" y="900610"/>
        <a:ext cx="9528094" cy="675694"/>
      </dsp:txXfrm>
    </dsp:sp>
    <dsp:sp modelId="{52F2FEBE-EA07-4E06-AA92-4DFC4745A1AC}">
      <dsp:nvSpPr>
        <dsp:cNvPr id="0" name=""/>
        <dsp:cNvSpPr/>
      </dsp:nvSpPr>
      <dsp:spPr>
        <a:xfrm>
          <a:off x="0" y="1705017"/>
          <a:ext cx="9601200" cy="748800"/>
        </a:xfrm>
        <a:prstGeom prst="roundRect">
          <a:avLst/>
        </a:prstGeom>
        <a:solidFill>
          <a:schemeClr val="accent4">
            <a:hueOff val="890010"/>
            <a:satOff val="11896"/>
            <a:lumOff val="575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Habitual buying behavior</a:t>
          </a:r>
        </a:p>
      </dsp:txBody>
      <dsp:txXfrm>
        <a:off x="36553" y="1741570"/>
        <a:ext cx="9528094" cy="675694"/>
      </dsp:txXfrm>
    </dsp:sp>
    <dsp:sp modelId="{00F8E4BF-B9F1-486D-AD19-1C1412A8FEB2}">
      <dsp:nvSpPr>
        <dsp:cNvPr id="0" name=""/>
        <dsp:cNvSpPr/>
      </dsp:nvSpPr>
      <dsp:spPr>
        <a:xfrm>
          <a:off x="0" y="2545977"/>
          <a:ext cx="9601200" cy="748800"/>
        </a:xfrm>
        <a:prstGeom prst="roundRect">
          <a:avLst/>
        </a:prstGeom>
        <a:solidFill>
          <a:schemeClr val="accent4">
            <a:hueOff val="1335015"/>
            <a:satOff val="17844"/>
            <a:lumOff val="862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Variety-seeking buying behavior</a:t>
          </a:r>
        </a:p>
      </dsp:txBody>
      <dsp:txXfrm>
        <a:off x="36553" y="2582530"/>
        <a:ext cx="9528094" cy="6756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FA3E6-0C12-48B3-8A03-E7CC2055218E}">
      <dsp:nvSpPr>
        <dsp:cNvPr id="0" name=""/>
        <dsp:cNvSpPr/>
      </dsp:nvSpPr>
      <dsp:spPr>
        <a:xfrm>
          <a:off x="8333" y="1820598"/>
          <a:ext cx="1562655" cy="651402"/>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Awareness </a:t>
          </a:r>
        </a:p>
      </dsp:txBody>
      <dsp:txXfrm>
        <a:off x="27412" y="1839677"/>
        <a:ext cx="1524497" cy="613244"/>
      </dsp:txXfrm>
    </dsp:sp>
    <dsp:sp modelId="{909F5FD2-F476-45E3-A772-D21A58383A76}">
      <dsp:nvSpPr>
        <dsp:cNvPr id="0" name=""/>
        <dsp:cNvSpPr/>
      </dsp:nvSpPr>
      <dsp:spPr>
        <a:xfrm>
          <a:off x="1670424" y="2023000"/>
          <a:ext cx="210802" cy="246599"/>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b="1" kern="1200">
            <a:solidFill>
              <a:schemeClr val="tx1"/>
            </a:solidFill>
          </a:endParaRPr>
        </a:p>
      </dsp:txBody>
      <dsp:txXfrm>
        <a:off x="1670424" y="2072320"/>
        <a:ext cx="147561" cy="147959"/>
      </dsp:txXfrm>
    </dsp:sp>
    <dsp:sp modelId="{A884C394-D2A0-4F48-9969-6B2F5E76CEDE}">
      <dsp:nvSpPr>
        <dsp:cNvPr id="0" name=""/>
        <dsp:cNvSpPr/>
      </dsp:nvSpPr>
      <dsp:spPr>
        <a:xfrm>
          <a:off x="1968730" y="1834065"/>
          <a:ext cx="1218917" cy="624469"/>
        </a:xfrm>
        <a:prstGeom prst="roundRect">
          <a:avLst>
            <a:gd name="adj" fmla="val 10000"/>
          </a:avLst>
        </a:prstGeom>
        <a:solidFill>
          <a:schemeClr val="accent5">
            <a:hueOff val="248291"/>
            <a:satOff val="144"/>
            <a:lumOff val="142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tx1"/>
              </a:solidFill>
            </a:rPr>
            <a:t>Interest</a:t>
          </a:r>
          <a:endParaRPr lang="en-US" sz="2000" b="1" kern="1200" dirty="0">
            <a:solidFill>
              <a:schemeClr val="tx1"/>
            </a:solidFill>
          </a:endParaRPr>
        </a:p>
      </dsp:txBody>
      <dsp:txXfrm>
        <a:off x="1987020" y="1852355"/>
        <a:ext cx="1182337" cy="587889"/>
      </dsp:txXfrm>
    </dsp:sp>
    <dsp:sp modelId="{E381A78E-867E-43E1-BD92-30C6DB2AF4D5}">
      <dsp:nvSpPr>
        <dsp:cNvPr id="0" name=""/>
        <dsp:cNvSpPr/>
      </dsp:nvSpPr>
      <dsp:spPr>
        <a:xfrm>
          <a:off x="3287084" y="2023000"/>
          <a:ext cx="210802" cy="246599"/>
        </a:xfrm>
        <a:prstGeom prst="rightArrow">
          <a:avLst>
            <a:gd name="adj1" fmla="val 60000"/>
            <a:gd name="adj2" fmla="val 50000"/>
          </a:avLst>
        </a:prstGeom>
        <a:solidFill>
          <a:schemeClr val="accent5">
            <a:hueOff val="331055"/>
            <a:satOff val="192"/>
            <a:lumOff val="189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b="1" kern="1200">
            <a:solidFill>
              <a:schemeClr val="tx1"/>
            </a:solidFill>
          </a:endParaRPr>
        </a:p>
      </dsp:txBody>
      <dsp:txXfrm>
        <a:off x="3287084" y="2072320"/>
        <a:ext cx="147561" cy="147959"/>
      </dsp:txXfrm>
    </dsp:sp>
    <dsp:sp modelId="{8E9B6257-8C68-477C-AC98-A60E5BBE9FED}">
      <dsp:nvSpPr>
        <dsp:cNvPr id="0" name=""/>
        <dsp:cNvSpPr/>
      </dsp:nvSpPr>
      <dsp:spPr>
        <a:xfrm>
          <a:off x="3585390" y="1820613"/>
          <a:ext cx="1550465" cy="651372"/>
        </a:xfrm>
        <a:prstGeom prst="roundRect">
          <a:avLst>
            <a:gd name="adj" fmla="val 10000"/>
          </a:avLst>
        </a:prstGeom>
        <a:solidFill>
          <a:schemeClr val="accent5">
            <a:hueOff val="496582"/>
            <a:satOff val="288"/>
            <a:lumOff val="28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Evaluation</a:t>
          </a:r>
        </a:p>
      </dsp:txBody>
      <dsp:txXfrm>
        <a:off x="3604468" y="1839691"/>
        <a:ext cx="1512309" cy="613216"/>
      </dsp:txXfrm>
    </dsp:sp>
    <dsp:sp modelId="{3027865A-F5B8-423B-B3AB-8C856C8C6C93}">
      <dsp:nvSpPr>
        <dsp:cNvPr id="0" name=""/>
        <dsp:cNvSpPr/>
      </dsp:nvSpPr>
      <dsp:spPr>
        <a:xfrm>
          <a:off x="5235290" y="2023000"/>
          <a:ext cx="210802" cy="246599"/>
        </a:xfrm>
        <a:prstGeom prst="rightArrow">
          <a:avLst>
            <a:gd name="adj1" fmla="val 60000"/>
            <a:gd name="adj2" fmla="val 50000"/>
          </a:avLst>
        </a:prstGeom>
        <a:solidFill>
          <a:schemeClr val="accent5">
            <a:hueOff val="662110"/>
            <a:satOff val="384"/>
            <a:lumOff val="379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b="1" kern="1200">
            <a:solidFill>
              <a:schemeClr val="tx1"/>
            </a:solidFill>
          </a:endParaRPr>
        </a:p>
      </dsp:txBody>
      <dsp:txXfrm>
        <a:off x="5235290" y="2072320"/>
        <a:ext cx="147561" cy="147959"/>
      </dsp:txXfrm>
    </dsp:sp>
    <dsp:sp modelId="{D4E1AF49-FE61-437B-8797-E23E0967D8EB}">
      <dsp:nvSpPr>
        <dsp:cNvPr id="0" name=""/>
        <dsp:cNvSpPr/>
      </dsp:nvSpPr>
      <dsp:spPr>
        <a:xfrm>
          <a:off x="5533596" y="1847702"/>
          <a:ext cx="994353" cy="597195"/>
        </a:xfrm>
        <a:prstGeom prst="roundRect">
          <a:avLst>
            <a:gd name="adj" fmla="val 10000"/>
          </a:avLst>
        </a:prstGeom>
        <a:solidFill>
          <a:schemeClr val="accent5">
            <a:hueOff val="744874"/>
            <a:satOff val="432"/>
            <a:lumOff val="426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tx1"/>
              </a:solidFill>
            </a:rPr>
            <a:t>Trial</a:t>
          </a:r>
          <a:endParaRPr lang="en-US" sz="2000" b="1" kern="1200" dirty="0">
            <a:solidFill>
              <a:schemeClr val="tx1"/>
            </a:solidFill>
          </a:endParaRPr>
        </a:p>
      </dsp:txBody>
      <dsp:txXfrm>
        <a:off x="5551087" y="1865193"/>
        <a:ext cx="959371" cy="562213"/>
      </dsp:txXfrm>
    </dsp:sp>
    <dsp:sp modelId="{BCC64161-1623-4D29-949D-5C1CD873D4B3}">
      <dsp:nvSpPr>
        <dsp:cNvPr id="0" name=""/>
        <dsp:cNvSpPr/>
      </dsp:nvSpPr>
      <dsp:spPr>
        <a:xfrm>
          <a:off x="6627384" y="2023000"/>
          <a:ext cx="210802" cy="246599"/>
        </a:xfrm>
        <a:prstGeom prst="rightArrow">
          <a:avLst>
            <a:gd name="adj1" fmla="val 60000"/>
            <a:gd name="adj2" fmla="val 50000"/>
          </a:avLst>
        </a:prstGeom>
        <a:solidFill>
          <a:schemeClr val="accent5">
            <a:hueOff val="993165"/>
            <a:satOff val="576"/>
            <a:lumOff val="568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b="1" kern="1200">
            <a:solidFill>
              <a:schemeClr val="tx1"/>
            </a:solidFill>
          </a:endParaRPr>
        </a:p>
      </dsp:txBody>
      <dsp:txXfrm>
        <a:off x="6627384" y="2072320"/>
        <a:ext cx="147561" cy="147959"/>
      </dsp:txXfrm>
    </dsp:sp>
    <dsp:sp modelId="{A4851837-6FAE-4F8F-8C17-5C01A533F828}">
      <dsp:nvSpPr>
        <dsp:cNvPr id="0" name=""/>
        <dsp:cNvSpPr/>
      </dsp:nvSpPr>
      <dsp:spPr>
        <a:xfrm>
          <a:off x="6925690" y="1816558"/>
          <a:ext cx="1524174" cy="659482"/>
        </a:xfrm>
        <a:prstGeom prst="roundRect">
          <a:avLst>
            <a:gd name="adj" fmla="val 10000"/>
          </a:avLst>
        </a:prstGeom>
        <a:solidFill>
          <a:schemeClr val="accent5">
            <a:hueOff val="993165"/>
            <a:satOff val="576"/>
            <a:lumOff val="568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Adoption</a:t>
          </a:r>
        </a:p>
      </dsp:txBody>
      <dsp:txXfrm>
        <a:off x="6945006" y="1835874"/>
        <a:ext cx="1485542" cy="6208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CC94DE-3AC3-4C2B-BFAC-F7365A68FA09}">
      <dsp:nvSpPr>
        <dsp:cNvPr id="0" name=""/>
        <dsp:cNvSpPr/>
      </dsp:nvSpPr>
      <dsp:spPr>
        <a:xfrm>
          <a:off x="720090" y="1230"/>
          <a:ext cx="2550318" cy="1530191"/>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1"/>
              </a:solidFill>
            </a:rPr>
            <a:t>Relative advantage </a:t>
          </a:r>
          <a:r>
            <a:rPr lang="en-US" sz="1400" kern="1200" dirty="0">
              <a:solidFill>
                <a:schemeClr val="tx1"/>
              </a:solidFill>
            </a:rPr>
            <a:t>(degree to which innovation appears superior to existing product)</a:t>
          </a:r>
          <a:endParaRPr lang="en-US" sz="2800" kern="1200" dirty="0">
            <a:solidFill>
              <a:schemeClr val="tx1"/>
            </a:solidFill>
          </a:endParaRPr>
        </a:p>
      </dsp:txBody>
      <dsp:txXfrm>
        <a:off x="720090" y="1230"/>
        <a:ext cx="2550318" cy="1530191"/>
      </dsp:txXfrm>
    </dsp:sp>
    <dsp:sp modelId="{0FEE24F1-59F8-4A4E-96F2-D4EFF00B5547}">
      <dsp:nvSpPr>
        <dsp:cNvPr id="0" name=""/>
        <dsp:cNvSpPr/>
      </dsp:nvSpPr>
      <dsp:spPr>
        <a:xfrm>
          <a:off x="3525440" y="1230"/>
          <a:ext cx="2550318" cy="1530191"/>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1"/>
              </a:solidFill>
            </a:rPr>
            <a:t>Compatibility </a:t>
          </a:r>
          <a:r>
            <a:rPr lang="en-US" sz="1600" kern="1200" dirty="0">
              <a:solidFill>
                <a:schemeClr val="tx1"/>
              </a:solidFill>
            </a:rPr>
            <a:t>(degree to which the innovation fits the values &amp; experiences of potential Consumer)</a:t>
          </a:r>
          <a:endParaRPr lang="en-US" sz="2800" kern="1200" dirty="0">
            <a:solidFill>
              <a:schemeClr val="tx1"/>
            </a:solidFill>
          </a:endParaRPr>
        </a:p>
      </dsp:txBody>
      <dsp:txXfrm>
        <a:off x="3525440" y="1230"/>
        <a:ext cx="2550318" cy="1530191"/>
      </dsp:txXfrm>
    </dsp:sp>
    <dsp:sp modelId="{1CFCA129-80F1-4400-AD03-314B38EEC85F}">
      <dsp:nvSpPr>
        <dsp:cNvPr id="0" name=""/>
        <dsp:cNvSpPr/>
      </dsp:nvSpPr>
      <dsp:spPr>
        <a:xfrm>
          <a:off x="6330791" y="1230"/>
          <a:ext cx="2550318" cy="1530191"/>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1"/>
              </a:solidFill>
            </a:rPr>
            <a:t>Complexity </a:t>
          </a:r>
          <a:r>
            <a:rPr lang="en-US" sz="1400" kern="1200" dirty="0">
              <a:solidFill>
                <a:schemeClr val="tx1"/>
              </a:solidFill>
            </a:rPr>
            <a:t>(degree to which an innovation is difficult to understand)</a:t>
          </a:r>
          <a:endParaRPr lang="en-US" sz="2800" kern="1200" dirty="0">
            <a:solidFill>
              <a:schemeClr val="tx1"/>
            </a:solidFill>
          </a:endParaRPr>
        </a:p>
      </dsp:txBody>
      <dsp:txXfrm>
        <a:off x="6330791" y="1230"/>
        <a:ext cx="2550318" cy="1530191"/>
      </dsp:txXfrm>
    </dsp:sp>
    <dsp:sp modelId="{E1B71E72-7C11-495E-9982-A81DDEC80749}">
      <dsp:nvSpPr>
        <dsp:cNvPr id="0" name=""/>
        <dsp:cNvSpPr/>
      </dsp:nvSpPr>
      <dsp:spPr>
        <a:xfrm>
          <a:off x="1818690" y="1786453"/>
          <a:ext cx="2550318" cy="1530191"/>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1"/>
              </a:solidFill>
            </a:rPr>
            <a:t>Divisibility </a:t>
          </a:r>
          <a:r>
            <a:rPr lang="en-US" sz="1400" kern="1200" dirty="0">
              <a:solidFill>
                <a:schemeClr val="tx1"/>
              </a:solidFill>
            </a:rPr>
            <a:t>(degree to which innovation may be tried on a limited basis)</a:t>
          </a:r>
          <a:endParaRPr lang="en-US" sz="2800" kern="1200" dirty="0">
            <a:solidFill>
              <a:schemeClr val="tx1"/>
            </a:solidFill>
          </a:endParaRPr>
        </a:p>
      </dsp:txBody>
      <dsp:txXfrm>
        <a:off x="1818690" y="1786453"/>
        <a:ext cx="2550318" cy="1530191"/>
      </dsp:txXfrm>
    </dsp:sp>
    <dsp:sp modelId="{D58A9081-2F44-4E82-A8E9-C81A2201E31B}">
      <dsp:nvSpPr>
        <dsp:cNvPr id="0" name=""/>
        <dsp:cNvSpPr/>
      </dsp:nvSpPr>
      <dsp:spPr>
        <a:xfrm>
          <a:off x="4624041" y="1786453"/>
          <a:ext cx="3158467" cy="1530191"/>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1"/>
              </a:solidFill>
            </a:rPr>
            <a:t>Communicability </a:t>
          </a:r>
          <a:r>
            <a:rPr lang="en-US" sz="1600" kern="1200" dirty="0">
              <a:solidFill>
                <a:schemeClr val="tx1"/>
              </a:solidFill>
            </a:rPr>
            <a:t>(degree to which the results of using the innovation can be observed or described to others)</a:t>
          </a:r>
          <a:endParaRPr lang="en-US" sz="2800" kern="1200" dirty="0">
            <a:solidFill>
              <a:schemeClr val="tx1"/>
            </a:solidFill>
          </a:endParaRPr>
        </a:p>
      </dsp:txBody>
      <dsp:txXfrm>
        <a:off x="4624041" y="1786453"/>
        <a:ext cx="3158467" cy="1530191"/>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4">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F80AD9-453F-4FEF-A70B-F6E8A02CF02D}" type="datetimeFigureOut">
              <a:rPr lang="en-US" smtClean="0"/>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489FB9-81EC-4CD0-8FF0-20A2D87D5788}" type="slidenum">
              <a:rPr lang="en-US" smtClean="0"/>
              <a:t>‹#›</a:t>
            </a:fld>
            <a:endParaRPr lang="en-US"/>
          </a:p>
        </p:txBody>
      </p:sp>
    </p:spTree>
    <p:extLst>
      <p:ext uri="{BB962C8B-B14F-4D97-AF65-F5344CB8AC3E}">
        <p14:creationId xmlns:p14="http://schemas.microsoft.com/office/powerpoint/2010/main" val="2895745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89FB9-81EC-4CD0-8FF0-20A2D87D5788}" type="slidenum">
              <a:rPr lang="en-US" smtClean="0"/>
              <a:t>4</a:t>
            </a:fld>
            <a:endParaRPr lang="en-US"/>
          </a:p>
        </p:txBody>
      </p:sp>
    </p:spTree>
    <p:extLst>
      <p:ext uri="{BB962C8B-B14F-4D97-AF65-F5344CB8AC3E}">
        <p14:creationId xmlns:p14="http://schemas.microsoft.com/office/powerpoint/2010/main" val="212788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393700" y="692150"/>
            <a:ext cx="607060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ea typeface="ＭＳ Ｐゴシック" panose="020B0600070205080204" pitchFamily="34" charset="-128"/>
            </a:endParaRPr>
          </a:p>
        </p:txBody>
      </p:sp>
    </p:spTree>
    <p:extLst>
      <p:ext uri="{BB962C8B-B14F-4D97-AF65-F5344CB8AC3E}">
        <p14:creationId xmlns:p14="http://schemas.microsoft.com/office/powerpoint/2010/main" val="8395977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FFED9DE-FADF-4401-8946-C6A608E3DA82}"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930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spTree>
    <p:extLst>
      <p:ext uri="{BB962C8B-B14F-4D97-AF65-F5344CB8AC3E}">
        <p14:creationId xmlns:p14="http://schemas.microsoft.com/office/powerpoint/2010/main" val="1735943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9003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3AD53-A8BC-4FFC-B102-7B02E16A29F9}"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ED9DE-FADF-4401-8946-C6A608E3DA82}" type="slidenum">
              <a:rPr lang="en-US" smtClean="0"/>
              <a:t>‹#›</a:t>
            </a:fld>
            <a:endParaRPr lang="en-US"/>
          </a:p>
        </p:txBody>
      </p:sp>
    </p:spTree>
    <p:extLst>
      <p:ext uri="{BB962C8B-B14F-4D97-AF65-F5344CB8AC3E}">
        <p14:creationId xmlns:p14="http://schemas.microsoft.com/office/powerpoint/2010/main" val="2962266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3AD53-A8BC-4FFC-B102-7B02E16A29F9}"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FED9DE-FADF-4401-8946-C6A608E3DA82}"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48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3AD53-A8BC-4FFC-B102-7B02E16A29F9}"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FED9DE-FADF-4401-8946-C6A608E3DA8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8105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3AD53-A8BC-4FFC-B102-7B02E16A29F9}" type="datetimeFigureOut">
              <a:rPr lang="en-US" smtClean="0"/>
              <a:t>11/12/2024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FED9DE-FADF-4401-8946-C6A608E3DA82}" type="slidenum">
              <a:rPr lang="en-US" smtClean="0"/>
              <a:t>‹#›</a:t>
            </a:fld>
            <a:endParaRPr lang="en-US"/>
          </a:p>
        </p:txBody>
      </p:sp>
    </p:spTree>
    <p:extLst>
      <p:ext uri="{BB962C8B-B14F-4D97-AF65-F5344CB8AC3E}">
        <p14:creationId xmlns:p14="http://schemas.microsoft.com/office/powerpoint/2010/main" val="3380078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3AD53-A8BC-4FFC-B102-7B02E16A29F9}"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ED9DE-FADF-4401-8946-C6A608E3DA82}"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5069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3AD53-A8BC-4FFC-B102-7B02E16A29F9}"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ED9DE-FADF-4401-8946-C6A608E3DA82}" type="slidenum">
              <a:rPr lang="en-US" smtClean="0"/>
              <a:t>‹#›</a:t>
            </a:fld>
            <a:endParaRPr lang="en-US"/>
          </a:p>
        </p:txBody>
      </p:sp>
    </p:spTree>
    <p:extLst>
      <p:ext uri="{BB962C8B-B14F-4D97-AF65-F5344CB8AC3E}">
        <p14:creationId xmlns:p14="http://schemas.microsoft.com/office/powerpoint/2010/main" val="3638807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3AD53-A8BC-4FFC-B102-7B02E16A29F9}"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ED9DE-FADF-4401-8946-C6A608E3DA82}" type="slidenum">
              <a:rPr lang="en-US" smtClean="0"/>
              <a:t>‹#›</a:t>
            </a:fld>
            <a:endParaRPr lang="en-US"/>
          </a:p>
        </p:txBody>
      </p:sp>
    </p:spTree>
    <p:extLst>
      <p:ext uri="{BB962C8B-B14F-4D97-AF65-F5344CB8AC3E}">
        <p14:creationId xmlns:p14="http://schemas.microsoft.com/office/powerpoint/2010/main" val="3864283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4033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216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spTree>
    <p:extLst>
      <p:ext uri="{BB962C8B-B14F-4D97-AF65-F5344CB8AC3E}">
        <p14:creationId xmlns:p14="http://schemas.microsoft.com/office/powerpoint/2010/main" val="2416480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8866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3307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7687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3AD53-A8BC-4FFC-B102-7B02E16A29F9}"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ED9DE-FADF-4401-8946-C6A608E3DA82}"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3713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503AD53-A8BC-4FFC-B102-7B02E16A29F9}" type="datetimeFigureOut">
              <a:rPr lang="en-US" smtClean="0"/>
              <a:t>11/12/2024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FFED9DE-FADF-4401-8946-C6A608E3DA82}" type="slidenum">
              <a:rPr lang="en-US" smtClean="0"/>
              <a:t>‹#›</a:t>
            </a:fld>
            <a:endParaRPr lang="en-US"/>
          </a:p>
        </p:txBody>
      </p:sp>
    </p:spTree>
    <p:extLst>
      <p:ext uri="{BB962C8B-B14F-4D97-AF65-F5344CB8AC3E}">
        <p14:creationId xmlns:p14="http://schemas.microsoft.com/office/powerpoint/2010/main" val="40680201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Consumer Behavior</a:t>
            </a:r>
          </a:p>
        </p:txBody>
      </p:sp>
      <p:sp>
        <p:nvSpPr>
          <p:cNvPr id="3" name="Subtitle 2"/>
          <p:cNvSpPr>
            <a:spLocks noGrp="1"/>
          </p:cNvSpPr>
          <p:nvPr>
            <p:ph type="subTitle" idx="1"/>
          </p:nvPr>
        </p:nvSpPr>
        <p:spPr/>
        <p:txBody>
          <a:bodyPr/>
          <a:lstStyle/>
          <a:p>
            <a:r>
              <a:rPr lang="en-US" dirty="0"/>
              <a:t>In Conventional Marketing</a:t>
            </a:r>
          </a:p>
        </p:txBody>
      </p:sp>
    </p:spTree>
    <p:extLst>
      <p:ext uri="{BB962C8B-B14F-4D97-AF65-F5344CB8AC3E}">
        <p14:creationId xmlns:p14="http://schemas.microsoft.com/office/powerpoint/2010/main" val="89284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alpha val="89000"/>
          </a:schemeClr>
        </a:solidFill>
        <a:effectLst/>
      </p:bgPr>
    </p:bg>
    <p:spTree>
      <p:nvGrpSpPr>
        <p:cNvPr id="1" name=""/>
        <p:cNvGrpSpPr/>
        <p:nvPr/>
      </p:nvGrpSpPr>
      <p:grpSpPr>
        <a:xfrm>
          <a:off x="0" y="0"/>
          <a:ext cx="0" cy="0"/>
          <a:chOff x="0" y="0"/>
          <a:chExt cx="0" cy="0"/>
        </a:xfrm>
      </p:grpSpPr>
      <p:sp>
        <p:nvSpPr>
          <p:cNvPr id="3" name="Rectangle 2"/>
          <p:cNvSpPr/>
          <p:nvPr/>
        </p:nvSpPr>
        <p:spPr>
          <a:xfrm>
            <a:off x="768928" y="1138535"/>
            <a:ext cx="10263508" cy="4247317"/>
          </a:xfrm>
          <a:prstGeom prst="rect">
            <a:avLst/>
          </a:prstGeom>
          <a:noFill/>
        </p:spPr>
        <p:txBody>
          <a:bodyPr wrap="square" lIns="91440" tIns="45720" rIns="91440" bIns="45720">
            <a:spAutoFit/>
            <a:scene3d>
              <a:camera prst="isometricOffAxis1Right"/>
              <a:lightRig rig="harsh" dir="t"/>
            </a:scene3d>
            <a:sp3d extrusionH="57150" prstMaterial="matte">
              <a:bevelT w="63500" h="12700" prst="angle"/>
              <a:contourClr>
                <a:schemeClr val="bg1">
                  <a:lumMod val="65000"/>
                </a:schemeClr>
              </a:contourClr>
            </a:sp3d>
          </a:bodyPr>
          <a:lstStyle/>
          <a:p>
            <a:pPr algn="ctr"/>
            <a:r>
              <a:rPr lang="en-US" sz="5400" b="1" dirty="0">
                <a:ln/>
                <a:solidFill>
                  <a:schemeClr val="accent3"/>
                </a:solidFill>
              </a:rPr>
              <a:t>Arguing with stupid people is like killing the mosquito on your cheek. You might or might not kill it</a:t>
            </a:r>
            <a:r>
              <a:rPr lang="en-US" sz="5400" b="1">
                <a:ln/>
                <a:solidFill>
                  <a:schemeClr val="accent3"/>
                </a:solidFill>
              </a:rPr>
              <a:t>, but </a:t>
            </a:r>
            <a:r>
              <a:rPr lang="en-US" sz="5400" b="1" dirty="0">
                <a:ln/>
                <a:solidFill>
                  <a:schemeClr val="accent3"/>
                </a:solidFill>
              </a:rPr>
              <a:t>you will end up slapping yourself.</a:t>
            </a:r>
          </a:p>
        </p:txBody>
      </p:sp>
    </p:spTree>
    <p:extLst>
      <p:ext uri="{BB962C8B-B14F-4D97-AF65-F5344CB8AC3E}">
        <p14:creationId xmlns:p14="http://schemas.microsoft.com/office/powerpoint/2010/main" val="14608450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Consumer Buyer Behavior</a:t>
            </a:r>
          </a:p>
        </p:txBody>
      </p:sp>
      <p:sp>
        <p:nvSpPr>
          <p:cNvPr id="3" name="Content Placeholder 2"/>
          <p:cNvSpPr>
            <a:spLocks noGrp="1"/>
          </p:cNvSpPr>
          <p:nvPr>
            <p:ph idx="1"/>
          </p:nvPr>
        </p:nvSpPr>
        <p:spPr/>
        <p:txBody>
          <a:bodyPr>
            <a:normAutofit fontScale="92500" lnSpcReduction="20000"/>
          </a:bodyPr>
          <a:lstStyle/>
          <a:p>
            <a:pPr algn="just"/>
            <a:r>
              <a:rPr lang="en-US" sz="3200" b="1" dirty="0"/>
              <a:t>Consumer market</a:t>
            </a:r>
            <a:r>
              <a:rPr lang="en-US" sz="3200" dirty="0"/>
              <a:t> refers to the group of individuals or households who purchase goods and services for personal consumption. It is a broad market segment that encompasses a wide range of products and services designed for individual use rather than for resale or industrial purposes.</a:t>
            </a:r>
            <a:endParaRPr lang="en-US" b="1" dirty="0"/>
          </a:p>
          <a:p>
            <a:pPr algn="just"/>
            <a:r>
              <a:rPr lang="en-US" sz="3200" b="1" dirty="0"/>
              <a:t>Consumer buyer behavior</a:t>
            </a:r>
            <a:r>
              <a:rPr lang="en-US" sz="3200" dirty="0"/>
              <a:t> refers to the buying behavior of final consumers—individuals and households who buy goods and services for personal consumption</a:t>
            </a:r>
          </a:p>
          <a:p>
            <a:endParaRPr lang="en-US" dirty="0"/>
          </a:p>
        </p:txBody>
      </p:sp>
    </p:spTree>
    <p:extLst>
      <p:ext uri="{BB962C8B-B14F-4D97-AF65-F5344CB8AC3E}">
        <p14:creationId xmlns:p14="http://schemas.microsoft.com/office/powerpoint/2010/main" val="2230447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of Consumer Behavior</a:t>
            </a:r>
          </a:p>
        </p:txBody>
      </p:sp>
      <p:pic>
        <p:nvPicPr>
          <p:cNvPr id="4" name="Picture 4" descr="fig05_01wo.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95400" y="3088546"/>
            <a:ext cx="9601200" cy="185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7720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Characteristics Affecting Consumer Behavior</a:t>
            </a:r>
          </a:p>
        </p:txBody>
      </p:sp>
      <p:pic>
        <p:nvPicPr>
          <p:cNvPr id="4" name="Picture 4" descr="fig05_02wo.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568018"/>
            <a:ext cx="9601200" cy="3296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3451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Cultural Factors</a:t>
            </a:r>
          </a:p>
        </p:txBody>
      </p:sp>
      <p:sp>
        <p:nvSpPr>
          <p:cNvPr id="3" name="Content Placeholder 2"/>
          <p:cNvSpPr>
            <a:spLocks noGrp="1"/>
          </p:cNvSpPr>
          <p:nvPr>
            <p:ph idx="1"/>
          </p:nvPr>
        </p:nvSpPr>
        <p:spPr/>
        <p:txBody>
          <a:bodyPr>
            <a:normAutofit/>
          </a:bodyPr>
          <a:lstStyle/>
          <a:p>
            <a:pPr algn="just"/>
            <a:r>
              <a:rPr lang="en-US" sz="2800" b="1" dirty="0"/>
              <a:t>Culture</a:t>
            </a:r>
            <a:r>
              <a:rPr lang="en-US" sz="2800" dirty="0"/>
              <a:t> is the learned </a:t>
            </a:r>
            <a:r>
              <a:rPr lang="en-US" sz="2800" u="sng" dirty="0"/>
              <a:t>values, perceptions, wants,  and behavior</a:t>
            </a:r>
            <a:r>
              <a:rPr lang="en-US" sz="2800" dirty="0"/>
              <a:t> from </a:t>
            </a:r>
            <a:r>
              <a:rPr lang="en-US" sz="2800" u="sng" dirty="0"/>
              <a:t>family and other important institutions</a:t>
            </a:r>
          </a:p>
          <a:p>
            <a:pPr>
              <a:lnSpc>
                <a:spcPct val="90000"/>
              </a:lnSpc>
            </a:pPr>
            <a:r>
              <a:rPr lang="en-US" sz="2800" b="1" dirty="0"/>
              <a:t>Subcultures</a:t>
            </a:r>
            <a:r>
              <a:rPr lang="en-US" sz="2800" dirty="0"/>
              <a:t> are </a:t>
            </a:r>
            <a:r>
              <a:rPr lang="en-US" sz="2800" u="sng" dirty="0"/>
              <a:t>groups of people within a culture</a:t>
            </a:r>
            <a:r>
              <a:rPr lang="en-US" sz="2800" dirty="0"/>
              <a:t> with </a:t>
            </a:r>
            <a:r>
              <a:rPr lang="en-US" sz="2800" u="sng" dirty="0"/>
              <a:t>shared value systems</a:t>
            </a:r>
            <a:r>
              <a:rPr lang="en-US" sz="2800" dirty="0"/>
              <a:t> based on </a:t>
            </a:r>
            <a:r>
              <a:rPr lang="en-US" sz="2800" u="sng" dirty="0"/>
              <a:t>common life experiences and situations</a:t>
            </a:r>
          </a:p>
          <a:p>
            <a:pPr lvl="1">
              <a:lnSpc>
                <a:spcPct val="90000"/>
              </a:lnSpc>
            </a:pPr>
            <a:r>
              <a:rPr lang="en-US" dirty="0"/>
              <a:t>Bengalis</a:t>
            </a:r>
          </a:p>
          <a:p>
            <a:pPr lvl="1">
              <a:lnSpc>
                <a:spcPct val="90000"/>
              </a:lnSpc>
            </a:pPr>
            <a:r>
              <a:rPr lang="en-US" dirty="0" err="1"/>
              <a:t>Gujaratis</a:t>
            </a:r>
            <a:endParaRPr lang="en-US" dirty="0"/>
          </a:p>
          <a:p>
            <a:pPr lvl="1">
              <a:lnSpc>
                <a:spcPct val="90000"/>
              </a:lnSpc>
            </a:pPr>
            <a:r>
              <a:rPr lang="en-US" dirty="0"/>
              <a:t>Punjabis</a:t>
            </a:r>
          </a:p>
          <a:p>
            <a:endParaRPr lang="en-US" dirty="0"/>
          </a:p>
        </p:txBody>
      </p:sp>
    </p:spTree>
    <p:extLst>
      <p:ext uri="{BB962C8B-B14F-4D97-AF65-F5344CB8AC3E}">
        <p14:creationId xmlns:p14="http://schemas.microsoft.com/office/powerpoint/2010/main" val="3596972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p:txBody>
          <a:bodyPr/>
          <a:lstStyle/>
          <a:p>
            <a:pPr algn="just"/>
            <a:r>
              <a:rPr lang="en-US" sz="3200" b="1" dirty="0"/>
              <a:t>Social classes </a:t>
            </a:r>
            <a:r>
              <a:rPr lang="en-US" sz="3200" dirty="0"/>
              <a:t>are society’s </a:t>
            </a:r>
            <a:r>
              <a:rPr lang="en-US" sz="3200" u="sng" dirty="0"/>
              <a:t>relatively permanent and ordered divisions</a:t>
            </a:r>
            <a:r>
              <a:rPr lang="en-US" sz="3200" dirty="0"/>
              <a:t> whose members share </a:t>
            </a:r>
            <a:r>
              <a:rPr lang="en-US" sz="3200" u="sng" dirty="0"/>
              <a:t>similar values, interests, and behaviors</a:t>
            </a:r>
          </a:p>
          <a:p>
            <a:pPr algn="just"/>
            <a:r>
              <a:rPr lang="en-US" sz="3200" dirty="0"/>
              <a:t>Measured by a combination of occupation, income, education, wealth, and other variables</a:t>
            </a:r>
          </a:p>
          <a:p>
            <a:endParaRPr lang="en-US" dirty="0"/>
          </a:p>
        </p:txBody>
      </p:sp>
    </p:spTree>
    <p:extLst>
      <p:ext uri="{BB962C8B-B14F-4D97-AF65-F5344CB8AC3E}">
        <p14:creationId xmlns:p14="http://schemas.microsoft.com/office/powerpoint/2010/main" val="1155731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Factors</a:t>
            </a:r>
          </a:p>
        </p:txBody>
      </p:sp>
      <p:sp>
        <p:nvSpPr>
          <p:cNvPr id="3" name="Content Placeholder 2"/>
          <p:cNvSpPr>
            <a:spLocks noGrp="1"/>
          </p:cNvSpPr>
          <p:nvPr>
            <p:ph idx="1"/>
          </p:nvPr>
        </p:nvSpPr>
        <p:spPr/>
        <p:txBody>
          <a:bodyPr>
            <a:normAutofit lnSpcReduction="10000"/>
          </a:bodyPr>
          <a:lstStyle/>
          <a:p>
            <a:pPr lvl="0" algn="just"/>
            <a:r>
              <a:rPr lang="en-US" sz="3200" b="1" dirty="0"/>
              <a:t>Membership Groups </a:t>
            </a:r>
            <a:r>
              <a:rPr lang="en-US" sz="3200" dirty="0"/>
              <a:t>are the g</a:t>
            </a:r>
            <a:r>
              <a:rPr lang="en-US" sz="3200" dirty="0">
                <a:solidFill>
                  <a:schemeClr val="tx1"/>
                </a:solidFill>
              </a:rPr>
              <a:t>roups with direct influence and </a:t>
            </a:r>
            <a:r>
              <a:rPr lang="en-US" sz="3200" u="sng" dirty="0">
                <a:solidFill>
                  <a:schemeClr val="tx1"/>
                </a:solidFill>
              </a:rPr>
              <a:t>to which a person belongs</a:t>
            </a:r>
            <a:r>
              <a:rPr lang="en-US" sz="3200" dirty="0">
                <a:solidFill>
                  <a:schemeClr val="tx1"/>
                </a:solidFill>
              </a:rPr>
              <a:t>.</a:t>
            </a:r>
          </a:p>
          <a:p>
            <a:pPr lvl="0" algn="just"/>
            <a:r>
              <a:rPr lang="en-US" sz="3200" b="1" dirty="0"/>
              <a:t>Reference Groups </a:t>
            </a:r>
            <a:r>
              <a:rPr lang="en-US" sz="3200" dirty="0"/>
              <a:t>are the g</a:t>
            </a:r>
            <a:r>
              <a:rPr lang="en-US" sz="3200" dirty="0">
                <a:solidFill>
                  <a:schemeClr val="tx1"/>
                </a:solidFill>
              </a:rPr>
              <a:t>roups </a:t>
            </a:r>
            <a:r>
              <a:rPr lang="en-US" sz="3200" u="sng" dirty="0">
                <a:solidFill>
                  <a:schemeClr val="tx1"/>
                </a:solidFill>
              </a:rPr>
              <a:t>that form a comparison or reference </a:t>
            </a:r>
            <a:r>
              <a:rPr lang="en-US" sz="3200" dirty="0">
                <a:solidFill>
                  <a:schemeClr val="tx1"/>
                </a:solidFill>
              </a:rPr>
              <a:t>in forming attitudes or behavior.</a:t>
            </a:r>
          </a:p>
          <a:p>
            <a:pPr algn="just"/>
            <a:r>
              <a:rPr lang="en-US" sz="3200" b="1" dirty="0">
                <a:solidFill>
                  <a:schemeClr val="tx1"/>
                </a:solidFill>
              </a:rPr>
              <a:t>Aspirational Groups </a:t>
            </a:r>
            <a:r>
              <a:rPr lang="en-US" sz="3200" dirty="0">
                <a:solidFill>
                  <a:schemeClr val="tx1"/>
                </a:solidFill>
              </a:rPr>
              <a:t>are the groups an individual </a:t>
            </a:r>
            <a:r>
              <a:rPr lang="en-US" sz="3200" u="sng" dirty="0">
                <a:solidFill>
                  <a:schemeClr val="tx1"/>
                </a:solidFill>
              </a:rPr>
              <a:t>wishes to belong to</a:t>
            </a:r>
            <a:r>
              <a:rPr lang="en-US" sz="3200" dirty="0">
                <a:solidFill>
                  <a:schemeClr val="tx1"/>
                </a:solidFill>
              </a:rPr>
              <a:t>.</a:t>
            </a:r>
            <a:endParaRPr lang="en-US" sz="3200" u="sng" dirty="0">
              <a:solidFill>
                <a:schemeClr val="tx1"/>
              </a:solidFill>
            </a:endParaRPr>
          </a:p>
          <a:p>
            <a:pPr lvl="0"/>
            <a:endParaRPr lang="en-US" b="1" dirty="0">
              <a:solidFill>
                <a:schemeClr val="tx1"/>
              </a:solidFill>
            </a:endParaRPr>
          </a:p>
        </p:txBody>
      </p:sp>
    </p:spTree>
    <p:extLst>
      <p:ext uri="{BB962C8B-B14F-4D97-AF65-F5344CB8AC3E}">
        <p14:creationId xmlns:p14="http://schemas.microsoft.com/office/powerpoint/2010/main" val="394171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pPr marL="0" indent="0">
              <a:buNone/>
            </a:pPr>
            <a:r>
              <a:rPr lang="en-US" sz="2800" b="1" dirty="0"/>
              <a:t>Groups and Social Networks</a:t>
            </a:r>
          </a:p>
          <a:p>
            <a:pPr>
              <a:lnSpc>
                <a:spcPct val="90000"/>
              </a:lnSpc>
            </a:pPr>
            <a:r>
              <a:rPr lang="en-US" dirty="0"/>
              <a:t>Word-of-mouth influence and buzz marketing</a:t>
            </a:r>
          </a:p>
          <a:p>
            <a:pPr lvl="1">
              <a:lnSpc>
                <a:spcPct val="90000"/>
              </a:lnSpc>
            </a:pPr>
            <a:r>
              <a:rPr lang="en-US" dirty="0"/>
              <a:t>Opinion leaders are people within a reference group who exert social influence on others</a:t>
            </a:r>
          </a:p>
          <a:p>
            <a:pPr lvl="1">
              <a:lnSpc>
                <a:spcPct val="90000"/>
              </a:lnSpc>
            </a:pPr>
            <a:r>
              <a:rPr lang="en-US" dirty="0"/>
              <a:t>Also called </a:t>
            </a:r>
            <a:r>
              <a:rPr lang="en-US" i="1" dirty="0" err="1"/>
              <a:t>influentials</a:t>
            </a:r>
            <a:r>
              <a:rPr lang="en-US" dirty="0"/>
              <a:t> or </a:t>
            </a:r>
            <a:r>
              <a:rPr lang="en-US" i="1" dirty="0"/>
              <a:t>leading adopters</a:t>
            </a:r>
          </a:p>
          <a:p>
            <a:pPr lvl="1">
              <a:lnSpc>
                <a:spcPct val="90000"/>
              </a:lnSpc>
            </a:pPr>
            <a:r>
              <a:rPr lang="en-US" dirty="0"/>
              <a:t>Marketers identify them to use as brand ambassadors</a:t>
            </a:r>
          </a:p>
          <a:p>
            <a:pPr lvl="1">
              <a:lnSpc>
                <a:spcPct val="90000"/>
              </a:lnSpc>
            </a:pPr>
            <a:endParaRPr lang="en-US" dirty="0"/>
          </a:p>
          <a:p>
            <a:endParaRPr lang="en-US" dirty="0"/>
          </a:p>
        </p:txBody>
      </p:sp>
    </p:spTree>
    <p:extLst>
      <p:ext uri="{BB962C8B-B14F-4D97-AF65-F5344CB8AC3E}">
        <p14:creationId xmlns:p14="http://schemas.microsoft.com/office/powerpoint/2010/main" val="422703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r>
              <a:rPr lang="en-US" sz="2800" dirty="0"/>
              <a:t>Online </a:t>
            </a:r>
            <a:r>
              <a:rPr lang="en-US" sz="2800" b="1" u="sng" dirty="0"/>
              <a:t>Social Networks</a:t>
            </a:r>
            <a:r>
              <a:rPr lang="en-US" sz="2800" dirty="0"/>
              <a:t> are online communities where people socialize or exchange information and opinions</a:t>
            </a:r>
          </a:p>
          <a:p>
            <a:r>
              <a:rPr lang="en-US" sz="2800" dirty="0"/>
              <a:t>Include blogs, social networking sites (</a:t>
            </a:r>
            <a:r>
              <a:rPr lang="en-US" sz="2800" dirty="0" err="1"/>
              <a:t>facebook</a:t>
            </a:r>
            <a:r>
              <a:rPr lang="en-US" sz="2800" dirty="0"/>
              <a:t>), virtual worlds (second life)</a:t>
            </a:r>
          </a:p>
          <a:p>
            <a:pPr>
              <a:buFontTx/>
              <a:buNone/>
            </a:pPr>
            <a:endParaRPr lang="en-US" sz="2000" dirty="0"/>
          </a:p>
          <a:p>
            <a:pPr lvl="1"/>
            <a:endParaRPr lang="en-US" dirty="0"/>
          </a:p>
          <a:p>
            <a:endParaRPr lang="en-US" dirty="0"/>
          </a:p>
        </p:txBody>
      </p:sp>
    </p:spTree>
    <p:extLst>
      <p:ext uri="{BB962C8B-B14F-4D97-AF65-F5344CB8AC3E}">
        <p14:creationId xmlns:p14="http://schemas.microsoft.com/office/powerpoint/2010/main" val="342973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pPr>
              <a:lnSpc>
                <a:spcPct val="90000"/>
              </a:lnSpc>
            </a:pPr>
            <a:r>
              <a:rPr lang="en-US" sz="3200" b="1" u="sng" dirty="0"/>
              <a:t>Family</a:t>
            </a:r>
            <a:r>
              <a:rPr lang="en-US" sz="3200" b="1" dirty="0"/>
              <a:t> </a:t>
            </a:r>
            <a:r>
              <a:rPr lang="en-US" sz="3200" dirty="0"/>
              <a:t>is the most important consumer-buying organization in society</a:t>
            </a:r>
          </a:p>
          <a:p>
            <a:pPr>
              <a:lnSpc>
                <a:spcPct val="90000"/>
              </a:lnSpc>
            </a:pPr>
            <a:r>
              <a:rPr lang="en-US" sz="3200" dirty="0"/>
              <a:t>The groups, family, clubs, and organizations that a person belongs to define his/her social </a:t>
            </a:r>
            <a:r>
              <a:rPr lang="en-US" sz="3200" b="1" u="sng" dirty="0"/>
              <a:t>role and status</a:t>
            </a:r>
          </a:p>
          <a:p>
            <a:endParaRPr lang="en-US" dirty="0"/>
          </a:p>
        </p:txBody>
      </p:sp>
    </p:spTree>
    <p:extLst>
      <p:ext uri="{BB962C8B-B14F-4D97-AF65-F5344CB8AC3E}">
        <p14:creationId xmlns:p14="http://schemas.microsoft.com/office/powerpoint/2010/main" val="3345233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Factors</a:t>
            </a:r>
          </a:p>
        </p:txBody>
      </p:sp>
      <p:sp>
        <p:nvSpPr>
          <p:cNvPr id="3" name="Content Placeholder 2"/>
          <p:cNvSpPr>
            <a:spLocks noGrp="1"/>
          </p:cNvSpPr>
          <p:nvPr>
            <p:ph idx="1"/>
          </p:nvPr>
        </p:nvSpPr>
        <p:spPr/>
        <p:txBody>
          <a:bodyPr>
            <a:noAutofit/>
          </a:bodyPr>
          <a:lstStyle/>
          <a:p>
            <a:r>
              <a:rPr lang="en-US" b="1" u="sng" dirty="0"/>
              <a:t>Age and life-cycle stage</a:t>
            </a:r>
          </a:p>
          <a:p>
            <a:r>
              <a:rPr lang="en-US" dirty="0"/>
              <a:t>RBC Royal Bank stages</a:t>
            </a:r>
          </a:p>
          <a:p>
            <a:pPr lvl="1"/>
            <a:r>
              <a:rPr lang="en-US" dirty="0"/>
              <a:t>Youth: younger than 18</a:t>
            </a:r>
          </a:p>
          <a:p>
            <a:pPr lvl="1"/>
            <a:r>
              <a:rPr lang="en-US" dirty="0"/>
              <a:t>Getting started: 18–35</a:t>
            </a:r>
          </a:p>
          <a:p>
            <a:pPr lvl="1"/>
            <a:r>
              <a:rPr lang="en-US" dirty="0"/>
              <a:t>Builders: 35–50</a:t>
            </a:r>
          </a:p>
          <a:p>
            <a:pPr lvl="1"/>
            <a:r>
              <a:rPr lang="en-US" dirty="0"/>
              <a:t>Accumulators: 50–60</a:t>
            </a:r>
          </a:p>
          <a:p>
            <a:pPr lvl="1"/>
            <a:r>
              <a:rPr lang="en-US" dirty="0"/>
              <a:t>Preservers: over 60</a:t>
            </a:r>
          </a:p>
          <a:p>
            <a:endParaRPr lang="en-US" dirty="0"/>
          </a:p>
        </p:txBody>
      </p:sp>
    </p:spTree>
    <p:extLst>
      <p:ext uri="{BB962C8B-B14F-4D97-AF65-F5344CB8AC3E}">
        <p14:creationId xmlns:p14="http://schemas.microsoft.com/office/powerpoint/2010/main" val="1574900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r>
              <a:rPr lang="en-US" sz="2800" b="1" u="sng" dirty="0"/>
              <a:t>Occupation</a:t>
            </a:r>
            <a:r>
              <a:rPr lang="en-US" sz="2800" dirty="0"/>
              <a:t> affects the goods and services bought by consumers</a:t>
            </a:r>
          </a:p>
          <a:p>
            <a:r>
              <a:rPr lang="en-US" sz="2800" b="1" u="sng" dirty="0"/>
              <a:t>Economic situation</a:t>
            </a:r>
            <a:r>
              <a:rPr lang="en-US" sz="2800" dirty="0"/>
              <a:t> includes trends in:</a:t>
            </a:r>
          </a:p>
          <a:p>
            <a:endParaRPr lang="en-US" dirty="0"/>
          </a:p>
        </p:txBody>
      </p:sp>
      <p:graphicFrame>
        <p:nvGraphicFramePr>
          <p:cNvPr id="4" name="Diagram 3"/>
          <p:cNvGraphicFramePr/>
          <p:nvPr>
            <p:extLst>
              <p:ext uri="{D42A27DB-BD31-4B8C-83A1-F6EECF244321}">
                <p14:modId xmlns:p14="http://schemas.microsoft.com/office/powerpoint/2010/main" val="1336117682"/>
              </p:ext>
            </p:extLst>
          </p:nvPr>
        </p:nvGraphicFramePr>
        <p:xfrm>
          <a:off x="2577555" y="3680790"/>
          <a:ext cx="6019800" cy="220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4501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normAutofit/>
          </a:bodyPr>
          <a:lstStyle/>
          <a:p>
            <a:pPr algn="just">
              <a:lnSpc>
                <a:spcPct val="80000"/>
              </a:lnSpc>
            </a:pPr>
            <a:r>
              <a:rPr lang="en-US" sz="3200" b="1" u="sng" dirty="0"/>
              <a:t>Lifestyle</a:t>
            </a:r>
            <a:r>
              <a:rPr lang="en-US" sz="3200" dirty="0"/>
              <a:t> is a person’s pattern of living as expressed in his or her psychographics</a:t>
            </a:r>
          </a:p>
          <a:p>
            <a:pPr algn="just">
              <a:lnSpc>
                <a:spcPct val="80000"/>
              </a:lnSpc>
            </a:pPr>
            <a:r>
              <a:rPr lang="en-US" sz="3200" dirty="0"/>
              <a:t>Measures a consumer’s AIOs (activities, interests, opinions) to capture information about a person’s pattern of acting and interacting in the environment</a:t>
            </a:r>
          </a:p>
          <a:p>
            <a:pPr algn="just"/>
            <a:endParaRPr lang="en-US" sz="3200" dirty="0"/>
          </a:p>
        </p:txBody>
      </p:sp>
    </p:spTree>
    <p:extLst>
      <p:ext uri="{BB962C8B-B14F-4D97-AF65-F5344CB8AC3E}">
        <p14:creationId xmlns:p14="http://schemas.microsoft.com/office/powerpoint/2010/main" val="628322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Psychological Factors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11081260"/>
              </p:ext>
            </p:extLst>
          </p:nvPr>
        </p:nvGraphicFramePr>
        <p:xfrm>
          <a:off x="3144083" y="2557463"/>
          <a:ext cx="6556513"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9979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normAutofit/>
          </a:bodyPr>
          <a:lstStyle/>
          <a:p>
            <a:r>
              <a:rPr lang="en-US" sz="3200" b="1" dirty="0"/>
              <a:t>Motivation:</a:t>
            </a:r>
            <a:r>
              <a:rPr lang="en-US" sz="3200" dirty="0"/>
              <a:t> The internal needs and desires that drive consumers to make a purchase. For instance, a person might be motivated to buy a smartphone because they desire the latest technology and features.</a:t>
            </a:r>
          </a:p>
        </p:txBody>
      </p:sp>
    </p:spTree>
    <p:extLst>
      <p:ext uri="{BB962C8B-B14F-4D97-AF65-F5344CB8AC3E}">
        <p14:creationId xmlns:p14="http://schemas.microsoft.com/office/powerpoint/2010/main" val="4258481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90000"/>
              </a:lnSpc>
            </a:pPr>
            <a:r>
              <a:rPr lang="en-US" dirty="0"/>
              <a:t>Motivation (Maslow’s Hierarchy of Needs)</a:t>
            </a:r>
          </a:p>
        </p:txBody>
      </p:sp>
      <p:pic>
        <p:nvPicPr>
          <p:cNvPr id="4" name="Picture 4" descr="fig05_04wo.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9417" y="2776124"/>
            <a:ext cx="5465808"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6360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pPr algn="just">
              <a:lnSpc>
                <a:spcPct val="80000"/>
              </a:lnSpc>
            </a:pPr>
            <a:r>
              <a:rPr lang="en-US" sz="3000" b="1" dirty="0"/>
              <a:t>Perception</a:t>
            </a:r>
            <a:r>
              <a:rPr lang="en-US" sz="3000" dirty="0"/>
              <a:t> is the process by which people select, organize, and interpret information to form a meaningful picture of the world from three perceptual processes</a:t>
            </a:r>
          </a:p>
          <a:p>
            <a:pPr lvl="1">
              <a:lnSpc>
                <a:spcPct val="80000"/>
              </a:lnSpc>
            </a:pPr>
            <a:r>
              <a:rPr lang="en-US" dirty="0"/>
              <a:t>Selective attention</a:t>
            </a:r>
          </a:p>
          <a:p>
            <a:pPr lvl="1">
              <a:lnSpc>
                <a:spcPct val="80000"/>
              </a:lnSpc>
            </a:pPr>
            <a:r>
              <a:rPr lang="en-US" dirty="0"/>
              <a:t>Selective distortion</a:t>
            </a:r>
          </a:p>
          <a:p>
            <a:pPr lvl="1">
              <a:lnSpc>
                <a:spcPct val="80000"/>
              </a:lnSpc>
            </a:pPr>
            <a:r>
              <a:rPr lang="en-US" dirty="0"/>
              <a:t>Selective retention</a:t>
            </a:r>
          </a:p>
          <a:p>
            <a:endParaRPr lang="en-US" dirty="0"/>
          </a:p>
        </p:txBody>
      </p:sp>
    </p:spTree>
    <p:extLst>
      <p:ext uri="{BB962C8B-B14F-4D97-AF65-F5344CB8AC3E}">
        <p14:creationId xmlns:p14="http://schemas.microsoft.com/office/powerpoint/2010/main" val="4024218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pPr>
              <a:buFontTx/>
              <a:buNone/>
            </a:pPr>
            <a:r>
              <a:rPr lang="en-US" b="1" dirty="0"/>
              <a:t>	Selective attention </a:t>
            </a:r>
            <a:r>
              <a:rPr lang="en-US" dirty="0"/>
              <a:t>is the tendency for people to screen out most of the information to which they are exposed</a:t>
            </a:r>
          </a:p>
          <a:p>
            <a:pPr>
              <a:buFontTx/>
              <a:buNone/>
            </a:pPr>
            <a:r>
              <a:rPr lang="en-US" b="1" dirty="0"/>
              <a:t>	Selective distortion </a:t>
            </a:r>
            <a:r>
              <a:rPr lang="en-US" dirty="0"/>
              <a:t>is the tendency for people to interpret information in a way that will support what they already believe</a:t>
            </a:r>
          </a:p>
          <a:p>
            <a:pPr>
              <a:buFontTx/>
              <a:buNone/>
            </a:pPr>
            <a:r>
              <a:rPr lang="en-US" b="1" dirty="0"/>
              <a:t>	Selective retention </a:t>
            </a:r>
            <a:r>
              <a:rPr lang="en-US" dirty="0"/>
              <a:t>is the tendency to remember good points made about a brand they favor and forget good points about competing brands</a:t>
            </a:r>
          </a:p>
          <a:p>
            <a:endParaRPr lang="en-US" dirty="0"/>
          </a:p>
        </p:txBody>
      </p:sp>
    </p:spTree>
    <p:extLst>
      <p:ext uri="{BB962C8B-B14F-4D97-AF65-F5344CB8AC3E}">
        <p14:creationId xmlns:p14="http://schemas.microsoft.com/office/powerpoint/2010/main" val="3793092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normAutofit/>
          </a:bodyPr>
          <a:lstStyle/>
          <a:p>
            <a:pPr algn="just"/>
            <a:r>
              <a:rPr lang="en-US" sz="3200" dirty="0"/>
              <a:t>How consumers perceive a product or brand can influence their purchasing decisions. For example, a consumer may perceive a luxury car brand as being of higher quality and prestige, leading them to choose it over a less expensive option.</a:t>
            </a:r>
          </a:p>
        </p:txBody>
      </p:sp>
    </p:spTree>
    <p:extLst>
      <p:ext uri="{BB962C8B-B14F-4D97-AF65-F5344CB8AC3E}">
        <p14:creationId xmlns:p14="http://schemas.microsoft.com/office/powerpoint/2010/main" val="802187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lstStyle/>
          <a:p>
            <a:r>
              <a:rPr lang="en-US" b="1" dirty="0"/>
              <a:t>Learning</a:t>
            </a:r>
            <a:r>
              <a:rPr lang="en-US" dirty="0"/>
              <a:t> is the change in an individual’s behavior arising from experience and occurs through interplay of:</a:t>
            </a:r>
          </a:p>
          <a:p>
            <a:endParaRPr lang="en-US" dirty="0"/>
          </a:p>
        </p:txBody>
      </p:sp>
      <p:graphicFrame>
        <p:nvGraphicFramePr>
          <p:cNvPr id="5" name="Diagram 4"/>
          <p:cNvGraphicFramePr/>
          <p:nvPr>
            <p:extLst>
              <p:ext uri="{D42A27DB-BD31-4B8C-83A1-F6EECF244321}">
                <p14:modId xmlns:p14="http://schemas.microsoft.com/office/powerpoint/2010/main" val="3613878316"/>
              </p:ext>
            </p:extLst>
          </p:nvPr>
        </p:nvGraphicFramePr>
        <p:xfrm>
          <a:off x="2004813" y="3630266"/>
          <a:ext cx="7543800" cy="228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213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 </a:t>
            </a:r>
          </a:p>
        </p:txBody>
      </p:sp>
      <p:sp>
        <p:nvSpPr>
          <p:cNvPr id="3" name="Content Placeholder 2"/>
          <p:cNvSpPr>
            <a:spLocks noGrp="1"/>
          </p:cNvSpPr>
          <p:nvPr>
            <p:ph idx="1"/>
          </p:nvPr>
        </p:nvSpPr>
        <p:spPr/>
        <p:txBody>
          <a:bodyPr>
            <a:normAutofit fontScale="92500" lnSpcReduction="10000"/>
          </a:bodyPr>
          <a:lstStyle/>
          <a:p>
            <a:pPr algn="just"/>
            <a:r>
              <a:rPr lang="en-US" sz="3200" b="1" dirty="0"/>
              <a:t>Belief </a:t>
            </a:r>
            <a:r>
              <a:rPr lang="en-US" sz="3200" dirty="0"/>
              <a:t>is a descriptive thought that a person has about something based on:</a:t>
            </a:r>
          </a:p>
          <a:p>
            <a:pPr lvl="1"/>
            <a:r>
              <a:rPr lang="en-US" dirty="0"/>
              <a:t>Knowledge</a:t>
            </a:r>
          </a:p>
          <a:p>
            <a:pPr lvl="1"/>
            <a:r>
              <a:rPr lang="en-US" dirty="0"/>
              <a:t>Opinion</a:t>
            </a:r>
          </a:p>
          <a:p>
            <a:pPr lvl="1"/>
            <a:r>
              <a:rPr lang="en-US" dirty="0"/>
              <a:t>Faith</a:t>
            </a:r>
          </a:p>
          <a:p>
            <a:pPr algn="just"/>
            <a:r>
              <a:rPr lang="en-US" sz="3200" b="1" dirty="0"/>
              <a:t>Attitudes</a:t>
            </a:r>
            <a:r>
              <a:rPr lang="en-US" sz="3200" dirty="0"/>
              <a:t> describe a person’s relatively consistent evaluations, feelings, and tendencies toward an object or idea</a:t>
            </a:r>
          </a:p>
          <a:p>
            <a:pPr marL="457200" lvl="1" indent="0">
              <a:buNone/>
            </a:pPr>
            <a:endParaRPr lang="en-US" dirty="0"/>
          </a:p>
          <a:p>
            <a:endParaRPr lang="en-US" dirty="0"/>
          </a:p>
          <a:p>
            <a:endParaRPr lang="en-US" dirty="0"/>
          </a:p>
        </p:txBody>
      </p:sp>
    </p:spTree>
    <p:extLst>
      <p:ext uri="{BB962C8B-B14F-4D97-AF65-F5344CB8AC3E}">
        <p14:creationId xmlns:p14="http://schemas.microsoft.com/office/powerpoint/2010/main" val="3031774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861" y="974036"/>
            <a:ext cx="10754139" cy="4949686"/>
          </a:xfrm>
          <a:prstGeom prst="rect">
            <a:avLst/>
          </a:prstGeom>
        </p:spPr>
      </p:pic>
    </p:spTree>
    <p:extLst>
      <p:ext uri="{BB962C8B-B14F-4D97-AF65-F5344CB8AC3E}">
        <p14:creationId xmlns:p14="http://schemas.microsoft.com/office/powerpoint/2010/main" val="3243856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Buying Decision Behavior</a:t>
            </a:r>
          </a:p>
        </p:txBody>
      </p:sp>
      <p:graphicFrame>
        <p:nvGraphicFramePr>
          <p:cNvPr id="4" name="Content Placeholder 3"/>
          <p:cNvGraphicFramePr>
            <a:graphicFrameLocks noGrp="1"/>
          </p:cNvGraphicFramePr>
          <p:nvPr>
            <p:ph idx="1"/>
          </p:nvPr>
        </p:nvGraphicFramePr>
        <p:xfrm>
          <a:off x="1295400" y="2557463"/>
          <a:ext cx="9601200"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9940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pic>
        <p:nvPicPr>
          <p:cNvPr id="4" name="Picture 4" descr="fig05_05wo.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4787" y="2557463"/>
            <a:ext cx="7902426"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1955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Buyer </a:t>
            </a:r>
            <a:r>
              <a:rPr lang="en-US"/>
              <a:t>Decision Making </a:t>
            </a:r>
            <a:r>
              <a:rPr lang="en-US" dirty="0"/>
              <a:t>Process</a:t>
            </a:r>
          </a:p>
        </p:txBody>
      </p:sp>
      <p:pic>
        <p:nvPicPr>
          <p:cNvPr id="4" name="Picture 6" descr="fig05_0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8520" t="60706"/>
          <a:stretch>
            <a:fillRect/>
          </a:stretch>
        </p:blipFill>
        <p:spPr bwMode="auto">
          <a:xfrm>
            <a:off x="1295400" y="3722247"/>
            <a:ext cx="9601200" cy="98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1267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Recognition</a:t>
            </a:r>
          </a:p>
        </p:txBody>
      </p:sp>
      <p:sp>
        <p:nvSpPr>
          <p:cNvPr id="3" name="Content Placeholder 2"/>
          <p:cNvSpPr>
            <a:spLocks noGrp="1"/>
          </p:cNvSpPr>
          <p:nvPr>
            <p:ph idx="1"/>
          </p:nvPr>
        </p:nvSpPr>
        <p:spPr/>
        <p:txBody>
          <a:bodyPr>
            <a:normAutofit/>
          </a:bodyPr>
          <a:lstStyle/>
          <a:p>
            <a:r>
              <a:rPr lang="en-US" sz="2800" dirty="0"/>
              <a:t>Occurs when the buyer recognizes a problem or need triggered by:</a:t>
            </a:r>
          </a:p>
          <a:p>
            <a:pPr lvl="1"/>
            <a:r>
              <a:rPr lang="en-US" sz="2400" dirty="0"/>
              <a:t>Internal stimuli</a:t>
            </a:r>
          </a:p>
          <a:p>
            <a:pPr lvl="1"/>
            <a:r>
              <a:rPr lang="en-US" sz="2400" dirty="0"/>
              <a:t>External stimuli</a:t>
            </a:r>
          </a:p>
          <a:p>
            <a:endParaRPr lang="en-US" sz="2800" dirty="0"/>
          </a:p>
          <a:p>
            <a:endParaRPr lang="en-US" sz="2800" dirty="0"/>
          </a:p>
        </p:txBody>
      </p:sp>
    </p:spTree>
    <p:extLst>
      <p:ext uri="{BB962C8B-B14F-4D97-AF65-F5344CB8AC3E}">
        <p14:creationId xmlns:p14="http://schemas.microsoft.com/office/powerpoint/2010/main" val="3919424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Information Search Sources of Information</a:t>
            </a:r>
          </a:p>
        </p:txBody>
      </p:sp>
      <p:sp>
        <p:nvSpPr>
          <p:cNvPr id="3" name="Content Placeholder 2"/>
          <p:cNvSpPr>
            <a:spLocks noGrp="1"/>
          </p:cNvSpPr>
          <p:nvPr>
            <p:ph idx="1"/>
          </p:nvPr>
        </p:nvSpPr>
        <p:spPr/>
        <p:txBody>
          <a:bodyPr>
            <a:normAutofit/>
          </a:bodyPr>
          <a:lstStyle/>
          <a:p>
            <a:pPr>
              <a:lnSpc>
                <a:spcPct val="90000"/>
              </a:lnSpc>
            </a:pPr>
            <a:r>
              <a:rPr lang="en-US" sz="2800" dirty="0"/>
              <a:t>Personal sources—family and friends</a:t>
            </a:r>
          </a:p>
          <a:p>
            <a:pPr>
              <a:lnSpc>
                <a:spcPct val="90000"/>
              </a:lnSpc>
            </a:pPr>
            <a:r>
              <a:rPr lang="en-US" sz="2800" dirty="0"/>
              <a:t>Commercial sources—advertising, Internet</a:t>
            </a:r>
          </a:p>
          <a:p>
            <a:pPr>
              <a:lnSpc>
                <a:spcPct val="90000"/>
              </a:lnSpc>
            </a:pPr>
            <a:r>
              <a:rPr lang="en-US" sz="2800" dirty="0"/>
              <a:t>Public sources—mass media, consumer organizations</a:t>
            </a:r>
          </a:p>
          <a:p>
            <a:pPr>
              <a:lnSpc>
                <a:spcPct val="90000"/>
              </a:lnSpc>
            </a:pPr>
            <a:r>
              <a:rPr lang="en-US" sz="2800" dirty="0"/>
              <a:t>Experiential sources—handling, examining, using the product</a:t>
            </a:r>
          </a:p>
          <a:p>
            <a:endParaRPr lang="en-US" sz="2800" dirty="0"/>
          </a:p>
        </p:txBody>
      </p:sp>
    </p:spTree>
    <p:extLst>
      <p:ext uri="{BB962C8B-B14F-4D97-AF65-F5344CB8AC3E}">
        <p14:creationId xmlns:p14="http://schemas.microsoft.com/office/powerpoint/2010/main" val="668322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Evaluation of Alternatives</a:t>
            </a:r>
          </a:p>
        </p:txBody>
      </p:sp>
      <p:sp>
        <p:nvSpPr>
          <p:cNvPr id="3" name="Content Placeholder 2"/>
          <p:cNvSpPr>
            <a:spLocks noGrp="1"/>
          </p:cNvSpPr>
          <p:nvPr>
            <p:ph idx="1"/>
          </p:nvPr>
        </p:nvSpPr>
        <p:spPr/>
        <p:txBody>
          <a:bodyPr/>
          <a:lstStyle/>
          <a:p>
            <a:endParaRPr lang="en-US" dirty="0"/>
          </a:p>
          <a:p>
            <a:r>
              <a:rPr lang="en-US" sz="3200" dirty="0"/>
              <a:t>How the consumer processes information to arrive at brand choices</a:t>
            </a:r>
          </a:p>
        </p:txBody>
      </p:sp>
    </p:spTree>
    <p:extLst>
      <p:ext uri="{BB962C8B-B14F-4D97-AF65-F5344CB8AC3E}">
        <p14:creationId xmlns:p14="http://schemas.microsoft.com/office/powerpoint/2010/main" val="2598031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Purchase Decision</a:t>
            </a:r>
          </a:p>
        </p:txBody>
      </p:sp>
      <p:sp>
        <p:nvSpPr>
          <p:cNvPr id="3" name="Content Placeholder 2"/>
          <p:cNvSpPr>
            <a:spLocks noGrp="1"/>
          </p:cNvSpPr>
          <p:nvPr>
            <p:ph idx="1"/>
          </p:nvPr>
        </p:nvSpPr>
        <p:spPr/>
        <p:txBody>
          <a:bodyPr>
            <a:normAutofit/>
          </a:bodyPr>
          <a:lstStyle/>
          <a:p>
            <a:r>
              <a:rPr lang="en-US" sz="3200" dirty="0"/>
              <a:t>The act by the consumer to buy the most preferred brand</a:t>
            </a:r>
          </a:p>
          <a:p>
            <a:r>
              <a:rPr lang="en-US" sz="3200" dirty="0"/>
              <a:t>The purchase decision can be affected by: </a:t>
            </a:r>
          </a:p>
          <a:p>
            <a:pPr lvl="1"/>
            <a:r>
              <a:rPr lang="en-US" sz="2800" dirty="0"/>
              <a:t>Attitudes of others</a:t>
            </a:r>
          </a:p>
          <a:p>
            <a:pPr lvl="1"/>
            <a:r>
              <a:rPr lang="en-US" sz="2800" dirty="0"/>
              <a:t>Unexpected situational factors</a:t>
            </a:r>
          </a:p>
          <a:p>
            <a:endParaRPr lang="en-US" sz="3200" dirty="0"/>
          </a:p>
        </p:txBody>
      </p:sp>
    </p:spTree>
    <p:extLst>
      <p:ext uri="{BB962C8B-B14F-4D97-AF65-F5344CB8AC3E}">
        <p14:creationId xmlns:p14="http://schemas.microsoft.com/office/powerpoint/2010/main" val="558780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Post-Purchase Decision</a:t>
            </a:r>
          </a:p>
        </p:txBody>
      </p:sp>
      <p:sp>
        <p:nvSpPr>
          <p:cNvPr id="3" name="Content Placeholder 2"/>
          <p:cNvSpPr>
            <a:spLocks noGrp="1"/>
          </p:cNvSpPr>
          <p:nvPr>
            <p:ph idx="1"/>
          </p:nvPr>
        </p:nvSpPr>
        <p:spPr/>
        <p:txBody>
          <a:bodyPr>
            <a:normAutofit fontScale="92500" lnSpcReduction="20000"/>
          </a:bodyPr>
          <a:lstStyle/>
          <a:p>
            <a:pPr>
              <a:lnSpc>
                <a:spcPct val="80000"/>
              </a:lnSpc>
            </a:pPr>
            <a:r>
              <a:rPr lang="en-US" sz="3000" dirty="0"/>
              <a:t>The satisfaction or dissatisfaction that the consumer feels about the purchase</a:t>
            </a:r>
          </a:p>
          <a:p>
            <a:pPr>
              <a:lnSpc>
                <a:spcPct val="80000"/>
              </a:lnSpc>
            </a:pPr>
            <a:r>
              <a:rPr lang="en-US" sz="3000" dirty="0"/>
              <a:t>Relationship between:</a:t>
            </a:r>
          </a:p>
          <a:p>
            <a:pPr lvl="1">
              <a:lnSpc>
                <a:spcPct val="80000"/>
              </a:lnSpc>
            </a:pPr>
            <a:r>
              <a:rPr lang="en-US" sz="2600" dirty="0"/>
              <a:t>Consumer’s expectations</a:t>
            </a:r>
          </a:p>
          <a:p>
            <a:pPr lvl="1">
              <a:lnSpc>
                <a:spcPct val="80000"/>
              </a:lnSpc>
            </a:pPr>
            <a:r>
              <a:rPr lang="en-US" sz="2600" dirty="0"/>
              <a:t>Product’s perceived performance</a:t>
            </a:r>
          </a:p>
          <a:p>
            <a:pPr>
              <a:lnSpc>
                <a:spcPct val="80000"/>
              </a:lnSpc>
            </a:pPr>
            <a:r>
              <a:rPr lang="en-US" sz="3000" dirty="0"/>
              <a:t>The larger the gap between expectation and performance, the greater the consumer’s dissatisfaction</a:t>
            </a:r>
          </a:p>
          <a:p>
            <a:pPr>
              <a:lnSpc>
                <a:spcPct val="80000"/>
              </a:lnSpc>
            </a:pPr>
            <a:r>
              <a:rPr lang="en-US" sz="3000" dirty="0"/>
              <a:t>Cognitive dissonance is the discomfort caused by a post-purchase conflict</a:t>
            </a:r>
          </a:p>
          <a:p>
            <a:pPr>
              <a:lnSpc>
                <a:spcPct val="80000"/>
              </a:lnSpc>
            </a:pPr>
            <a:endParaRPr lang="en-US" sz="3000" dirty="0"/>
          </a:p>
          <a:p>
            <a:endParaRPr lang="en-US" dirty="0"/>
          </a:p>
        </p:txBody>
      </p:sp>
    </p:spTree>
    <p:extLst>
      <p:ext uri="{BB962C8B-B14F-4D97-AF65-F5344CB8AC3E}">
        <p14:creationId xmlns:p14="http://schemas.microsoft.com/office/powerpoint/2010/main" val="4047913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The Buyer Decision Process for New Products</a:t>
            </a:r>
          </a:p>
        </p:txBody>
      </p:sp>
      <p:sp>
        <p:nvSpPr>
          <p:cNvPr id="3" name="Content Placeholder 2"/>
          <p:cNvSpPr>
            <a:spLocks noGrp="1"/>
          </p:cNvSpPr>
          <p:nvPr>
            <p:ph idx="1"/>
          </p:nvPr>
        </p:nvSpPr>
        <p:spPr/>
        <p:txBody>
          <a:bodyPr/>
          <a:lstStyle/>
          <a:p>
            <a:pPr>
              <a:buFontTx/>
              <a:buNone/>
            </a:pPr>
            <a:r>
              <a:rPr lang="en-US" b="1" dirty="0"/>
              <a:t>	</a:t>
            </a:r>
            <a:r>
              <a:rPr lang="en-US" sz="2800" b="1" dirty="0"/>
              <a:t>Adoption process </a:t>
            </a:r>
            <a:r>
              <a:rPr lang="en-US" sz="2800" dirty="0"/>
              <a:t>is the mental process an individual goes through from first learning about an innovation to final regular use.</a:t>
            </a:r>
          </a:p>
          <a:p>
            <a:r>
              <a:rPr lang="en-US" sz="2800" dirty="0"/>
              <a:t>Stages in the process include:</a:t>
            </a:r>
          </a:p>
          <a:p>
            <a:endParaRPr lang="en-US" dirty="0"/>
          </a:p>
          <a:p>
            <a:endParaRPr lang="en-US" dirty="0"/>
          </a:p>
          <a:p>
            <a:endParaRPr lang="en-US" dirty="0"/>
          </a:p>
          <a:p>
            <a:endParaRPr lang="en-US" dirty="0"/>
          </a:p>
        </p:txBody>
      </p:sp>
      <p:graphicFrame>
        <p:nvGraphicFramePr>
          <p:cNvPr id="4" name="Diagram 3"/>
          <p:cNvGraphicFramePr/>
          <p:nvPr>
            <p:extLst>
              <p:ext uri="{D42A27DB-BD31-4B8C-83A1-F6EECF244321}">
                <p14:modId xmlns:p14="http://schemas.microsoft.com/office/powerpoint/2010/main" val="226224455"/>
              </p:ext>
            </p:extLst>
          </p:nvPr>
        </p:nvGraphicFramePr>
        <p:xfrm>
          <a:off x="1693388" y="2951784"/>
          <a:ext cx="8458199" cy="429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0030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Influence of Product Characteristics</a:t>
            </a:r>
            <a:br>
              <a:rPr lang="en-US" dirty="0"/>
            </a:br>
            <a:r>
              <a:rPr lang="en-US" dirty="0"/>
              <a:t> on Rate of Adoption</a:t>
            </a:r>
          </a:p>
        </p:txBody>
      </p:sp>
      <p:graphicFrame>
        <p:nvGraphicFramePr>
          <p:cNvPr id="4" name="Content Placeholder 4"/>
          <p:cNvGraphicFramePr>
            <a:graphicFrameLocks noGrp="1"/>
          </p:cNvGraphicFramePr>
          <p:nvPr>
            <p:ph idx="1"/>
            <p:extLst>
              <p:ext uri="{D42A27DB-BD31-4B8C-83A1-F6EECF244321}">
                <p14:modId xmlns:p14="http://schemas.microsoft.com/office/powerpoint/2010/main" val="2630146527"/>
              </p:ext>
            </p:extLst>
          </p:nvPr>
        </p:nvGraphicFramePr>
        <p:xfrm>
          <a:off x="1295400" y="2676734"/>
          <a:ext cx="9601200"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2787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3725863" y="211455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endParaRPr lang="en-US"/>
          </a:p>
        </p:txBody>
      </p:sp>
      <p:pic>
        <p:nvPicPr>
          <p:cNvPr id="44035" name="Picture 5" descr="cid:3287383400_21775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1" y="971551"/>
            <a:ext cx="8423275" cy="2747963"/>
          </a:xfrm>
          <a:prstGeom prst="rect">
            <a:avLst/>
          </a:prstGeom>
          <a:solidFill>
            <a:schemeClr val="hlink"/>
          </a:solidFill>
          <a:ln w="9525">
            <a:solidFill>
              <a:schemeClr val="bg1"/>
            </a:solidFill>
            <a:miter lim="800000"/>
            <a:headEnd/>
            <a:tailEnd/>
          </a:ln>
        </p:spPr>
      </p:pic>
      <p:sp>
        <p:nvSpPr>
          <p:cNvPr id="44036" name="Rectangle 6"/>
          <p:cNvSpPr>
            <a:spLocks noChangeArrowheads="1"/>
          </p:cNvSpPr>
          <p:nvPr/>
        </p:nvSpPr>
        <p:spPr bwMode="auto">
          <a:xfrm>
            <a:off x="2232025" y="3894139"/>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algn="ctr" eaLnBrk="1" hangingPunct="1"/>
            <a:r>
              <a:rPr lang="en-US" sz="1600">
                <a:solidFill>
                  <a:srgbClr val="000000"/>
                </a:solidFill>
                <a:cs typeface="Times New Roman" panose="02020603050405020304"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2262189" y="5327650"/>
            <a:ext cx="7845425" cy="636588"/>
          </a:xfrm>
          <a:prstGeom prst="rect">
            <a:avLst/>
          </a:prstGeom>
          <a:noFill/>
          <a:ln>
            <a:miter lim="800000"/>
            <a:headEnd/>
            <a:tailEnd/>
          </a:ln>
        </p:spPr>
        <p:txBody>
          <a:bodyPr anchor="b"/>
          <a:lstStyle>
            <a:lvl1pPr eaLnBrk="0" hangingPunct="0">
              <a:defRPr sz="2400">
                <a:solidFill>
                  <a:schemeClr val="tx1"/>
                </a:solidFill>
                <a:latin typeface="Arial" charset="0"/>
                <a:ea typeface="ヒラギノ角ゴ Pro W3" charset="-128"/>
              </a:defRPr>
            </a:lvl1pPr>
            <a:lvl2pPr marL="37931725" indent="-37474525" eaLnBrk="0" hangingPunct="0">
              <a:defRPr sz="2400">
                <a:solidFill>
                  <a:schemeClr val="tx1"/>
                </a:solidFill>
                <a:latin typeface="Arial" charset="0"/>
                <a:ea typeface="ヒラギノ角ゴ Pro W3" charset="-128"/>
              </a:defRPr>
            </a:lvl2pPr>
            <a:lvl3pPr eaLnBrk="0" hangingPunct="0">
              <a:defRPr sz="2400">
                <a:solidFill>
                  <a:schemeClr val="tx1"/>
                </a:solidFill>
                <a:latin typeface="Arial" charset="0"/>
                <a:ea typeface="ヒラギノ角ゴ Pro W3" charset="-128"/>
              </a:defRPr>
            </a:lvl3pPr>
            <a:lvl4pPr eaLnBrk="0" hangingPunct="0">
              <a:defRPr sz="2400">
                <a:solidFill>
                  <a:schemeClr val="tx1"/>
                </a:solidFill>
                <a:latin typeface="Arial" charset="0"/>
                <a:ea typeface="ヒラギノ角ゴ Pro W3" charset="-128"/>
              </a:defRPr>
            </a:lvl4pPr>
            <a:lvl5pPr eaLnBrk="0" hangingPunct="0">
              <a:defRPr sz="2400">
                <a:solidFill>
                  <a:schemeClr val="tx1"/>
                </a:solidFill>
                <a:latin typeface="Arial" charset="0"/>
                <a:ea typeface="ヒラギノ角ゴ Pro W3" charset="-128"/>
              </a:defRPr>
            </a:lvl5pPr>
            <a:lvl6pPr marL="457200" eaLnBrk="0" fontAlgn="base" hangingPunct="0">
              <a:spcBef>
                <a:spcPct val="0"/>
              </a:spcBef>
              <a:spcAft>
                <a:spcPct val="0"/>
              </a:spcAft>
              <a:defRPr sz="2400">
                <a:solidFill>
                  <a:schemeClr val="tx1"/>
                </a:solidFill>
                <a:latin typeface="Arial" charset="0"/>
                <a:ea typeface="ヒラギノ角ゴ Pro W3" charset="-128"/>
              </a:defRPr>
            </a:lvl6pPr>
            <a:lvl7pPr marL="914400" eaLnBrk="0" fontAlgn="base" hangingPunct="0">
              <a:spcBef>
                <a:spcPct val="0"/>
              </a:spcBef>
              <a:spcAft>
                <a:spcPct val="0"/>
              </a:spcAft>
              <a:defRPr sz="2400">
                <a:solidFill>
                  <a:schemeClr val="tx1"/>
                </a:solidFill>
                <a:latin typeface="Arial" charset="0"/>
                <a:ea typeface="ヒラギノ角ゴ Pro W3" charset="-128"/>
              </a:defRPr>
            </a:lvl7pPr>
            <a:lvl8pPr marL="1371600" eaLnBrk="0" fontAlgn="base" hangingPunct="0">
              <a:spcBef>
                <a:spcPct val="0"/>
              </a:spcBef>
              <a:spcAft>
                <a:spcPct val="0"/>
              </a:spcAft>
              <a:defRPr sz="2400">
                <a:solidFill>
                  <a:schemeClr val="tx1"/>
                </a:solidFill>
                <a:latin typeface="Arial" charset="0"/>
                <a:ea typeface="ヒラギノ角ゴ Pro W3" charset="-128"/>
              </a:defRPr>
            </a:lvl8pPr>
            <a:lvl9pPr marL="1828800" eaLnBrk="0" fontAlgn="base" hangingPunct="0">
              <a:spcBef>
                <a:spcPct val="0"/>
              </a:spcBef>
              <a:spcAft>
                <a:spcPct val="0"/>
              </a:spcAft>
              <a:defRPr sz="2400">
                <a:solidFill>
                  <a:schemeClr val="tx1"/>
                </a:solidFill>
                <a:latin typeface="Arial" charset="0"/>
                <a:ea typeface="ヒラギノ角ゴ Pro W3" charset="-128"/>
              </a:defRPr>
            </a:lvl9pPr>
          </a:lstStyle>
          <a:p>
            <a:pPr algn="ctr" eaLnBrk="1" hangingPunct="1">
              <a:defRPr/>
            </a:pPr>
            <a:r>
              <a:rPr lang="en-US" sz="1800">
                <a:solidFill>
                  <a:srgbClr val="000000"/>
                </a:solidFill>
                <a:effectLst>
                  <a:outerShdw blurRad="38100" dist="38100" dir="2700000" algn="tl">
                    <a:srgbClr val="C0C0C0"/>
                  </a:outerShdw>
                </a:effectLst>
              </a:rPr>
              <a:t>Copyright © 2010 Pearson Education, Inc.  </a:t>
            </a:r>
          </a:p>
          <a:p>
            <a:pPr algn="ctr" eaLnBrk="1" hangingPunct="1">
              <a:defRPr/>
            </a:pPr>
            <a:r>
              <a:rPr lang="en-US" sz="1800">
                <a:solidFill>
                  <a:srgbClr val="000000"/>
                </a:solidFill>
                <a:effectLst>
                  <a:outerShdw blurRad="38100" dist="38100" dir="2700000" algn="tl">
                    <a:srgbClr val="C0C0C0"/>
                  </a:outerShdw>
                </a:effectLst>
              </a:rPr>
              <a:t>Publishing as Prentice Hall</a:t>
            </a:r>
          </a:p>
        </p:txBody>
      </p:sp>
    </p:spTree>
    <p:extLst>
      <p:ext uri="{BB962C8B-B14F-4D97-AF65-F5344CB8AC3E}">
        <p14:creationId xmlns:p14="http://schemas.microsoft.com/office/powerpoint/2010/main" val="3894316871"/>
      </p:ext>
    </p:extLst>
  </p:cSld>
  <p:clrMapOvr>
    <a:masterClrMapping/>
  </p:clrMapOvr>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792</TotalTime>
  <Words>1050</Words>
  <Application>Microsoft Office PowerPoint</Application>
  <PresentationFormat>Widescreen</PresentationFormat>
  <Paragraphs>135</Paragraphs>
  <Slides>34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Garamond</vt:lpstr>
      <vt:lpstr>Organic</vt:lpstr>
      <vt:lpstr>Consumer Behavior</vt:lpstr>
      <vt:lpstr>PowerPoint Presentation</vt:lpstr>
      <vt:lpstr>Consumer Buyer Behavior</vt:lpstr>
      <vt:lpstr>Model of Consumer Behavior</vt:lpstr>
      <vt:lpstr>Characteristics Affecting Consumer Behavior</vt:lpstr>
      <vt:lpstr>Cultural Factors</vt:lpstr>
      <vt:lpstr>Continue…</vt:lpstr>
      <vt:lpstr>Social Factors</vt:lpstr>
      <vt:lpstr>Continued…</vt:lpstr>
      <vt:lpstr>Continued…</vt:lpstr>
      <vt:lpstr>Continued…</vt:lpstr>
      <vt:lpstr>Personal Factors</vt:lpstr>
      <vt:lpstr>Continued…</vt:lpstr>
      <vt:lpstr>Continued…</vt:lpstr>
      <vt:lpstr>Psychological Factors</vt:lpstr>
      <vt:lpstr>Continued…</vt:lpstr>
      <vt:lpstr>Motivation (Maslow’s Hierarchy of Needs)</vt:lpstr>
      <vt:lpstr>Continued…</vt:lpstr>
      <vt:lpstr>Continued…</vt:lpstr>
      <vt:lpstr>Continued…</vt:lpstr>
      <vt:lpstr>Continued…</vt:lpstr>
      <vt:lpstr>Continued… </vt:lpstr>
      <vt:lpstr>PowerPoint Presentation</vt:lpstr>
      <vt:lpstr>Types of Buying Decision Behavior</vt:lpstr>
      <vt:lpstr>Continued…</vt:lpstr>
      <vt:lpstr>The Buyer Decision Making Process</vt:lpstr>
      <vt:lpstr>Need Recognition</vt:lpstr>
      <vt:lpstr>Information Search Sources of Information</vt:lpstr>
      <vt:lpstr>Evaluation of Alternatives</vt:lpstr>
      <vt:lpstr>Purchase Decision</vt:lpstr>
      <vt:lpstr>Post-Purchase Decision</vt:lpstr>
      <vt:lpstr> The Buyer Decision Process for New Products</vt:lpstr>
      <vt:lpstr>Influence of Product Characteristics  on Rate of Adoption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Behavior</dc:title>
  <dc:creator>Sonic</dc:creator>
  <cp:lastModifiedBy>khawaja qadeer</cp:lastModifiedBy>
  <cp:revision>19</cp:revision>
  <dcterms:created xsi:type="dcterms:W3CDTF">2023-10-09T11:16:41Z</dcterms:created>
  <dcterms:modified xsi:type="dcterms:W3CDTF">2024-11-12T04:28:52Z</dcterms:modified>
</cp:coreProperties>
</file>