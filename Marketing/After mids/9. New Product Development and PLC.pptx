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35"/>
  </p:notesMasterIdLst>
  <p:sldIdLst>
    <p:sldId id="256" r:id="rId2"/>
    <p:sldId id="309" r:id="rId3"/>
    <p:sldId id="257" r:id="rId4"/>
    <p:sldId id="258" r:id="rId5"/>
    <p:sldId id="259" r:id="rId6"/>
    <p:sldId id="260" r:id="rId7"/>
    <p:sldId id="261" r:id="rId8"/>
    <p:sldId id="262" r:id="rId9"/>
    <p:sldId id="263" r:id="rId10"/>
    <p:sldId id="264" r:id="rId11"/>
    <p:sldId id="265" r:id="rId12"/>
    <p:sldId id="266" r:id="rId13"/>
    <p:sldId id="267" r:id="rId14"/>
    <p:sldId id="310" r:id="rId15"/>
    <p:sldId id="274" r:id="rId16"/>
    <p:sldId id="290" r:id="rId17"/>
    <p:sldId id="291" r:id="rId18"/>
    <p:sldId id="279" r:id="rId19"/>
    <p:sldId id="280" r:id="rId20"/>
    <p:sldId id="286" r:id="rId21"/>
    <p:sldId id="281" r:id="rId22"/>
    <p:sldId id="293" r:id="rId23"/>
    <p:sldId id="287" r:id="rId24"/>
    <p:sldId id="282" r:id="rId25"/>
    <p:sldId id="294" r:id="rId26"/>
    <p:sldId id="288" r:id="rId27"/>
    <p:sldId id="283" r:id="rId28"/>
    <p:sldId id="295" r:id="rId29"/>
    <p:sldId id="289" r:id="rId30"/>
    <p:sldId id="284" r:id="rId31"/>
    <p:sldId id="296" r:id="rId32"/>
    <p:sldId id="275" r:id="rId33"/>
    <p:sldId id="292"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8" d="100"/>
          <a:sy n="48" d="100"/>
        </p:scale>
        <p:origin x="1158"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B66438F-BFE7-4F10-8F26-D73E235AA51C}" type="doc">
      <dgm:prSet loTypeId="urn:microsoft.com/office/officeart/2005/8/layout/vList2#2" loCatId="list" qsTypeId="urn:microsoft.com/office/officeart/2005/8/quickstyle/simple3#2" qsCatId="simple" csTypeId="urn:microsoft.com/office/officeart/2005/8/colors/colorful1#1" csCatId="colorful" phldr="1"/>
      <dgm:spPr/>
      <dgm:t>
        <a:bodyPr/>
        <a:lstStyle/>
        <a:p>
          <a:endParaRPr lang="en-US"/>
        </a:p>
      </dgm:t>
    </dgm:pt>
    <dgm:pt modelId="{9F163310-A469-4046-A3E4-74E49E25EDE6}">
      <dgm:prSet custT="1"/>
      <dgm:spPr/>
      <dgm:t>
        <a:bodyPr/>
        <a:lstStyle/>
        <a:p>
          <a:pPr algn="ctr" rtl="0"/>
          <a:r>
            <a:rPr lang="en-US" sz="2000" b="1" smtClean="0"/>
            <a:t>Overestimation of market size</a:t>
          </a:r>
          <a:endParaRPr lang="en-US" sz="2000" b="1" dirty="0"/>
        </a:p>
      </dgm:t>
    </dgm:pt>
    <dgm:pt modelId="{84EA9E20-4A34-4BC3-B5C6-8E077525006A}" type="parTrans" cxnId="{F12CD611-CCB4-43DD-98F3-351157B01F5C}">
      <dgm:prSet/>
      <dgm:spPr/>
      <dgm:t>
        <a:bodyPr/>
        <a:lstStyle/>
        <a:p>
          <a:pPr algn="ctr"/>
          <a:endParaRPr lang="en-US" sz="2000" b="1">
            <a:solidFill>
              <a:schemeClr val="tx2"/>
            </a:solidFill>
          </a:endParaRPr>
        </a:p>
      </dgm:t>
    </dgm:pt>
    <dgm:pt modelId="{4521B342-AB2C-4A93-BFCE-79A2D6B8C232}" type="sibTrans" cxnId="{F12CD611-CCB4-43DD-98F3-351157B01F5C}">
      <dgm:prSet/>
      <dgm:spPr/>
      <dgm:t>
        <a:bodyPr/>
        <a:lstStyle/>
        <a:p>
          <a:pPr algn="ctr"/>
          <a:endParaRPr lang="en-US" sz="2000" b="1">
            <a:solidFill>
              <a:schemeClr val="tx2"/>
            </a:solidFill>
          </a:endParaRPr>
        </a:p>
      </dgm:t>
    </dgm:pt>
    <dgm:pt modelId="{B93BDF6B-9871-42B3-BE75-E3B1190FD8CE}">
      <dgm:prSet custT="1"/>
      <dgm:spPr/>
      <dgm:t>
        <a:bodyPr/>
        <a:lstStyle/>
        <a:p>
          <a:pPr algn="ctr" rtl="0"/>
          <a:r>
            <a:rPr lang="en-US" sz="2000" b="1" smtClean="0"/>
            <a:t>Poor design</a:t>
          </a:r>
          <a:endParaRPr lang="en-US" sz="2000" b="1" dirty="0"/>
        </a:p>
      </dgm:t>
    </dgm:pt>
    <dgm:pt modelId="{CFCEDDD3-D98F-4758-8987-B7A297C35B77}" type="parTrans" cxnId="{8CED20DF-22E0-4AD5-925D-84682453BF35}">
      <dgm:prSet/>
      <dgm:spPr/>
      <dgm:t>
        <a:bodyPr/>
        <a:lstStyle/>
        <a:p>
          <a:pPr algn="ctr"/>
          <a:endParaRPr lang="en-US" sz="2000" b="1">
            <a:solidFill>
              <a:schemeClr val="tx2"/>
            </a:solidFill>
          </a:endParaRPr>
        </a:p>
      </dgm:t>
    </dgm:pt>
    <dgm:pt modelId="{9450F81F-3B24-4A1A-BD56-04A1E0E256BC}" type="sibTrans" cxnId="{8CED20DF-22E0-4AD5-925D-84682453BF35}">
      <dgm:prSet/>
      <dgm:spPr/>
      <dgm:t>
        <a:bodyPr/>
        <a:lstStyle/>
        <a:p>
          <a:pPr algn="ctr"/>
          <a:endParaRPr lang="en-US" sz="2000" b="1">
            <a:solidFill>
              <a:schemeClr val="tx2"/>
            </a:solidFill>
          </a:endParaRPr>
        </a:p>
      </dgm:t>
    </dgm:pt>
    <dgm:pt modelId="{52AA304F-30A4-490E-B68F-8BC41A09D747}">
      <dgm:prSet custT="1"/>
      <dgm:spPr/>
      <dgm:t>
        <a:bodyPr/>
        <a:lstStyle/>
        <a:p>
          <a:pPr algn="ctr" rtl="0"/>
          <a:r>
            <a:rPr lang="en-US" sz="2000" b="1" smtClean="0"/>
            <a:t>Incorrect positioning</a:t>
          </a:r>
          <a:endParaRPr lang="en-US" sz="2000" b="1" dirty="0"/>
        </a:p>
      </dgm:t>
    </dgm:pt>
    <dgm:pt modelId="{5D978B7E-0CBF-4A47-93FF-307C14654EFC}" type="parTrans" cxnId="{9293044B-6813-4391-956A-F7A310ACC14F}">
      <dgm:prSet/>
      <dgm:spPr/>
      <dgm:t>
        <a:bodyPr/>
        <a:lstStyle/>
        <a:p>
          <a:pPr algn="ctr"/>
          <a:endParaRPr lang="en-US" sz="2000" b="1">
            <a:solidFill>
              <a:schemeClr val="tx2"/>
            </a:solidFill>
          </a:endParaRPr>
        </a:p>
      </dgm:t>
    </dgm:pt>
    <dgm:pt modelId="{85EF73B5-70A7-4783-BA3E-C6C1BA6286CA}" type="sibTrans" cxnId="{9293044B-6813-4391-956A-F7A310ACC14F}">
      <dgm:prSet/>
      <dgm:spPr/>
      <dgm:t>
        <a:bodyPr/>
        <a:lstStyle/>
        <a:p>
          <a:pPr algn="ctr"/>
          <a:endParaRPr lang="en-US" sz="2000" b="1">
            <a:solidFill>
              <a:schemeClr val="tx2"/>
            </a:solidFill>
          </a:endParaRPr>
        </a:p>
      </dgm:t>
    </dgm:pt>
    <dgm:pt modelId="{768BA903-08BA-4670-8780-5A5722025ECA}">
      <dgm:prSet custT="1"/>
      <dgm:spPr/>
      <dgm:t>
        <a:bodyPr/>
        <a:lstStyle/>
        <a:p>
          <a:pPr algn="ctr" rtl="0"/>
          <a:r>
            <a:rPr lang="en-US" sz="2000" b="1" smtClean="0"/>
            <a:t>Wrong timing</a:t>
          </a:r>
          <a:endParaRPr lang="en-US" sz="2000" b="1" dirty="0"/>
        </a:p>
      </dgm:t>
    </dgm:pt>
    <dgm:pt modelId="{A029365B-82D2-45F1-A814-EE5610120D06}" type="parTrans" cxnId="{FAB91E0E-F116-4040-BAE1-F4157948273A}">
      <dgm:prSet/>
      <dgm:spPr/>
      <dgm:t>
        <a:bodyPr/>
        <a:lstStyle/>
        <a:p>
          <a:pPr algn="ctr"/>
          <a:endParaRPr lang="en-US" sz="2000" b="1">
            <a:solidFill>
              <a:schemeClr val="tx2"/>
            </a:solidFill>
          </a:endParaRPr>
        </a:p>
      </dgm:t>
    </dgm:pt>
    <dgm:pt modelId="{9E182016-A970-4AB8-9470-045166C49801}" type="sibTrans" cxnId="{FAB91E0E-F116-4040-BAE1-F4157948273A}">
      <dgm:prSet/>
      <dgm:spPr/>
      <dgm:t>
        <a:bodyPr/>
        <a:lstStyle/>
        <a:p>
          <a:pPr algn="ctr"/>
          <a:endParaRPr lang="en-US" sz="2000" b="1">
            <a:solidFill>
              <a:schemeClr val="tx2"/>
            </a:solidFill>
          </a:endParaRPr>
        </a:p>
      </dgm:t>
    </dgm:pt>
    <dgm:pt modelId="{66A320D6-3434-407A-A875-DDEC4C34261F}">
      <dgm:prSet custT="1"/>
      <dgm:spPr/>
      <dgm:t>
        <a:bodyPr/>
        <a:lstStyle/>
        <a:p>
          <a:pPr algn="ctr" rtl="0"/>
          <a:r>
            <a:rPr lang="en-US" sz="2000" b="1" smtClean="0"/>
            <a:t>Priced too high</a:t>
          </a:r>
          <a:endParaRPr lang="en-US" sz="2000" b="1" dirty="0"/>
        </a:p>
      </dgm:t>
    </dgm:pt>
    <dgm:pt modelId="{9416A160-9078-4309-90BF-8E1E00872A9E}" type="parTrans" cxnId="{18E4CF78-31E5-48E8-B339-727B6BE9FE2A}">
      <dgm:prSet/>
      <dgm:spPr/>
      <dgm:t>
        <a:bodyPr/>
        <a:lstStyle/>
        <a:p>
          <a:pPr algn="ctr"/>
          <a:endParaRPr lang="en-US" sz="2000" b="1">
            <a:solidFill>
              <a:schemeClr val="tx2"/>
            </a:solidFill>
          </a:endParaRPr>
        </a:p>
      </dgm:t>
    </dgm:pt>
    <dgm:pt modelId="{253246C0-2343-435E-A266-EE2028C2DE3C}" type="sibTrans" cxnId="{18E4CF78-31E5-48E8-B339-727B6BE9FE2A}">
      <dgm:prSet/>
      <dgm:spPr/>
      <dgm:t>
        <a:bodyPr/>
        <a:lstStyle/>
        <a:p>
          <a:pPr algn="ctr"/>
          <a:endParaRPr lang="en-US" sz="2000" b="1">
            <a:solidFill>
              <a:schemeClr val="tx2"/>
            </a:solidFill>
          </a:endParaRPr>
        </a:p>
      </dgm:t>
    </dgm:pt>
    <dgm:pt modelId="{91D0ED13-B85F-4E26-A54F-9C4B7180D7D0}">
      <dgm:prSet custT="1"/>
      <dgm:spPr/>
      <dgm:t>
        <a:bodyPr/>
        <a:lstStyle/>
        <a:p>
          <a:pPr algn="ctr" rtl="0"/>
          <a:r>
            <a:rPr lang="en-US" sz="2000" b="1" smtClean="0"/>
            <a:t>Ineffective promotion</a:t>
          </a:r>
          <a:endParaRPr lang="en-US" sz="2000" b="1" dirty="0"/>
        </a:p>
      </dgm:t>
    </dgm:pt>
    <dgm:pt modelId="{47DB9211-FD5C-486A-A967-2136759D2568}" type="parTrans" cxnId="{0064984F-B999-4000-AB4D-544BCC761F4A}">
      <dgm:prSet/>
      <dgm:spPr/>
      <dgm:t>
        <a:bodyPr/>
        <a:lstStyle/>
        <a:p>
          <a:pPr algn="ctr"/>
          <a:endParaRPr lang="en-US" sz="2000" b="1">
            <a:solidFill>
              <a:schemeClr val="tx2"/>
            </a:solidFill>
          </a:endParaRPr>
        </a:p>
      </dgm:t>
    </dgm:pt>
    <dgm:pt modelId="{9218E5E9-C06F-4905-A846-9A1FB9B6FA10}" type="sibTrans" cxnId="{0064984F-B999-4000-AB4D-544BCC761F4A}">
      <dgm:prSet/>
      <dgm:spPr/>
      <dgm:t>
        <a:bodyPr/>
        <a:lstStyle/>
        <a:p>
          <a:pPr algn="ctr"/>
          <a:endParaRPr lang="en-US" sz="2000" b="1">
            <a:solidFill>
              <a:schemeClr val="tx2"/>
            </a:solidFill>
          </a:endParaRPr>
        </a:p>
      </dgm:t>
    </dgm:pt>
    <dgm:pt modelId="{F95773EC-2883-4CB8-B21C-F7420F5848B1}">
      <dgm:prSet custT="1"/>
      <dgm:spPr/>
      <dgm:t>
        <a:bodyPr/>
        <a:lstStyle/>
        <a:p>
          <a:pPr algn="ctr" rtl="0"/>
          <a:r>
            <a:rPr lang="en-US" sz="2000" b="1" smtClean="0"/>
            <a:t>Management influence</a:t>
          </a:r>
          <a:endParaRPr lang="en-US" sz="2000" b="1" dirty="0"/>
        </a:p>
      </dgm:t>
    </dgm:pt>
    <dgm:pt modelId="{21FCBA24-012B-46D0-9D28-F8C361B3E05D}" type="parTrans" cxnId="{E0555DC1-D18B-4882-A23F-9A74575A8831}">
      <dgm:prSet/>
      <dgm:spPr/>
      <dgm:t>
        <a:bodyPr/>
        <a:lstStyle/>
        <a:p>
          <a:pPr algn="ctr"/>
          <a:endParaRPr lang="en-US" sz="2000" b="1">
            <a:solidFill>
              <a:schemeClr val="tx2"/>
            </a:solidFill>
          </a:endParaRPr>
        </a:p>
      </dgm:t>
    </dgm:pt>
    <dgm:pt modelId="{60E7238B-289D-4BD8-A4AD-59E6C7467A23}" type="sibTrans" cxnId="{E0555DC1-D18B-4882-A23F-9A74575A8831}">
      <dgm:prSet/>
      <dgm:spPr/>
      <dgm:t>
        <a:bodyPr/>
        <a:lstStyle/>
        <a:p>
          <a:pPr algn="ctr"/>
          <a:endParaRPr lang="en-US" sz="2000" b="1">
            <a:solidFill>
              <a:schemeClr val="tx2"/>
            </a:solidFill>
          </a:endParaRPr>
        </a:p>
      </dgm:t>
    </dgm:pt>
    <dgm:pt modelId="{3E1DAFED-3EA1-4D29-9125-50AC9EB0F2EE}">
      <dgm:prSet custT="1"/>
      <dgm:spPr/>
      <dgm:t>
        <a:bodyPr/>
        <a:lstStyle/>
        <a:p>
          <a:pPr algn="ctr" rtl="0"/>
          <a:r>
            <a:rPr lang="en-US" sz="2000" b="1" smtClean="0"/>
            <a:t>High development costs</a:t>
          </a:r>
          <a:endParaRPr lang="en-US" sz="2000" b="1" dirty="0"/>
        </a:p>
      </dgm:t>
    </dgm:pt>
    <dgm:pt modelId="{C1A69A63-3C5E-416C-82A0-81BE7A999517}" type="parTrans" cxnId="{6615B3E6-C203-40E2-A9B9-9E5A54A89746}">
      <dgm:prSet/>
      <dgm:spPr/>
      <dgm:t>
        <a:bodyPr/>
        <a:lstStyle/>
        <a:p>
          <a:pPr algn="ctr"/>
          <a:endParaRPr lang="en-US" sz="2000" b="1">
            <a:solidFill>
              <a:schemeClr val="tx2"/>
            </a:solidFill>
          </a:endParaRPr>
        </a:p>
      </dgm:t>
    </dgm:pt>
    <dgm:pt modelId="{0F0B3CBE-BD85-467D-98E9-6C735241BB3D}" type="sibTrans" cxnId="{6615B3E6-C203-40E2-A9B9-9E5A54A89746}">
      <dgm:prSet/>
      <dgm:spPr/>
      <dgm:t>
        <a:bodyPr/>
        <a:lstStyle/>
        <a:p>
          <a:pPr algn="ctr"/>
          <a:endParaRPr lang="en-US" sz="2000" b="1">
            <a:solidFill>
              <a:schemeClr val="tx2"/>
            </a:solidFill>
          </a:endParaRPr>
        </a:p>
      </dgm:t>
    </dgm:pt>
    <dgm:pt modelId="{E8026CB5-D07B-4D1F-B222-5D3C2E32094D}">
      <dgm:prSet custT="1"/>
      <dgm:spPr/>
      <dgm:t>
        <a:bodyPr/>
        <a:lstStyle/>
        <a:p>
          <a:pPr algn="ctr" rtl="0"/>
          <a:r>
            <a:rPr lang="en-US" sz="2000" b="1" smtClean="0"/>
            <a:t>Competition</a:t>
          </a:r>
          <a:endParaRPr lang="en-US" sz="2000" b="1" dirty="0"/>
        </a:p>
      </dgm:t>
    </dgm:pt>
    <dgm:pt modelId="{0E8C07A6-F4E6-4BD0-BEA7-3D7FFC9F5BE5}" type="parTrans" cxnId="{FA3F7DFD-521D-4CC6-B686-84604A834F02}">
      <dgm:prSet/>
      <dgm:spPr/>
      <dgm:t>
        <a:bodyPr/>
        <a:lstStyle/>
        <a:p>
          <a:pPr algn="ctr"/>
          <a:endParaRPr lang="en-US" sz="2000" b="1">
            <a:solidFill>
              <a:schemeClr val="tx2"/>
            </a:solidFill>
          </a:endParaRPr>
        </a:p>
      </dgm:t>
    </dgm:pt>
    <dgm:pt modelId="{896645D1-A2BF-485F-84A3-A391091AA496}" type="sibTrans" cxnId="{FA3F7DFD-521D-4CC6-B686-84604A834F02}">
      <dgm:prSet/>
      <dgm:spPr/>
      <dgm:t>
        <a:bodyPr/>
        <a:lstStyle/>
        <a:p>
          <a:pPr algn="ctr"/>
          <a:endParaRPr lang="en-US" sz="2000" b="1">
            <a:solidFill>
              <a:schemeClr val="tx2"/>
            </a:solidFill>
          </a:endParaRPr>
        </a:p>
      </dgm:t>
    </dgm:pt>
    <dgm:pt modelId="{DEBE76B5-CBA1-480A-B04A-A4E7EAE83F9F}" type="pres">
      <dgm:prSet presAssocID="{0B66438F-BFE7-4F10-8F26-D73E235AA51C}" presName="linear" presStyleCnt="0">
        <dgm:presLayoutVars>
          <dgm:animLvl val="lvl"/>
          <dgm:resizeHandles val="exact"/>
        </dgm:presLayoutVars>
      </dgm:prSet>
      <dgm:spPr/>
      <dgm:t>
        <a:bodyPr/>
        <a:lstStyle/>
        <a:p>
          <a:endParaRPr lang="en-US"/>
        </a:p>
      </dgm:t>
    </dgm:pt>
    <dgm:pt modelId="{4443DF78-AA5A-4217-811B-48B18DEAC432}" type="pres">
      <dgm:prSet presAssocID="{9F163310-A469-4046-A3E4-74E49E25EDE6}" presName="parentText" presStyleLbl="node1" presStyleIdx="0" presStyleCnt="9">
        <dgm:presLayoutVars>
          <dgm:chMax val="0"/>
          <dgm:bulletEnabled val="1"/>
        </dgm:presLayoutVars>
      </dgm:prSet>
      <dgm:spPr/>
      <dgm:t>
        <a:bodyPr/>
        <a:lstStyle/>
        <a:p>
          <a:endParaRPr lang="en-US"/>
        </a:p>
      </dgm:t>
    </dgm:pt>
    <dgm:pt modelId="{C7A3D3D4-5611-4E82-81DD-02BEC636225C}" type="pres">
      <dgm:prSet presAssocID="{4521B342-AB2C-4A93-BFCE-79A2D6B8C232}" presName="spacer" presStyleCnt="0"/>
      <dgm:spPr/>
      <dgm:t>
        <a:bodyPr/>
        <a:lstStyle/>
        <a:p>
          <a:endParaRPr lang="en-US"/>
        </a:p>
      </dgm:t>
    </dgm:pt>
    <dgm:pt modelId="{7144DF34-2EB0-422B-B8CD-5C6814EECC88}" type="pres">
      <dgm:prSet presAssocID="{B93BDF6B-9871-42B3-BE75-E3B1190FD8CE}" presName="parentText" presStyleLbl="node1" presStyleIdx="1" presStyleCnt="9">
        <dgm:presLayoutVars>
          <dgm:chMax val="0"/>
          <dgm:bulletEnabled val="1"/>
        </dgm:presLayoutVars>
      </dgm:prSet>
      <dgm:spPr/>
      <dgm:t>
        <a:bodyPr/>
        <a:lstStyle/>
        <a:p>
          <a:endParaRPr lang="en-US"/>
        </a:p>
      </dgm:t>
    </dgm:pt>
    <dgm:pt modelId="{04C8CDCB-5910-41CA-9802-5E9A8D08A8FB}" type="pres">
      <dgm:prSet presAssocID="{9450F81F-3B24-4A1A-BD56-04A1E0E256BC}" presName="spacer" presStyleCnt="0"/>
      <dgm:spPr/>
      <dgm:t>
        <a:bodyPr/>
        <a:lstStyle/>
        <a:p>
          <a:endParaRPr lang="en-US"/>
        </a:p>
      </dgm:t>
    </dgm:pt>
    <dgm:pt modelId="{F1E41EB3-F82E-4E81-B122-93CD3BD7AEAC}" type="pres">
      <dgm:prSet presAssocID="{52AA304F-30A4-490E-B68F-8BC41A09D747}" presName="parentText" presStyleLbl="node1" presStyleIdx="2" presStyleCnt="9">
        <dgm:presLayoutVars>
          <dgm:chMax val="0"/>
          <dgm:bulletEnabled val="1"/>
        </dgm:presLayoutVars>
      </dgm:prSet>
      <dgm:spPr/>
      <dgm:t>
        <a:bodyPr/>
        <a:lstStyle/>
        <a:p>
          <a:endParaRPr lang="en-US"/>
        </a:p>
      </dgm:t>
    </dgm:pt>
    <dgm:pt modelId="{30F72207-C12E-41C4-A772-39F61F84D140}" type="pres">
      <dgm:prSet presAssocID="{85EF73B5-70A7-4783-BA3E-C6C1BA6286CA}" presName="spacer" presStyleCnt="0"/>
      <dgm:spPr/>
      <dgm:t>
        <a:bodyPr/>
        <a:lstStyle/>
        <a:p>
          <a:endParaRPr lang="en-US"/>
        </a:p>
      </dgm:t>
    </dgm:pt>
    <dgm:pt modelId="{B49FDC82-7C02-4C5B-A5C9-D82499ED47F3}" type="pres">
      <dgm:prSet presAssocID="{768BA903-08BA-4670-8780-5A5722025ECA}" presName="parentText" presStyleLbl="node1" presStyleIdx="3" presStyleCnt="9">
        <dgm:presLayoutVars>
          <dgm:chMax val="0"/>
          <dgm:bulletEnabled val="1"/>
        </dgm:presLayoutVars>
      </dgm:prSet>
      <dgm:spPr/>
      <dgm:t>
        <a:bodyPr/>
        <a:lstStyle/>
        <a:p>
          <a:endParaRPr lang="en-US"/>
        </a:p>
      </dgm:t>
    </dgm:pt>
    <dgm:pt modelId="{1BFFAB73-A102-4E4B-8F87-9DDF4AF6750A}" type="pres">
      <dgm:prSet presAssocID="{9E182016-A970-4AB8-9470-045166C49801}" presName="spacer" presStyleCnt="0"/>
      <dgm:spPr/>
      <dgm:t>
        <a:bodyPr/>
        <a:lstStyle/>
        <a:p>
          <a:endParaRPr lang="en-US"/>
        </a:p>
      </dgm:t>
    </dgm:pt>
    <dgm:pt modelId="{6E2E9580-B52B-4FB7-A79E-B861FB8F8615}" type="pres">
      <dgm:prSet presAssocID="{66A320D6-3434-407A-A875-DDEC4C34261F}" presName="parentText" presStyleLbl="node1" presStyleIdx="4" presStyleCnt="9">
        <dgm:presLayoutVars>
          <dgm:chMax val="0"/>
          <dgm:bulletEnabled val="1"/>
        </dgm:presLayoutVars>
      </dgm:prSet>
      <dgm:spPr/>
      <dgm:t>
        <a:bodyPr/>
        <a:lstStyle/>
        <a:p>
          <a:endParaRPr lang="en-US"/>
        </a:p>
      </dgm:t>
    </dgm:pt>
    <dgm:pt modelId="{6BF490FE-39F9-4BA9-9C87-98F79CD2968B}" type="pres">
      <dgm:prSet presAssocID="{253246C0-2343-435E-A266-EE2028C2DE3C}" presName="spacer" presStyleCnt="0"/>
      <dgm:spPr/>
      <dgm:t>
        <a:bodyPr/>
        <a:lstStyle/>
        <a:p>
          <a:endParaRPr lang="en-US"/>
        </a:p>
      </dgm:t>
    </dgm:pt>
    <dgm:pt modelId="{3DC5513E-92F9-43C1-AB13-B7A3E83D961C}" type="pres">
      <dgm:prSet presAssocID="{91D0ED13-B85F-4E26-A54F-9C4B7180D7D0}" presName="parentText" presStyleLbl="node1" presStyleIdx="5" presStyleCnt="9">
        <dgm:presLayoutVars>
          <dgm:chMax val="0"/>
          <dgm:bulletEnabled val="1"/>
        </dgm:presLayoutVars>
      </dgm:prSet>
      <dgm:spPr/>
      <dgm:t>
        <a:bodyPr/>
        <a:lstStyle/>
        <a:p>
          <a:endParaRPr lang="en-US"/>
        </a:p>
      </dgm:t>
    </dgm:pt>
    <dgm:pt modelId="{7C9DB63C-3E6E-4B27-A08C-AA388F06C781}" type="pres">
      <dgm:prSet presAssocID="{9218E5E9-C06F-4905-A846-9A1FB9B6FA10}" presName="spacer" presStyleCnt="0"/>
      <dgm:spPr/>
      <dgm:t>
        <a:bodyPr/>
        <a:lstStyle/>
        <a:p>
          <a:endParaRPr lang="en-US"/>
        </a:p>
      </dgm:t>
    </dgm:pt>
    <dgm:pt modelId="{B4011C0E-4D50-4990-BD78-2134821AF55E}" type="pres">
      <dgm:prSet presAssocID="{F95773EC-2883-4CB8-B21C-F7420F5848B1}" presName="parentText" presStyleLbl="node1" presStyleIdx="6" presStyleCnt="9">
        <dgm:presLayoutVars>
          <dgm:chMax val="0"/>
          <dgm:bulletEnabled val="1"/>
        </dgm:presLayoutVars>
      </dgm:prSet>
      <dgm:spPr/>
      <dgm:t>
        <a:bodyPr/>
        <a:lstStyle/>
        <a:p>
          <a:endParaRPr lang="en-US"/>
        </a:p>
      </dgm:t>
    </dgm:pt>
    <dgm:pt modelId="{7C373DBC-0C3C-4E81-9DD7-8B349F354647}" type="pres">
      <dgm:prSet presAssocID="{60E7238B-289D-4BD8-A4AD-59E6C7467A23}" presName="spacer" presStyleCnt="0"/>
      <dgm:spPr/>
      <dgm:t>
        <a:bodyPr/>
        <a:lstStyle/>
        <a:p>
          <a:endParaRPr lang="en-US"/>
        </a:p>
      </dgm:t>
    </dgm:pt>
    <dgm:pt modelId="{0DF209E7-F19C-4C14-9BC4-5C1E3A743B1C}" type="pres">
      <dgm:prSet presAssocID="{3E1DAFED-3EA1-4D29-9125-50AC9EB0F2EE}" presName="parentText" presStyleLbl="node1" presStyleIdx="7" presStyleCnt="9">
        <dgm:presLayoutVars>
          <dgm:chMax val="0"/>
          <dgm:bulletEnabled val="1"/>
        </dgm:presLayoutVars>
      </dgm:prSet>
      <dgm:spPr/>
      <dgm:t>
        <a:bodyPr/>
        <a:lstStyle/>
        <a:p>
          <a:endParaRPr lang="en-US"/>
        </a:p>
      </dgm:t>
    </dgm:pt>
    <dgm:pt modelId="{6C84699F-084B-4BD5-AC01-C7C53FB088B3}" type="pres">
      <dgm:prSet presAssocID="{0F0B3CBE-BD85-467D-98E9-6C735241BB3D}" presName="spacer" presStyleCnt="0"/>
      <dgm:spPr/>
      <dgm:t>
        <a:bodyPr/>
        <a:lstStyle/>
        <a:p>
          <a:endParaRPr lang="en-US"/>
        </a:p>
      </dgm:t>
    </dgm:pt>
    <dgm:pt modelId="{6B443F50-5B44-403E-82FC-22976D8D7F44}" type="pres">
      <dgm:prSet presAssocID="{E8026CB5-D07B-4D1F-B222-5D3C2E32094D}" presName="parentText" presStyleLbl="node1" presStyleIdx="8" presStyleCnt="9">
        <dgm:presLayoutVars>
          <dgm:chMax val="0"/>
          <dgm:bulletEnabled val="1"/>
        </dgm:presLayoutVars>
      </dgm:prSet>
      <dgm:spPr/>
      <dgm:t>
        <a:bodyPr/>
        <a:lstStyle/>
        <a:p>
          <a:endParaRPr lang="en-US"/>
        </a:p>
      </dgm:t>
    </dgm:pt>
  </dgm:ptLst>
  <dgm:cxnLst>
    <dgm:cxn modelId="{6615B3E6-C203-40E2-A9B9-9E5A54A89746}" srcId="{0B66438F-BFE7-4F10-8F26-D73E235AA51C}" destId="{3E1DAFED-3EA1-4D29-9125-50AC9EB0F2EE}" srcOrd="7" destOrd="0" parTransId="{C1A69A63-3C5E-416C-82A0-81BE7A999517}" sibTransId="{0F0B3CBE-BD85-467D-98E9-6C735241BB3D}"/>
    <dgm:cxn modelId="{9293044B-6813-4391-956A-F7A310ACC14F}" srcId="{0B66438F-BFE7-4F10-8F26-D73E235AA51C}" destId="{52AA304F-30A4-490E-B68F-8BC41A09D747}" srcOrd="2" destOrd="0" parTransId="{5D978B7E-0CBF-4A47-93FF-307C14654EFC}" sibTransId="{85EF73B5-70A7-4783-BA3E-C6C1BA6286CA}"/>
    <dgm:cxn modelId="{0064984F-B999-4000-AB4D-544BCC761F4A}" srcId="{0B66438F-BFE7-4F10-8F26-D73E235AA51C}" destId="{91D0ED13-B85F-4E26-A54F-9C4B7180D7D0}" srcOrd="5" destOrd="0" parTransId="{47DB9211-FD5C-486A-A967-2136759D2568}" sibTransId="{9218E5E9-C06F-4905-A846-9A1FB9B6FA10}"/>
    <dgm:cxn modelId="{9920B1A8-2942-48CF-892C-493447A537BC}" type="presOf" srcId="{768BA903-08BA-4670-8780-5A5722025ECA}" destId="{B49FDC82-7C02-4C5B-A5C9-D82499ED47F3}" srcOrd="0" destOrd="0" presId="urn:microsoft.com/office/officeart/2005/8/layout/vList2#2"/>
    <dgm:cxn modelId="{24411E62-E4DC-4855-8D53-202C2C724C7F}" type="presOf" srcId="{91D0ED13-B85F-4E26-A54F-9C4B7180D7D0}" destId="{3DC5513E-92F9-43C1-AB13-B7A3E83D961C}" srcOrd="0" destOrd="0" presId="urn:microsoft.com/office/officeart/2005/8/layout/vList2#2"/>
    <dgm:cxn modelId="{E0555DC1-D18B-4882-A23F-9A74575A8831}" srcId="{0B66438F-BFE7-4F10-8F26-D73E235AA51C}" destId="{F95773EC-2883-4CB8-B21C-F7420F5848B1}" srcOrd="6" destOrd="0" parTransId="{21FCBA24-012B-46D0-9D28-F8C361B3E05D}" sibTransId="{60E7238B-289D-4BD8-A4AD-59E6C7467A23}"/>
    <dgm:cxn modelId="{230156FA-38E2-4029-BE5D-EAC6BA14AF17}" type="presOf" srcId="{9F163310-A469-4046-A3E4-74E49E25EDE6}" destId="{4443DF78-AA5A-4217-811B-48B18DEAC432}" srcOrd="0" destOrd="0" presId="urn:microsoft.com/office/officeart/2005/8/layout/vList2#2"/>
    <dgm:cxn modelId="{545BFF94-80E7-45D4-A926-90C14E2839CB}" type="presOf" srcId="{0B66438F-BFE7-4F10-8F26-D73E235AA51C}" destId="{DEBE76B5-CBA1-480A-B04A-A4E7EAE83F9F}" srcOrd="0" destOrd="0" presId="urn:microsoft.com/office/officeart/2005/8/layout/vList2#2"/>
    <dgm:cxn modelId="{FA3F7DFD-521D-4CC6-B686-84604A834F02}" srcId="{0B66438F-BFE7-4F10-8F26-D73E235AA51C}" destId="{E8026CB5-D07B-4D1F-B222-5D3C2E32094D}" srcOrd="8" destOrd="0" parTransId="{0E8C07A6-F4E6-4BD0-BEA7-3D7FFC9F5BE5}" sibTransId="{896645D1-A2BF-485F-84A3-A391091AA496}"/>
    <dgm:cxn modelId="{5C7B9BBC-A496-4B7B-B609-01419669495C}" type="presOf" srcId="{E8026CB5-D07B-4D1F-B222-5D3C2E32094D}" destId="{6B443F50-5B44-403E-82FC-22976D8D7F44}" srcOrd="0" destOrd="0" presId="urn:microsoft.com/office/officeart/2005/8/layout/vList2#2"/>
    <dgm:cxn modelId="{298498A8-A93C-455C-9CE7-BB367AB677AE}" type="presOf" srcId="{B93BDF6B-9871-42B3-BE75-E3B1190FD8CE}" destId="{7144DF34-2EB0-422B-B8CD-5C6814EECC88}" srcOrd="0" destOrd="0" presId="urn:microsoft.com/office/officeart/2005/8/layout/vList2#2"/>
    <dgm:cxn modelId="{FF5819FF-0663-4BB7-B8B2-411F485C71D9}" type="presOf" srcId="{F95773EC-2883-4CB8-B21C-F7420F5848B1}" destId="{B4011C0E-4D50-4990-BD78-2134821AF55E}" srcOrd="0" destOrd="0" presId="urn:microsoft.com/office/officeart/2005/8/layout/vList2#2"/>
    <dgm:cxn modelId="{B4B701B0-B062-4BF0-8303-205E90503D98}" type="presOf" srcId="{3E1DAFED-3EA1-4D29-9125-50AC9EB0F2EE}" destId="{0DF209E7-F19C-4C14-9BC4-5C1E3A743B1C}" srcOrd="0" destOrd="0" presId="urn:microsoft.com/office/officeart/2005/8/layout/vList2#2"/>
    <dgm:cxn modelId="{FAB91E0E-F116-4040-BAE1-F4157948273A}" srcId="{0B66438F-BFE7-4F10-8F26-D73E235AA51C}" destId="{768BA903-08BA-4670-8780-5A5722025ECA}" srcOrd="3" destOrd="0" parTransId="{A029365B-82D2-45F1-A814-EE5610120D06}" sibTransId="{9E182016-A970-4AB8-9470-045166C49801}"/>
    <dgm:cxn modelId="{293DD5EE-22E6-4AE7-9204-B5AA880461E4}" type="presOf" srcId="{66A320D6-3434-407A-A875-DDEC4C34261F}" destId="{6E2E9580-B52B-4FB7-A79E-B861FB8F8615}" srcOrd="0" destOrd="0" presId="urn:microsoft.com/office/officeart/2005/8/layout/vList2#2"/>
    <dgm:cxn modelId="{8CED20DF-22E0-4AD5-925D-84682453BF35}" srcId="{0B66438F-BFE7-4F10-8F26-D73E235AA51C}" destId="{B93BDF6B-9871-42B3-BE75-E3B1190FD8CE}" srcOrd="1" destOrd="0" parTransId="{CFCEDDD3-D98F-4758-8987-B7A297C35B77}" sibTransId="{9450F81F-3B24-4A1A-BD56-04A1E0E256BC}"/>
    <dgm:cxn modelId="{F12CD611-CCB4-43DD-98F3-351157B01F5C}" srcId="{0B66438F-BFE7-4F10-8F26-D73E235AA51C}" destId="{9F163310-A469-4046-A3E4-74E49E25EDE6}" srcOrd="0" destOrd="0" parTransId="{84EA9E20-4A34-4BC3-B5C6-8E077525006A}" sibTransId="{4521B342-AB2C-4A93-BFCE-79A2D6B8C232}"/>
    <dgm:cxn modelId="{18E4CF78-31E5-48E8-B339-727B6BE9FE2A}" srcId="{0B66438F-BFE7-4F10-8F26-D73E235AA51C}" destId="{66A320D6-3434-407A-A875-DDEC4C34261F}" srcOrd="4" destOrd="0" parTransId="{9416A160-9078-4309-90BF-8E1E00872A9E}" sibTransId="{253246C0-2343-435E-A266-EE2028C2DE3C}"/>
    <dgm:cxn modelId="{8C23BB13-72A5-4EE1-A74F-8C000DF49ABB}" type="presOf" srcId="{52AA304F-30A4-490E-B68F-8BC41A09D747}" destId="{F1E41EB3-F82E-4E81-B122-93CD3BD7AEAC}" srcOrd="0" destOrd="0" presId="urn:microsoft.com/office/officeart/2005/8/layout/vList2#2"/>
    <dgm:cxn modelId="{CAE9618D-D617-40CE-8EE8-14645F0A8420}" type="presParOf" srcId="{DEBE76B5-CBA1-480A-B04A-A4E7EAE83F9F}" destId="{4443DF78-AA5A-4217-811B-48B18DEAC432}" srcOrd="0" destOrd="0" presId="urn:microsoft.com/office/officeart/2005/8/layout/vList2#2"/>
    <dgm:cxn modelId="{F9A5B04E-8B3B-411D-B47C-AC1C71A13CC3}" type="presParOf" srcId="{DEBE76B5-CBA1-480A-B04A-A4E7EAE83F9F}" destId="{C7A3D3D4-5611-4E82-81DD-02BEC636225C}" srcOrd="1" destOrd="0" presId="urn:microsoft.com/office/officeart/2005/8/layout/vList2#2"/>
    <dgm:cxn modelId="{CC3A6C55-B4B8-4B83-B318-B6F6A339141C}" type="presParOf" srcId="{DEBE76B5-CBA1-480A-B04A-A4E7EAE83F9F}" destId="{7144DF34-2EB0-422B-B8CD-5C6814EECC88}" srcOrd="2" destOrd="0" presId="urn:microsoft.com/office/officeart/2005/8/layout/vList2#2"/>
    <dgm:cxn modelId="{14ED338B-B66B-4F22-9C60-6C14B93BB3F0}" type="presParOf" srcId="{DEBE76B5-CBA1-480A-B04A-A4E7EAE83F9F}" destId="{04C8CDCB-5910-41CA-9802-5E9A8D08A8FB}" srcOrd="3" destOrd="0" presId="urn:microsoft.com/office/officeart/2005/8/layout/vList2#2"/>
    <dgm:cxn modelId="{744BA666-A728-4CBA-87CE-D9957F12D7B9}" type="presParOf" srcId="{DEBE76B5-CBA1-480A-B04A-A4E7EAE83F9F}" destId="{F1E41EB3-F82E-4E81-B122-93CD3BD7AEAC}" srcOrd="4" destOrd="0" presId="urn:microsoft.com/office/officeart/2005/8/layout/vList2#2"/>
    <dgm:cxn modelId="{D8F628FE-1A06-4A52-AE36-9F1DB1880B92}" type="presParOf" srcId="{DEBE76B5-CBA1-480A-B04A-A4E7EAE83F9F}" destId="{30F72207-C12E-41C4-A772-39F61F84D140}" srcOrd="5" destOrd="0" presId="urn:microsoft.com/office/officeart/2005/8/layout/vList2#2"/>
    <dgm:cxn modelId="{B98B19BC-8668-43D6-B133-8CF15F7A0EC5}" type="presParOf" srcId="{DEBE76B5-CBA1-480A-B04A-A4E7EAE83F9F}" destId="{B49FDC82-7C02-4C5B-A5C9-D82499ED47F3}" srcOrd="6" destOrd="0" presId="urn:microsoft.com/office/officeart/2005/8/layout/vList2#2"/>
    <dgm:cxn modelId="{E997ECE4-1DCF-4337-8E58-A57DA7BC9314}" type="presParOf" srcId="{DEBE76B5-CBA1-480A-B04A-A4E7EAE83F9F}" destId="{1BFFAB73-A102-4E4B-8F87-9DDF4AF6750A}" srcOrd="7" destOrd="0" presId="urn:microsoft.com/office/officeart/2005/8/layout/vList2#2"/>
    <dgm:cxn modelId="{87B32CA3-3D1D-4D54-AAAE-F82588F00BBE}" type="presParOf" srcId="{DEBE76B5-CBA1-480A-B04A-A4E7EAE83F9F}" destId="{6E2E9580-B52B-4FB7-A79E-B861FB8F8615}" srcOrd="8" destOrd="0" presId="urn:microsoft.com/office/officeart/2005/8/layout/vList2#2"/>
    <dgm:cxn modelId="{7E645301-045D-41C2-AA19-481F3494D0D5}" type="presParOf" srcId="{DEBE76B5-CBA1-480A-B04A-A4E7EAE83F9F}" destId="{6BF490FE-39F9-4BA9-9C87-98F79CD2968B}" srcOrd="9" destOrd="0" presId="urn:microsoft.com/office/officeart/2005/8/layout/vList2#2"/>
    <dgm:cxn modelId="{C215B04C-C0B6-44DC-ABE3-90A82B1B7F26}" type="presParOf" srcId="{DEBE76B5-CBA1-480A-B04A-A4E7EAE83F9F}" destId="{3DC5513E-92F9-43C1-AB13-B7A3E83D961C}" srcOrd="10" destOrd="0" presId="urn:microsoft.com/office/officeart/2005/8/layout/vList2#2"/>
    <dgm:cxn modelId="{3A2893C5-AD8D-4202-B095-4A72ADDE0923}" type="presParOf" srcId="{DEBE76B5-CBA1-480A-B04A-A4E7EAE83F9F}" destId="{7C9DB63C-3E6E-4B27-A08C-AA388F06C781}" srcOrd="11" destOrd="0" presId="urn:microsoft.com/office/officeart/2005/8/layout/vList2#2"/>
    <dgm:cxn modelId="{908B8890-BE02-45DC-9493-6AF0D1FABC76}" type="presParOf" srcId="{DEBE76B5-CBA1-480A-B04A-A4E7EAE83F9F}" destId="{B4011C0E-4D50-4990-BD78-2134821AF55E}" srcOrd="12" destOrd="0" presId="urn:microsoft.com/office/officeart/2005/8/layout/vList2#2"/>
    <dgm:cxn modelId="{7C5082D7-903A-4AB7-A703-2B4DA46DC423}" type="presParOf" srcId="{DEBE76B5-CBA1-480A-B04A-A4E7EAE83F9F}" destId="{7C373DBC-0C3C-4E81-9DD7-8B349F354647}" srcOrd="13" destOrd="0" presId="urn:microsoft.com/office/officeart/2005/8/layout/vList2#2"/>
    <dgm:cxn modelId="{510859B4-C2D4-4F4B-ADDF-EE25834CC805}" type="presParOf" srcId="{DEBE76B5-CBA1-480A-B04A-A4E7EAE83F9F}" destId="{0DF209E7-F19C-4C14-9BC4-5C1E3A743B1C}" srcOrd="14" destOrd="0" presId="urn:microsoft.com/office/officeart/2005/8/layout/vList2#2"/>
    <dgm:cxn modelId="{CD0D00A7-8048-4A7A-BC33-CAB31CB60BDC}" type="presParOf" srcId="{DEBE76B5-CBA1-480A-B04A-A4E7EAE83F9F}" destId="{6C84699F-084B-4BD5-AC01-C7C53FB088B3}" srcOrd="15" destOrd="0" presId="urn:microsoft.com/office/officeart/2005/8/layout/vList2#2"/>
    <dgm:cxn modelId="{C34C52B8-C4CC-43F2-BCCD-1D6F61BD24AC}" type="presParOf" srcId="{DEBE76B5-CBA1-480A-B04A-A4E7EAE83F9F}" destId="{6B443F50-5B44-403E-82FC-22976D8D7F44}" srcOrd="16" destOrd="0" presId="urn:microsoft.com/office/officeart/2005/8/layout/vList2#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86EC42-0E16-4B9E-8414-F1524A84DEAA}" type="doc">
      <dgm:prSet loTypeId="urn:microsoft.com/office/officeart/2005/8/layout/StepDownProcess#2" loCatId="process" qsTypeId="urn:microsoft.com/office/officeart/2005/8/quickstyle/simple1#3" qsCatId="simple" csTypeId="urn:microsoft.com/office/officeart/2005/8/colors/accent1_2#3" csCatId="accent1" phldr="1"/>
      <dgm:spPr/>
    </dgm:pt>
    <dgm:pt modelId="{179A8B76-2090-4928-AC1D-11B968F9EBC6}">
      <dgm:prSet phldrT="[Text]" custT="1"/>
      <dgm:spPr/>
      <dgm:t>
        <a:bodyPr/>
        <a:lstStyle/>
        <a:p>
          <a:r>
            <a:rPr lang="en-US" sz="1500" dirty="0" smtClean="0">
              <a:solidFill>
                <a:schemeClr val="tx1"/>
              </a:solidFill>
            </a:rPr>
            <a:t>Idea generation</a:t>
          </a:r>
          <a:endParaRPr lang="en-US" sz="1500" dirty="0">
            <a:solidFill>
              <a:schemeClr val="tx1"/>
            </a:solidFill>
          </a:endParaRPr>
        </a:p>
      </dgm:t>
    </dgm:pt>
    <dgm:pt modelId="{E7E6EB44-3FA7-4A39-8097-B6327E7E550B}" type="parTrans" cxnId="{4F46566D-4D66-4752-8FA3-02257808A884}">
      <dgm:prSet/>
      <dgm:spPr/>
      <dgm:t>
        <a:bodyPr/>
        <a:lstStyle/>
        <a:p>
          <a:endParaRPr lang="en-US"/>
        </a:p>
      </dgm:t>
    </dgm:pt>
    <dgm:pt modelId="{256DD488-7F3A-4EE2-BFE1-F0B284E87226}" type="sibTrans" cxnId="{4F46566D-4D66-4752-8FA3-02257808A884}">
      <dgm:prSet custT="1"/>
      <dgm:spPr/>
      <dgm:t>
        <a:bodyPr/>
        <a:lstStyle/>
        <a:p>
          <a:endParaRPr lang="en-US" sz="1500"/>
        </a:p>
      </dgm:t>
    </dgm:pt>
    <dgm:pt modelId="{98D2367B-0BDC-4DCE-9A61-91B21F9534E2}">
      <dgm:prSet phldrT="[Text]" custT="1"/>
      <dgm:spPr>
        <a:solidFill>
          <a:srgbClr val="C00000"/>
        </a:solidFill>
      </dgm:spPr>
      <dgm:t>
        <a:bodyPr/>
        <a:lstStyle/>
        <a:p>
          <a:r>
            <a:rPr lang="en-US" sz="1500" dirty="0" smtClean="0">
              <a:solidFill>
                <a:schemeClr val="tx1"/>
              </a:solidFill>
            </a:rPr>
            <a:t>Idea Screening</a:t>
          </a:r>
          <a:endParaRPr lang="en-US" sz="1500" dirty="0">
            <a:solidFill>
              <a:schemeClr val="tx1"/>
            </a:solidFill>
          </a:endParaRPr>
        </a:p>
      </dgm:t>
    </dgm:pt>
    <dgm:pt modelId="{5BCD10D4-2105-42FB-B8FF-F66019483D3A}" type="parTrans" cxnId="{CDCA3F4D-5363-4506-A197-EF119BE1EE6C}">
      <dgm:prSet/>
      <dgm:spPr/>
      <dgm:t>
        <a:bodyPr/>
        <a:lstStyle/>
        <a:p>
          <a:endParaRPr lang="en-US"/>
        </a:p>
      </dgm:t>
    </dgm:pt>
    <dgm:pt modelId="{F638E825-D4FC-4315-8666-C97B2FBF2B28}" type="sibTrans" cxnId="{CDCA3F4D-5363-4506-A197-EF119BE1EE6C}">
      <dgm:prSet custT="1"/>
      <dgm:spPr/>
      <dgm:t>
        <a:bodyPr/>
        <a:lstStyle/>
        <a:p>
          <a:endParaRPr lang="en-US" sz="1500"/>
        </a:p>
      </dgm:t>
    </dgm:pt>
    <dgm:pt modelId="{FF627D36-8AFD-4E93-9AAE-B69A2B37CF57}">
      <dgm:prSet phldrT="[Text]" custT="1"/>
      <dgm:spPr>
        <a:solidFill>
          <a:srgbClr val="FFC000"/>
        </a:solidFill>
      </dgm:spPr>
      <dgm:t>
        <a:bodyPr/>
        <a:lstStyle/>
        <a:p>
          <a:r>
            <a:rPr lang="en-US" sz="1500" dirty="0" smtClean="0">
              <a:solidFill>
                <a:schemeClr val="tx1"/>
              </a:solidFill>
            </a:rPr>
            <a:t>Concept Development &amp; testing</a:t>
          </a:r>
          <a:endParaRPr lang="en-US" sz="1500" dirty="0">
            <a:solidFill>
              <a:schemeClr val="tx1"/>
            </a:solidFill>
          </a:endParaRPr>
        </a:p>
      </dgm:t>
    </dgm:pt>
    <dgm:pt modelId="{0F932A93-7A33-4D49-AE90-30AA11F826A3}" type="parTrans" cxnId="{5BD0B8EC-ED7C-44DF-A5B1-F2F7CF17D0D9}">
      <dgm:prSet/>
      <dgm:spPr/>
      <dgm:t>
        <a:bodyPr/>
        <a:lstStyle/>
        <a:p>
          <a:endParaRPr lang="en-US"/>
        </a:p>
      </dgm:t>
    </dgm:pt>
    <dgm:pt modelId="{B490B28D-AFCF-489C-8441-DF2709471AA7}" type="sibTrans" cxnId="{5BD0B8EC-ED7C-44DF-A5B1-F2F7CF17D0D9}">
      <dgm:prSet custT="1"/>
      <dgm:spPr/>
      <dgm:t>
        <a:bodyPr/>
        <a:lstStyle/>
        <a:p>
          <a:endParaRPr lang="en-US" sz="1500"/>
        </a:p>
      </dgm:t>
    </dgm:pt>
    <dgm:pt modelId="{F910663E-F956-407C-920E-576F3D239C3F}">
      <dgm:prSet custT="1"/>
      <dgm:spPr>
        <a:solidFill>
          <a:srgbClr val="92D050"/>
        </a:solidFill>
      </dgm:spPr>
      <dgm:t>
        <a:bodyPr/>
        <a:lstStyle/>
        <a:p>
          <a:r>
            <a:rPr lang="en-US" sz="1500" dirty="0" smtClean="0">
              <a:solidFill>
                <a:schemeClr val="tx1"/>
              </a:solidFill>
            </a:rPr>
            <a:t>Marketing Strategy Development</a:t>
          </a:r>
          <a:endParaRPr lang="en-US" sz="1500" dirty="0">
            <a:solidFill>
              <a:schemeClr val="tx1"/>
            </a:solidFill>
          </a:endParaRPr>
        </a:p>
      </dgm:t>
    </dgm:pt>
    <dgm:pt modelId="{EE80E4E4-4FBC-4FE9-9CA3-4AD2BD43A490}" type="parTrans" cxnId="{F2CE723D-AA72-4319-8820-2D9F365B75A9}">
      <dgm:prSet/>
      <dgm:spPr/>
      <dgm:t>
        <a:bodyPr/>
        <a:lstStyle/>
        <a:p>
          <a:endParaRPr lang="en-US"/>
        </a:p>
      </dgm:t>
    </dgm:pt>
    <dgm:pt modelId="{7CC99442-B350-40F9-A299-B7A175C8F70B}" type="sibTrans" cxnId="{F2CE723D-AA72-4319-8820-2D9F365B75A9}">
      <dgm:prSet custT="1"/>
      <dgm:spPr/>
      <dgm:t>
        <a:bodyPr/>
        <a:lstStyle/>
        <a:p>
          <a:endParaRPr lang="en-US" sz="1500"/>
        </a:p>
      </dgm:t>
    </dgm:pt>
    <dgm:pt modelId="{B7B3EC62-D174-4B63-B5DC-06CB4B24CB6A}">
      <dgm:prSet custT="1"/>
      <dgm:spPr>
        <a:solidFill>
          <a:srgbClr val="00B050"/>
        </a:solidFill>
      </dgm:spPr>
      <dgm:t>
        <a:bodyPr/>
        <a:lstStyle/>
        <a:p>
          <a:r>
            <a:rPr lang="en-US" sz="1500" dirty="0" smtClean="0">
              <a:solidFill>
                <a:schemeClr val="tx1"/>
              </a:solidFill>
            </a:rPr>
            <a:t>Business Analysis</a:t>
          </a:r>
          <a:endParaRPr lang="en-US" sz="1500" dirty="0">
            <a:solidFill>
              <a:schemeClr val="tx1"/>
            </a:solidFill>
          </a:endParaRPr>
        </a:p>
      </dgm:t>
    </dgm:pt>
    <dgm:pt modelId="{C6B48111-B786-4308-8DA8-FDCA8CC9C8CE}" type="parTrans" cxnId="{3B1E45AC-A78E-4160-86A3-3AAF0A3357C8}">
      <dgm:prSet/>
      <dgm:spPr/>
      <dgm:t>
        <a:bodyPr/>
        <a:lstStyle/>
        <a:p>
          <a:endParaRPr lang="en-US"/>
        </a:p>
      </dgm:t>
    </dgm:pt>
    <dgm:pt modelId="{5B419F39-B905-4064-836A-A4A4D1C9FF74}" type="sibTrans" cxnId="{3B1E45AC-A78E-4160-86A3-3AAF0A3357C8}">
      <dgm:prSet/>
      <dgm:spPr/>
      <dgm:t>
        <a:bodyPr/>
        <a:lstStyle/>
        <a:p>
          <a:endParaRPr lang="en-US"/>
        </a:p>
      </dgm:t>
    </dgm:pt>
    <dgm:pt modelId="{9C92E1F4-B268-4BA3-9CE0-71E428804383}">
      <dgm:prSet custT="1"/>
      <dgm:spPr>
        <a:solidFill>
          <a:srgbClr val="00B0F0"/>
        </a:solidFill>
      </dgm:spPr>
      <dgm:t>
        <a:bodyPr/>
        <a:lstStyle/>
        <a:p>
          <a:r>
            <a:rPr lang="en-US" sz="1500" dirty="0" smtClean="0">
              <a:solidFill>
                <a:schemeClr val="tx1"/>
              </a:solidFill>
            </a:rPr>
            <a:t>Product Development</a:t>
          </a:r>
          <a:endParaRPr lang="en-US" sz="1500" dirty="0">
            <a:solidFill>
              <a:schemeClr val="tx1"/>
            </a:solidFill>
          </a:endParaRPr>
        </a:p>
      </dgm:t>
    </dgm:pt>
    <dgm:pt modelId="{1E6E2192-78CE-457C-B9E4-680E2227E157}" type="parTrans" cxnId="{C91CDE6F-7925-411B-9189-552D2217406B}">
      <dgm:prSet/>
      <dgm:spPr/>
      <dgm:t>
        <a:bodyPr/>
        <a:lstStyle/>
        <a:p>
          <a:endParaRPr lang="en-US"/>
        </a:p>
      </dgm:t>
    </dgm:pt>
    <dgm:pt modelId="{1DDFDEB4-8893-46FB-800F-9F4735F9B6F2}" type="sibTrans" cxnId="{C91CDE6F-7925-411B-9189-552D2217406B}">
      <dgm:prSet/>
      <dgm:spPr/>
      <dgm:t>
        <a:bodyPr/>
        <a:lstStyle/>
        <a:p>
          <a:endParaRPr lang="en-US"/>
        </a:p>
      </dgm:t>
    </dgm:pt>
    <dgm:pt modelId="{0C12706F-74DB-44DB-AEA7-F7C75175DCA2}">
      <dgm:prSet custT="1"/>
      <dgm:spPr>
        <a:solidFill>
          <a:srgbClr val="0070C0"/>
        </a:solidFill>
      </dgm:spPr>
      <dgm:t>
        <a:bodyPr/>
        <a:lstStyle/>
        <a:p>
          <a:r>
            <a:rPr lang="en-US" sz="1500" dirty="0" smtClean="0">
              <a:solidFill>
                <a:schemeClr val="tx1"/>
              </a:solidFill>
            </a:rPr>
            <a:t>Test Marketing</a:t>
          </a:r>
          <a:endParaRPr lang="en-US" sz="1500" dirty="0">
            <a:solidFill>
              <a:schemeClr val="tx1"/>
            </a:solidFill>
          </a:endParaRPr>
        </a:p>
      </dgm:t>
    </dgm:pt>
    <dgm:pt modelId="{8BC2F2EA-5868-45DD-898E-4DB863A36047}" type="parTrans" cxnId="{F8E83871-8B68-42E4-9ED0-0885916B7459}">
      <dgm:prSet/>
      <dgm:spPr/>
      <dgm:t>
        <a:bodyPr/>
        <a:lstStyle/>
        <a:p>
          <a:endParaRPr lang="en-US"/>
        </a:p>
      </dgm:t>
    </dgm:pt>
    <dgm:pt modelId="{D4AAB875-5A79-4DDF-8636-D58DA9E2378B}" type="sibTrans" cxnId="{F8E83871-8B68-42E4-9ED0-0885916B7459}">
      <dgm:prSet/>
      <dgm:spPr/>
      <dgm:t>
        <a:bodyPr/>
        <a:lstStyle/>
        <a:p>
          <a:endParaRPr lang="en-US"/>
        </a:p>
      </dgm:t>
    </dgm:pt>
    <dgm:pt modelId="{C423F83D-413D-457D-893E-08E45B032EDC}">
      <dgm:prSet custT="1"/>
      <dgm:spPr>
        <a:solidFill>
          <a:srgbClr val="002060"/>
        </a:solidFill>
      </dgm:spPr>
      <dgm:t>
        <a:bodyPr/>
        <a:lstStyle/>
        <a:p>
          <a:r>
            <a:rPr lang="en-US" sz="1500" dirty="0" smtClean="0"/>
            <a:t>Commercialization</a:t>
          </a:r>
          <a:endParaRPr lang="en-US" sz="1500" dirty="0"/>
        </a:p>
      </dgm:t>
    </dgm:pt>
    <dgm:pt modelId="{6D71A130-A36D-40EA-BB70-0B95B8EC41D8}" type="parTrans" cxnId="{FDDEF31A-4A68-4201-8D4E-A0C8D2AE0B47}">
      <dgm:prSet/>
      <dgm:spPr/>
      <dgm:t>
        <a:bodyPr/>
        <a:lstStyle/>
        <a:p>
          <a:endParaRPr lang="en-US"/>
        </a:p>
      </dgm:t>
    </dgm:pt>
    <dgm:pt modelId="{EFAB4386-2D38-4660-9C2A-BF2DF0E00F6A}" type="sibTrans" cxnId="{FDDEF31A-4A68-4201-8D4E-A0C8D2AE0B47}">
      <dgm:prSet/>
      <dgm:spPr/>
      <dgm:t>
        <a:bodyPr/>
        <a:lstStyle/>
        <a:p>
          <a:endParaRPr lang="en-US"/>
        </a:p>
      </dgm:t>
    </dgm:pt>
    <dgm:pt modelId="{8C7A5B8C-BFB0-4DE8-BBD8-738908C2F231}" type="pres">
      <dgm:prSet presAssocID="{6D86EC42-0E16-4B9E-8414-F1524A84DEAA}" presName="rootnode" presStyleCnt="0">
        <dgm:presLayoutVars>
          <dgm:chMax/>
          <dgm:chPref/>
          <dgm:dir/>
          <dgm:animLvl val="lvl"/>
        </dgm:presLayoutVars>
      </dgm:prSet>
      <dgm:spPr/>
    </dgm:pt>
    <dgm:pt modelId="{1374F1B1-54DF-487D-A984-4024C6CCD4A7}" type="pres">
      <dgm:prSet presAssocID="{179A8B76-2090-4928-AC1D-11B968F9EBC6}" presName="composite" presStyleCnt="0"/>
      <dgm:spPr/>
    </dgm:pt>
    <dgm:pt modelId="{FD93AAC6-F398-4FB4-835C-F470E24DBC69}" type="pres">
      <dgm:prSet presAssocID="{179A8B76-2090-4928-AC1D-11B968F9EBC6}" presName="bentUpArrow1" presStyleLbl="alignImgPlace1" presStyleIdx="0" presStyleCnt="7" custLinFactX="-17328" custLinFactNeighborX="-100000"/>
      <dgm:spPr/>
    </dgm:pt>
    <dgm:pt modelId="{07E26446-E93C-47E1-93A4-94584AAA9B5D}" type="pres">
      <dgm:prSet presAssocID="{179A8B76-2090-4928-AC1D-11B968F9EBC6}" presName="ParentText" presStyleLbl="node1" presStyleIdx="0" presStyleCnt="8" custScaleX="223940" custLinFactNeighborX="-26375">
        <dgm:presLayoutVars>
          <dgm:chMax val="1"/>
          <dgm:chPref val="1"/>
          <dgm:bulletEnabled val="1"/>
        </dgm:presLayoutVars>
      </dgm:prSet>
      <dgm:spPr/>
      <dgm:t>
        <a:bodyPr/>
        <a:lstStyle/>
        <a:p>
          <a:endParaRPr lang="en-US"/>
        </a:p>
      </dgm:t>
    </dgm:pt>
    <dgm:pt modelId="{A9227708-1FC0-4C39-886A-DB7BF943C55F}" type="pres">
      <dgm:prSet presAssocID="{179A8B76-2090-4928-AC1D-11B968F9EBC6}" presName="ChildText" presStyleLbl="revTx" presStyleIdx="0" presStyleCnt="7">
        <dgm:presLayoutVars>
          <dgm:chMax val="0"/>
          <dgm:chPref val="0"/>
          <dgm:bulletEnabled val="1"/>
        </dgm:presLayoutVars>
      </dgm:prSet>
      <dgm:spPr/>
    </dgm:pt>
    <dgm:pt modelId="{7B5E70D4-271B-496D-B1F9-2F6C151DEF47}" type="pres">
      <dgm:prSet presAssocID="{256DD488-7F3A-4EE2-BFE1-F0B284E87226}" presName="sibTrans" presStyleCnt="0"/>
      <dgm:spPr/>
    </dgm:pt>
    <dgm:pt modelId="{59054A46-0BCA-4159-9FB0-3491B6D89948}" type="pres">
      <dgm:prSet presAssocID="{98D2367B-0BDC-4DCE-9A61-91B21F9534E2}" presName="composite" presStyleCnt="0"/>
      <dgm:spPr/>
    </dgm:pt>
    <dgm:pt modelId="{8843FCB1-3163-4F75-9F10-F253F03177DC}" type="pres">
      <dgm:prSet presAssocID="{98D2367B-0BDC-4DCE-9A61-91B21F9534E2}" presName="bentUpArrow1" presStyleLbl="alignImgPlace1" presStyleIdx="1" presStyleCnt="7" custLinFactX="-28987" custLinFactNeighborX="-100000"/>
      <dgm:spPr/>
    </dgm:pt>
    <dgm:pt modelId="{2EA7061C-9E70-4249-AB3D-8B0A6CC7CAF5}" type="pres">
      <dgm:prSet presAssocID="{98D2367B-0BDC-4DCE-9A61-91B21F9534E2}" presName="ParentText" presStyleLbl="node1" presStyleIdx="1" presStyleCnt="8" custScaleX="209115" custLinFactNeighborX="-46226">
        <dgm:presLayoutVars>
          <dgm:chMax val="1"/>
          <dgm:chPref val="1"/>
          <dgm:bulletEnabled val="1"/>
        </dgm:presLayoutVars>
      </dgm:prSet>
      <dgm:spPr/>
      <dgm:t>
        <a:bodyPr/>
        <a:lstStyle/>
        <a:p>
          <a:endParaRPr lang="en-US"/>
        </a:p>
      </dgm:t>
    </dgm:pt>
    <dgm:pt modelId="{9A14B143-3A77-4F69-825B-0574F9CB0A2F}" type="pres">
      <dgm:prSet presAssocID="{98D2367B-0BDC-4DCE-9A61-91B21F9534E2}" presName="ChildText" presStyleLbl="revTx" presStyleIdx="1" presStyleCnt="7">
        <dgm:presLayoutVars>
          <dgm:chMax val="0"/>
          <dgm:chPref val="0"/>
          <dgm:bulletEnabled val="1"/>
        </dgm:presLayoutVars>
      </dgm:prSet>
      <dgm:spPr/>
    </dgm:pt>
    <dgm:pt modelId="{0599FCB9-2695-4482-A74C-9681F78E2E61}" type="pres">
      <dgm:prSet presAssocID="{F638E825-D4FC-4315-8666-C97B2FBF2B28}" presName="sibTrans" presStyleCnt="0"/>
      <dgm:spPr/>
    </dgm:pt>
    <dgm:pt modelId="{5BC293A7-2F46-4D09-9F8A-0C76065F77A9}" type="pres">
      <dgm:prSet presAssocID="{FF627D36-8AFD-4E93-9AAE-B69A2B37CF57}" presName="composite" presStyleCnt="0"/>
      <dgm:spPr/>
    </dgm:pt>
    <dgm:pt modelId="{22BCE788-14D2-43F1-A29A-7BAC1A58B78F}" type="pres">
      <dgm:prSet presAssocID="{FF627D36-8AFD-4E93-9AAE-B69A2B37CF57}" presName="bentUpArrow1" presStyleLbl="alignImgPlace1" presStyleIdx="2" presStyleCnt="7" custLinFactX="-100000" custLinFactNeighborX="-138364"/>
      <dgm:spPr/>
    </dgm:pt>
    <dgm:pt modelId="{A71DAF7F-BC38-445E-AB65-AF64ACAA30CF}" type="pres">
      <dgm:prSet presAssocID="{FF627D36-8AFD-4E93-9AAE-B69A2B37CF57}" presName="ParentText" presStyleLbl="node1" presStyleIdx="2" presStyleCnt="8" custScaleX="296730" custLinFactNeighborX="-66077">
        <dgm:presLayoutVars>
          <dgm:chMax val="1"/>
          <dgm:chPref val="1"/>
          <dgm:bulletEnabled val="1"/>
        </dgm:presLayoutVars>
      </dgm:prSet>
      <dgm:spPr/>
      <dgm:t>
        <a:bodyPr/>
        <a:lstStyle/>
        <a:p>
          <a:endParaRPr lang="en-US"/>
        </a:p>
      </dgm:t>
    </dgm:pt>
    <dgm:pt modelId="{7F35C5F2-BB96-4D71-9EB5-FD46A43DB6E3}" type="pres">
      <dgm:prSet presAssocID="{FF627D36-8AFD-4E93-9AAE-B69A2B37CF57}" presName="ChildText" presStyleLbl="revTx" presStyleIdx="2" presStyleCnt="7">
        <dgm:presLayoutVars>
          <dgm:chMax val="0"/>
          <dgm:chPref val="0"/>
          <dgm:bulletEnabled val="1"/>
        </dgm:presLayoutVars>
      </dgm:prSet>
      <dgm:spPr/>
    </dgm:pt>
    <dgm:pt modelId="{AF921EEA-C0B3-4078-BE32-B6B98D80CEEF}" type="pres">
      <dgm:prSet presAssocID="{B490B28D-AFCF-489C-8441-DF2709471AA7}" presName="sibTrans" presStyleCnt="0"/>
      <dgm:spPr/>
    </dgm:pt>
    <dgm:pt modelId="{8034BD76-310E-4218-BA07-0A9FEE6ABC3F}" type="pres">
      <dgm:prSet presAssocID="{F910663E-F956-407C-920E-576F3D239C3F}" presName="composite" presStyleCnt="0"/>
      <dgm:spPr/>
    </dgm:pt>
    <dgm:pt modelId="{C47FDD58-9D4B-4644-B3C8-5A543B8E293A}" type="pres">
      <dgm:prSet presAssocID="{F910663E-F956-407C-920E-576F3D239C3F}" presName="bentUpArrow1" presStyleLbl="alignImgPlace1" presStyleIdx="3" presStyleCnt="7" custLinFactX="-100000" custLinFactNeighborX="-143929"/>
      <dgm:spPr/>
    </dgm:pt>
    <dgm:pt modelId="{320EFD46-B959-4516-BB63-EB5063244BB3}" type="pres">
      <dgm:prSet presAssocID="{F910663E-F956-407C-920E-576F3D239C3F}" presName="ParentText" presStyleLbl="node1" presStyleIdx="3" presStyleCnt="8" custScaleX="285180" custLinFactNeighborX="-92691">
        <dgm:presLayoutVars>
          <dgm:chMax val="1"/>
          <dgm:chPref val="1"/>
          <dgm:bulletEnabled val="1"/>
        </dgm:presLayoutVars>
      </dgm:prSet>
      <dgm:spPr/>
      <dgm:t>
        <a:bodyPr/>
        <a:lstStyle/>
        <a:p>
          <a:endParaRPr lang="en-US"/>
        </a:p>
      </dgm:t>
    </dgm:pt>
    <dgm:pt modelId="{0ACC0079-45FA-4091-8EB9-AAB064DA675F}" type="pres">
      <dgm:prSet presAssocID="{F910663E-F956-407C-920E-576F3D239C3F}" presName="ChildText" presStyleLbl="revTx" presStyleIdx="3" presStyleCnt="7">
        <dgm:presLayoutVars>
          <dgm:chMax val="0"/>
          <dgm:chPref val="0"/>
          <dgm:bulletEnabled val="1"/>
        </dgm:presLayoutVars>
      </dgm:prSet>
      <dgm:spPr/>
    </dgm:pt>
    <dgm:pt modelId="{AD07C050-D1A3-4CF8-8F15-BB31CA8C2952}" type="pres">
      <dgm:prSet presAssocID="{7CC99442-B350-40F9-A299-B7A175C8F70B}" presName="sibTrans" presStyleCnt="0"/>
      <dgm:spPr/>
    </dgm:pt>
    <dgm:pt modelId="{133F65DD-F135-44BE-9989-FD8B5171493B}" type="pres">
      <dgm:prSet presAssocID="{B7B3EC62-D174-4B63-B5DC-06CB4B24CB6A}" presName="composite" presStyleCnt="0"/>
      <dgm:spPr/>
    </dgm:pt>
    <dgm:pt modelId="{29441640-0C75-447E-97F1-FFD9AA2697A2}" type="pres">
      <dgm:prSet presAssocID="{B7B3EC62-D174-4B63-B5DC-06CB4B24CB6A}" presName="bentUpArrow1" presStyleLbl="alignImgPlace1" presStyleIdx="4" presStyleCnt="7" custLinFactX="-100000" custLinFactNeighborX="-134273"/>
      <dgm:spPr/>
    </dgm:pt>
    <dgm:pt modelId="{40EC9A7C-FDA3-4B74-A7BB-A5792184844B}" type="pres">
      <dgm:prSet presAssocID="{B7B3EC62-D174-4B63-B5DC-06CB4B24CB6A}" presName="ParentText" presStyleLbl="node1" presStyleIdx="4" presStyleCnt="8" custScaleX="243933" custLinFactX="-5778" custLinFactNeighborX="-100000">
        <dgm:presLayoutVars>
          <dgm:chMax val="1"/>
          <dgm:chPref val="1"/>
          <dgm:bulletEnabled val="1"/>
        </dgm:presLayoutVars>
      </dgm:prSet>
      <dgm:spPr/>
      <dgm:t>
        <a:bodyPr/>
        <a:lstStyle/>
        <a:p>
          <a:endParaRPr lang="en-US"/>
        </a:p>
      </dgm:t>
    </dgm:pt>
    <dgm:pt modelId="{96AFB79E-867E-4040-BEEA-25D8486F0F35}" type="pres">
      <dgm:prSet presAssocID="{B7B3EC62-D174-4B63-B5DC-06CB4B24CB6A}" presName="ChildText" presStyleLbl="revTx" presStyleIdx="4" presStyleCnt="7">
        <dgm:presLayoutVars>
          <dgm:chMax val="0"/>
          <dgm:chPref val="0"/>
          <dgm:bulletEnabled val="1"/>
        </dgm:presLayoutVars>
      </dgm:prSet>
      <dgm:spPr/>
    </dgm:pt>
    <dgm:pt modelId="{E5A15A01-93E9-49CD-9E13-A172ADDC8990}" type="pres">
      <dgm:prSet presAssocID="{5B419F39-B905-4064-836A-A4A4D1C9FF74}" presName="sibTrans" presStyleCnt="0"/>
      <dgm:spPr/>
    </dgm:pt>
    <dgm:pt modelId="{4FF6F556-5E81-47AE-8801-FCBB91054324}" type="pres">
      <dgm:prSet presAssocID="{9C92E1F4-B268-4BA3-9CE0-71E428804383}" presName="composite" presStyleCnt="0"/>
      <dgm:spPr/>
    </dgm:pt>
    <dgm:pt modelId="{0C4AABB2-4EFD-46BA-8CCB-4875AB1537A8}" type="pres">
      <dgm:prSet presAssocID="{9C92E1F4-B268-4BA3-9CE0-71E428804383}" presName="bentUpArrow1" presStyleLbl="alignImgPlace1" presStyleIdx="5" presStyleCnt="7" custLinFactX="-119862" custLinFactNeighborX="-200000"/>
      <dgm:spPr/>
    </dgm:pt>
    <dgm:pt modelId="{02D6863D-6AE4-4CF7-BBEE-D0F3E0804A17}" type="pres">
      <dgm:prSet presAssocID="{9C92E1F4-B268-4BA3-9CE0-71E428804383}" presName="ParentText" presStyleLbl="node1" presStyleIdx="5" presStyleCnt="8" custScaleX="299374" custLinFactX="-25629" custLinFactNeighborX="-100000">
        <dgm:presLayoutVars>
          <dgm:chMax val="1"/>
          <dgm:chPref val="1"/>
          <dgm:bulletEnabled val="1"/>
        </dgm:presLayoutVars>
      </dgm:prSet>
      <dgm:spPr/>
      <dgm:t>
        <a:bodyPr/>
        <a:lstStyle/>
        <a:p>
          <a:endParaRPr lang="en-US"/>
        </a:p>
      </dgm:t>
    </dgm:pt>
    <dgm:pt modelId="{19CF920F-BC22-4449-95BB-259BF8215F6B}" type="pres">
      <dgm:prSet presAssocID="{9C92E1F4-B268-4BA3-9CE0-71E428804383}" presName="ChildText" presStyleLbl="revTx" presStyleIdx="5" presStyleCnt="7">
        <dgm:presLayoutVars>
          <dgm:chMax val="0"/>
          <dgm:chPref val="0"/>
          <dgm:bulletEnabled val="1"/>
        </dgm:presLayoutVars>
      </dgm:prSet>
      <dgm:spPr/>
    </dgm:pt>
    <dgm:pt modelId="{2CF0B894-C06C-49C6-867C-5CA331678BEF}" type="pres">
      <dgm:prSet presAssocID="{1DDFDEB4-8893-46FB-800F-9F4735F9B6F2}" presName="sibTrans" presStyleCnt="0"/>
      <dgm:spPr/>
    </dgm:pt>
    <dgm:pt modelId="{8AD24584-A59E-4E5F-81C2-32C14CC29E39}" type="pres">
      <dgm:prSet presAssocID="{0C12706F-74DB-44DB-AEA7-F7C75175DCA2}" presName="composite" presStyleCnt="0"/>
      <dgm:spPr/>
    </dgm:pt>
    <dgm:pt modelId="{BE0A3F9E-CBFF-41A0-9433-71C560B4BB4E}" type="pres">
      <dgm:prSet presAssocID="{0C12706F-74DB-44DB-AEA7-F7C75175DCA2}" presName="bentUpArrow1" presStyleLbl="alignImgPlace1" presStyleIdx="6" presStyleCnt="7" custLinFactX="-108719" custLinFactNeighborX="-200000"/>
      <dgm:spPr/>
    </dgm:pt>
    <dgm:pt modelId="{0F8E66FF-B83A-41F0-B0F1-EBFB0DFA6B8B}" type="pres">
      <dgm:prSet presAssocID="{0C12706F-74DB-44DB-AEA7-F7C75175DCA2}" presName="ParentText" presStyleLbl="node1" presStyleIdx="6" presStyleCnt="8" custScaleX="265224" custLinFactX="-55791" custLinFactNeighborX="-100000">
        <dgm:presLayoutVars>
          <dgm:chMax val="1"/>
          <dgm:chPref val="1"/>
          <dgm:bulletEnabled val="1"/>
        </dgm:presLayoutVars>
      </dgm:prSet>
      <dgm:spPr/>
      <dgm:t>
        <a:bodyPr/>
        <a:lstStyle/>
        <a:p>
          <a:endParaRPr lang="en-US"/>
        </a:p>
      </dgm:t>
    </dgm:pt>
    <dgm:pt modelId="{DCE096B2-2953-4197-8D77-B166D4BC9815}" type="pres">
      <dgm:prSet presAssocID="{0C12706F-74DB-44DB-AEA7-F7C75175DCA2}" presName="ChildText" presStyleLbl="revTx" presStyleIdx="6" presStyleCnt="7">
        <dgm:presLayoutVars>
          <dgm:chMax val="0"/>
          <dgm:chPref val="0"/>
          <dgm:bulletEnabled val="1"/>
        </dgm:presLayoutVars>
      </dgm:prSet>
      <dgm:spPr/>
    </dgm:pt>
    <dgm:pt modelId="{3A6265B3-8A72-4316-B0DF-791264585B5A}" type="pres">
      <dgm:prSet presAssocID="{D4AAB875-5A79-4DDF-8636-D58DA9E2378B}" presName="sibTrans" presStyleCnt="0"/>
      <dgm:spPr/>
    </dgm:pt>
    <dgm:pt modelId="{2F325779-4B1D-458D-A677-F19A69140369}" type="pres">
      <dgm:prSet presAssocID="{C423F83D-413D-457D-893E-08E45B032EDC}" presName="composite" presStyleCnt="0"/>
      <dgm:spPr/>
    </dgm:pt>
    <dgm:pt modelId="{798F645B-CA34-4A06-9D2B-247700E5C2FA}" type="pres">
      <dgm:prSet presAssocID="{C423F83D-413D-457D-893E-08E45B032EDC}" presName="ParentText" presStyleLbl="node1" presStyleIdx="7" presStyleCnt="8" custScaleX="272322" custLinFactX="-55019" custLinFactNeighborX="-100000">
        <dgm:presLayoutVars>
          <dgm:chMax val="1"/>
          <dgm:chPref val="1"/>
          <dgm:bulletEnabled val="1"/>
        </dgm:presLayoutVars>
      </dgm:prSet>
      <dgm:spPr/>
      <dgm:t>
        <a:bodyPr/>
        <a:lstStyle/>
        <a:p>
          <a:endParaRPr lang="en-US"/>
        </a:p>
      </dgm:t>
    </dgm:pt>
  </dgm:ptLst>
  <dgm:cxnLst>
    <dgm:cxn modelId="{4F46566D-4D66-4752-8FA3-02257808A884}" srcId="{6D86EC42-0E16-4B9E-8414-F1524A84DEAA}" destId="{179A8B76-2090-4928-AC1D-11B968F9EBC6}" srcOrd="0" destOrd="0" parTransId="{E7E6EB44-3FA7-4A39-8097-B6327E7E550B}" sibTransId="{256DD488-7F3A-4EE2-BFE1-F0B284E87226}"/>
    <dgm:cxn modelId="{B87152A8-67A5-4FD9-90AE-45431A9E81B7}" type="presOf" srcId="{98D2367B-0BDC-4DCE-9A61-91B21F9534E2}" destId="{2EA7061C-9E70-4249-AB3D-8B0A6CC7CAF5}" srcOrd="0" destOrd="0" presId="urn:microsoft.com/office/officeart/2005/8/layout/StepDownProcess#2"/>
    <dgm:cxn modelId="{DD145AE7-C0B2-4190-884C-358EBED91A7A}" type="presOf" srcId="{9C92E1F4-B268-4BA3-9CE0-71E428804383}" destId="{02D6863D-6AE4-4CF7-BBEE-D0F3E0804A17}" srcOrd="0" destOrd="0" presId="urn:microsoft.com/office/officeart/2005/8/layout/StepDownProcess#2"/>
    <dgm:cxn modelId="{677C918E-DBAE-46BF-A05F-49246ECA93CD}" type="presOf" srcId="{F910663E-F956-407C-920E-576F3D239C3F}" destId="{320EFD46-B959-4516-BB63-EB5063244BB3}" srcOrd="0" destOrd="0" presId="urn:microsoft.com/office/officeart/2005/8/layout/StepDownProcess#2"/>
    <dgm:cxn modelId="{91B229F2-7ADD-4C34-8DE1-F6E30FEBAF4F}" type="presOf" srcId="{B7B3EC62-D174-4B63-B5DC-06CB4B24CB6A}" destId="{40EC9A7C-FDA3-4B74-A7BB-A5792184844B}" srcOrd="0" destOrd="0" presId="urn:microsoft.com/office/officeart/2005/8/layout/StepDownProcess#2"/>
    <dgm:cxn modelId="{5EDCA62B-E6E7-40E8-A5B4-86E6122D12BE}" type="presOf" srcId="{0C12706F-74DB-44DB-AEA7-F7C75175DCA2}" destId="{0F8E66FF-B83A-41F0-B0F1-EBFB0DFA6B8B}" srcOrd="0" destOrd="0" presId="urn:microsoft.com/office/officeart/2005/8/layout/StepDownProcess#2"/>
    <dgm:cxn modelId="{FDB08DC2-156F-4AA9-84BD-F96955728F0C}" type="presOf" srcId="{6D86EC42-0E16-4B9E-8414-F1524A84DEAA}" destId="{8C7A5B8C-BFB0-4DE8-BBD8-738908C2F231}" srcOrd="0" destOrd="0" presId="urn:microsoft.com/office/officeart/2005/8/layout/StepDownProcess#2"/>
    <dgm:cxn modelId="{CDCA3F4D-5363-4506-A197-EF119BE1EE6C}" srcId="{6D86EC42-0E16-4B9E-8414-F1524A84DEAA}" destId="{98D2367B-0BDC-4DCE-9A61-91B21F9534E2}" srcOrd="1" destOrd="0" parTransId="{5BCD10D4-2105-42FB-B8FF-F66019483D3A}" sibTransId="{F638E825-D4FC-4315-8666-C97B2FBF2B28}"/>
    <dgm:cxn modelId="{E968F09B-00AF-4718-983E-D95E05C117D1}" type="presOf" srcId="{179A8B76-2090-4928-AC1D-11B968F9EBC6}" destId="{07E26446-E93C-47E1-93A4-94584AAA9B5D}" srcOrd="0" destOrd="0" presId="urn:microsoft.com/office/officeart/2005/8/layout/StepDownProcess#2"/>
    <dgm:cxn modelId="{F2CE723D-AA72-4319-8820-2D9F365B75A9}" srcId="{6D86EC42-0E16-4B9E-8414-F1524A84DEAA}" destId="{F910663E-F956-407C-920E-576F3D239C3F}" srcOrd="3" destOrd="0" parTransId="{EE80E4E4-4FBC-4FE9-9CA3-4AD2BD43A490}" sibTransId="{7CC99442-B350-40F9-A299-B7A175C8F70B}"/>
    <dgm:cxn modelId="{C91CDE6F-7925-411B-9189-552D2217406B}" srcId="{6D86EC42-0E16-4B9E-8414-F1524A84DEAA}" destId="{9C92E1F4-B268-4BA3-9CE0-71E428804383}" srcOrd="5" destOrd="0" parTransId="{1E6E2192-78CE-457C-B9E4-680E2227E157}" sibTransId="{1DDFDEB4-8893-46FB-800F-9F4735F9B6F2}"/>
    <dgm:cxn modelId="{FDDEF31A-4A68-4201-8D4E-A0C8D2AE0B47}" srcId="{6D86EC42-0E16-4B9E-8414-F1524A84DEAA}" destId="{C423F83D-413D-457D-893E-08E45B032EDC}" srcOrd="7" destOrd="0" parTransId="{6D71A130-A36D-40EA-BB70-0B95B8EC41D8}" sibTransId="{EFAB4386-2D38-4660-9C2A-BF2DF0E00F6A}"/>
    <dgm:cxn modelId="{3269E14E-5499-4410-8831-118EC712B37F}" type="presOf" srcId="{FF627D36-8AFD-4E93-9AAE-B69A2B37CF57}" destId="{A71DAF7F-BC38-445E-AB65-AF64ACAA30CF}" srcOrd="0" destOrd="0" presId="urn:microsoft.com/office/officeart/2005/8/layout/StepDownProcess#2"/>
    <dgm:cxn modelId="{3B1E45AC-A78E-4160-86A3-3AAF0A3357C8}" srcId="{6D86EC42-0E16-4B9E-8414-F1524A84DEAA}" destId="{B7B3EC62-D174-4B63-B5DC-06CB4B24CB6A}" srcOrd="4" destOrd="0" parTransId="{C6B48111-B786-4308-8DA8-FDCA8CC9C8CE}" sibTransId="{5B419F39-B905-4064-836A-A4A4D1C9FF74}"/>
    <dgm:cxn modelId="{B56C3B70-878F-44C6-BB1D-5A102AE15BBE}" type="presOf" srcId="{C423F83D-413D-457D-893E-08E45B032EDC}" destId="{798F645B-CA34-4A06-9D2B-247700E5C2FA}" srcOrd="0" destOrd="0" presId="urn:microsoft.com/office/officeart/2005/8/layout/StepDownProcess#2"/>
    <dgm:cxn modelId="{5BD0B8EC-ED7C-44DF-A5B1-F2F7CF17D0D9}" srcId="{6D86EC42-0E16-4B9E-8414-F1524A84DEAA}" destId="{FF627D36-8AFD-4E93-9AAE-B69A2B37CF57}" srcOrd="2" destOrd="0" parTransId="{0F932A93-7A33-4D49-AE90-30AA11F826A3}" sibTransId="{B490B28D-AFCF-489C-8441-DF2709471AA7}"/>
    <dgm:cxn modelId="{F8E83871-8B68-42E4-9ED0-0885916B7459}" srcId="{6D86EC42-0E16-4B9E-8414-F1524A84DEAA}" destId="{0C12706F-74DB-44DB-AEA7-F7C75175DCA2}" srcOrd="6" destOrd="0" parTransId="{8BC2F2EA-5868-45DD-898E-4DB863A36047}" sibTransId="{D4AAB875-5A79-4DDF-8636-D58DA9E2378B}"/>
    <dgm:cxn modelId="{917D998E-92A8-46F2-B410-C16C952B5242}" type="presParOf" srcId="{8C7A5B8C-BFB0-4DE8-BBD8-738908C2F231}" destId="{1374F1B1-54DF-487D-A984-4024C6CCD4A7}" srcOrd="0" destOrd="0" presId="urn:microsoft.com/office/officeart/2005/8/layout/StepDownProcess#2"/>
    <dgm:cxn modelId="{C4DFD6C0-4240-44D0-A88E-712850495405}" type="presParOf" srcId="{1374F1B1-54DF-487D-A984-4024C6CCD4A7}" destId="{FD93AAC6-F398-4FB4-835C-F470E24DBC69}" srcOrd="0" destOrd="0" presId="urn:microsoft.com/office/officeart/2005/8/layout/StepDownProcess#2"/>
    <dgm:cxn modelId="{2E8634CC-765F-4F53-A400-F1AD0792F9B0}" type="presParOf" srcId="{1374F1B1-54DF-487D-A984-4024C6CCD4A7}" destId="{07E26446-E93C-47E1-93A4-94584AAA9B5D}" srcOrd="1" destOrd="0" presId="urn:microsoft.com/office/officeart/2005/8/layout/StepDownProcess#2"/>
    <dgm:cxn modelId="{227E3538-C850-4654-8AC9-43CA35564176}" type="presParOf" srcId="{1374F1B1-54DF-487D-A984-4024C6CCD4A7}" destId="{A9227708-1FC0-4C39-886A-DB7BF943C55F}" srcOrd="2" destOrd="0" presId="urn:microsoft.com/office/officeart/2005/8/layout/StepDownProcess#2"/>
    <dgm:cxn modelId="{9BEB7311-8EC4-4F37-8678-4CB63E1813F2}" type="presParOf" srcId="{8C7A5B8C-BFB0-4DE8-BBD8-738908C2F231}" destId="{7B5E70D4-271B-496D-B1F9-2F6C151DEF47}" srcOrd="1" destOrd="0" presId="urn:microsoft.com/office/officeart/2005/8/layout/StepDownProcess#2"/>
    <dgm:cxn modelId="{B80C8545-AC10-4241-B469-938AC4E9FE5C}" type="presParOf" srcId="{8C7A5B8C-BFB0-4DE8-BBD8-738908C2F231}" destId="{59054A46-0BCA-4159-9FB0-3491B6D89948}" srcOrd="2" destOrd="0" presId="urn:microsoft.com/office/officeart/2005/8/layout/StepDownProcess#2"/>
    <dgm:cxn modelId="{B986A2EB-F92A-4A32-A0D0-3B39AD18B82C}" type="presParOf" srcId="{59054A46-0BCA-4159-9FB0-3491B6D89948}" destId="{8843FCB1-3163-4F75-9F10-F253F03177DC}" srcOrd="0" destOrd="0" presId="urn:microsoft.com/office/officeart/2005/8/layout/StepDownProcess#2"/>
    <dgm:cxn modelId="{0E6997A8-F2CF-4D4C-80E9-5BF60A6AAA66}" type="presParOf" srcId="{59054A46-0BCA-4159-9FB0-3491B6D89948}" destId="{2EA7061C-9E70-4249-AB3D-8B0A6CC7CAF5}" srcOrd="1" destOrd="0" presId="urn:microsoft.com/office/officeart/2005/8/layout/StepDownProcess#2"/>
    <dgm:cxn modelId="{4AAA1308-83E4-4731-B55A-3FE3293F0484}" type="presParOf" srcId="{59054A46-0BCA-4159-9FB0-3491B6D89948}" destId="{9A14B143-3A77-4F69-825B-0574F9CB0A2F}" srcOrd="2" destOrd="0" presId="urn:microsoft.com/office/officeart/2005/8/layout/StepDownProcess#2"/>
    <dgm:cxn modelId="{8BEF1391-49A4-42E8-B09A-BBE243CEBA12}" type="presParOf" srcId="{8C7A5B8C-BFB0-4DE8-BBD8-738908C2F231}" destId="{0599FCB9-2695-4482-A74C-9681F78E2E61}" srcOrd="3" destOrd="0" presId="urn:microsoft.com/office/officeart/2005/8/layout/StepDownProcess#2"/>
    <dgm:cxn modelId="{42CC2EE1-E30A-4CCD-A3EB-D61CA7F29AB8}" type="presParOf" srcId="{8C7A5B8C-BFB0-4DE8-BBD8-738908C2F231}" destId="{5BC293A7-2F46-4D09-9F8A-0C76065F77A9}" srcOrd="4" destOrd="0" presId="urn:microsoft.com/office/officeart/2005/8/layout/StepDownProcess#2"/>
    <dgm:cxn modelId="{C7FC3048-86DB-4D45-BC1A-E339D084F3D5}" type="presParOf" srcId="{5BC293A7-2F46-4D09-9F8A-0C76065F77A9}" destId="{22BCE788-14D2-43F1-A29A-7BAC1A58B78F}" srcOrd="0" destOrd="0" presId="urn:microsoft.com/office/officeart/2005/8/layout/StepDownProcess#2"/>
    <dgm:cxn modelId="{1931EB84-BD06-4CDD-A062-EEBFD3F2D58E}" type="presParOf" srcId="{5BC293A7-2F46-4D09-9F8A-0C76065F77A9}" destId="{A71DAF7F-BC38-445E-AB65-AF64ACAA30CF}" srcOrd="1" destOrd="0" presId="urn:microsoft.com/office/officeart/2005/8/layout/StepDownProcess#2"/>
    <dgm:cxn modelId="{0490E635-8DC7-4601-858A-FF2B0E92DF27}" type="presParOf" srcId="{5BC293A7-2F46-4D09-9F8A-0C76065F77A9}" destId="{7F35C5F2-BB96-4D71-9EB5-FD46A43DB6E3}" srcOrd="2" destOrd="0" presId="urn:microsoft.com/office/officeart/2005/8/layout/StepDownProcess#2"/>
    <dgm:cxn modelId="{1670511E-8A9F-46C4-938C-AFEA0A51BA9A}" type="presParOf" srcId="{8C7A5B8C-BFB0-4DE8-BBD8-738908C2F231}" destId="{AF921EEA-C0B3-4078-BE32-B6B98D80CEEF}" srcOrd="5" destOrd="0" presId="urn:microsoft.com/office/officeart/2005/8/layout/StepDownProcess#2"/>
    <dgm:cxn modelId="{EEBC67D2-ADD8-4565-9C50-C4A5832ABB23}" type="presParOf" srcId="{8C7A5B8C-BFB0-4DE8-BBD8-738908C2F231}" destId="{8034BD76-310E-4218-BA07-0A9FEE6ABC3F}" srcOrd="6" destOrd="0" presId="urn:microsoft.com/office/officeart/2005/8/layout/StepDownProcess#2"/>
    <dgm:cxn modelId="{877AFCCA-AD7B-4FEC-8A0E-604199A0B56E}" type="presParOf" srcId="{8034BD76-310E-4218-BA07-0A9FEE6ABC3F}" destId="{C47FDD58-9D4B-4644-B3C8-5A543B8E293A}" srcOrd="0" destOrd="0" presId="urn:microsoft.com/office/officeart/2005/8/layout/StepDownProcess#2"/>
    <dgm:cxn modelId="{A4B603DA-D520-4FDC-BC18-CB56E562E1FF}" type="presParOf" srcId="{8034BD76-310E-4218-BA07-0A9FEE6ABC3F}" destId="{320EFD46-B959-4516-BB63-EB5063244BB3}" srcOrd="1" destOrd="0" presId="urn:microsoft.com/office/officeart/2005/8/layout/StepDownProcess#2"/>
    <dgm:cxn modelId="{E7D62897-918B-4AD2-949C-7400E69A643A}" type="presParOf" srcId="{8034BD76-310E-4218-BA07-0A9FEE6ABC3F}" destId="{0ACC0079-45FA-4091-8EB9-AAB064DA675F}" srcOrd="2" destOrd="0" presId="urn:microsoft.com/office/officeart/2005/8/layout/StepDownProcess#2"/>
    <dgm:cxn modelId="{BC839E2A-82B6-4DC3-B9F3-4684795ADC91}" type="presParOf" srcId="{8C7A5B8C-BFB0-4DE8-BBD8-738908C2F231}" destId="{AD07C050-D1A3-4CF8-8F15-BB31CA8C2952}" srcOrd="7" destOrd="0" presId="urn:microsoft.com/office/officeart/2005/8/layout/StepDownProcess#2"/>
    <dgm:cxn modelId="{04D2F91E-F4B9-42BD-85B0-73C8965A30A3}" type="presParOf" srcId="{8C7A5B8C-BFB0-4DE8-BBD8-738908C2F231}" destId="{133F65DD-F135-44BE-9989-FD8B5171493B}" srcOrd="8" destOrd="0" presId="urn:microsoft.com/office/officeart/2005/8/layout/StepDownProcess#2"/>
    <dgm:cxn modelId="{E0A00862-E982-4D43-8C67-8612D805A19B}" type="presParOf" srcId="{133F65DD-F135-44BE-9989-FD8B5171493B}" destId="{29441640-0C75-447E-97F1-FFD9AA2697A2}" srcOrd="0" destOrd="0" presId="urn:microsoft.com/office/officeart/2005/8/layout/StepDownProcess#2"/>
    <dgm:cxn modelId="{87C8275E-54C0-461B-8B68-C9AF166D94EC}" type="presParOf" srcId="{133F65DD-F135-44BE-9989-FD8B5171493B}" destId="{40EC9A7C-FDA3-4B74-A7BB-A5792184844B}" srcOrd="1" destOrd="0" presId="urn:microsoft.com/office/officeart/2005/8/layout/StepDownProcess#2"/>
    <dgm:cxn modelId="{1F2FFB00-E32C-48A2-A60D-BB3DFB1074E1}" type="presParOf" srcId="{133F65DD-F135-44BE-9989-FD8B5171493B}" destId="{96AFB79E-867E-4040-BEEA-25D8486F0F35}" srcOrd="2" destOrd="0" presId="urn:microsoft.com/office/officeart/2005/8/layout/StepDownProcess#2"/>
    <dgm:cxn modelId="{8B56E599-4DEF-4392-9673-7371A0B1F20C}" type="presParOf" srcId="{8C7A5B8C-BFB0-4DE8-BBD8-738908C2F231}" destId="{E5A15A01-93E9-49CD-9E13-A172ADDC8990}" srcOrd="9" destOrd="0" presId="urn:microsoft.com/office/officeart/2005/8/layout/StepDownProcess#2"/>
    <dgm:cxn modelId="{C906A760-069A-4720-AF2D-C03219506973}" type="presParOf" srcId="{8C7A5B8C-BFB0-4DE8-BBD8-738908C2F231}" destId="{4FF6F556-5E81-47AE-8801-FCBB91054324}" srcOrd="10" destOrd="0" presId="urn:microsoft.com/office/officeart/2005/8/layout/StepDownProcess#2"/>
    <dgm:cxn modelId="{C586272E-8E3A-4CC4-A059-C1BC08B6FDE4}" type="presParOf" srcId="{4FF6F556-5E81-47AE-8801-FCBB91054324}" destId="{0C4AABB2-4EFD-46BA-8CCB-4875AB1537A8}" srcOrd="0" destOrd="0" presId="urn:microsoft.com/office/officeart/2005/8/layout/StepDownProcess#2"/>
    <dgm:cxn modelId="{22658238-60D0-462C-AFA0-B811649C5E6C}" type="presParOf" srcId="{4FF6F556-5E81-47AE-8801-FCBB91054324}" destId="{02D6863D-6AE4-4CF7-BBEE-D0F3E0804A17}" srcOrd="1" destOrd="0" presId="urn:microsoft.com/office/officeart/2005/8/layout/StepDownProcess#2"/>
    <dgm:cxn modelId="{154A84F1-D317-4893-9A31-2D949C0B61C9}" type="presParOf" srcId="{4FF6F556-5E81-47AE-8801-FCBB91054324}" destId="{19CF920F-BC22-4449-95BB-259BF8215F6B}" srcOrd="2" destOrd="0" presId="urn:microsoft.com/office/officeart/2005/8/layout/StepDownProcess#2"/>
    <dgm:cxn modelId="{3D9686FF-CACC-4FF3-9A11-EA5BEE28F1C4}" type="presParOf" srcId="{8C7A5B8C-BFB0-4DE8-BBD8-738908C2F231}" destId="{2CF0B894-C06C-49C6-867C-5CA331678BEF}" srcOrd="11" destOrd="0" presId="urn:microsoft.com/office/officeart/2005/8/layout/StepDownProcess#2"/>
    <dgm:cxn modelId="{0AD6AC41-9942-4E56-953A-F18EC1A8ECA2}" type="presParOf" srcId="{8C7A5B8C-BFB0-4DE8-BBD8-738908C2F231}" destId="{8AD24584-A59E-4E5F-81C2-32C14CC29E39}" srcOrd="12" destOrd="0" presId="urn:microsoft.com/office/officeart/2005/8/layout/StepDownProcess#2"/>
    <dgm:cxn modelId="{34DC056B-D495-44E5-B5F3-E80500F832D0}" type="presParOf" srcId="{8AD24584-A59E-4E5F-81C2-32C14CC29E39}" destId="{BE0A3F9E-CBFF-41A0-9433-71C560B4BB4E}" srcOrd="0" destOrd="0" presId="urn:microsoft.com/office/officeart/2005/8/layout/StepDownProcess#2"/>
    <dgm:cxn modelId="{A7D6DDF4-3FE7-44C3-890E-AFB5A1CB84BF}" type="presParOf" srcId="{8AD24584-A59E-4E5F-81C2-32C14CC29E39}" destId="{0F8E66FF-B83A-41F0-B0F1-EBFB0DFA6B8B}" srcOrd="1" destOrd="0" presId="urn:microsoft.com/office/officeart/2005/8/layout/StepDownProcess#2"/>
    <dgm:cxn modelId="{B199ACC7-624D-41BC-A04E-0C791E74E324}" type="presParOf" srcId="{8AD24584-A59E-4E5F-81C2-32C14CC29E39}" destId="{DCE096B2-2953-4197-8D77-B166D4BC9815}" srcOrd="2" destOrd="0" presId="urn:microsoft.com/office/officeart/2005/8/layout/StepDownProcess#2"/>
    <dgm:cxn modelId="{EB0ECFEC-E853-4782-A23D-B4F15B5EE80C}" type="presParOf" srcId="{8C7A5B8C-BFB0-4DE8-BBD8-738908C2F231}" destId="{3A6265B3-8A72-4316-B0DF-791264585B5A}" srcOrd="13" destOrd="0" presId="urn:microsoft.com/office/officeart/2005/8/layout/StepDownProcess#2"/>
    <dgm:cxn modelId="{889155FE-3436-4A03-85E3-80440B9BB52C}" type="presParOf" srcId="{8C7A5B8C-BFB0-4DE8-BBD8-738908C2F231}" destId="{2F325779-4B1D-458D-A677-F19A69140369}" srcOrd="14" destOrd="0" presId="urn:microsoft.com/office/officeart/2005/8/layout/StepDownProcess#2"/>
    <dgm:cxn modelId="{6C199829-2699-4B58-AC26-EA9610EC4DD6}" type="presParOf" srcId="{2F325779-4B1D-458D-A677-F19A69140369}" destId="{798F645B-CA34-4A06-9D2B-247700E5C2FA}" srcOrd="0" destOrd="0" presId="urn:microsoft.com/office/officeart/2005/8/layout/StepDown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3DF78-AA5A-4217-811B-48B18DEAC432}">
      <dsp:nvSpPr>
        <dsp:cNvPr id="0" name=""/>
        <dsp:cNvSpPr/>
      </dsp:nvSpPr>
      <dsp:spPr>
        <a:xfrm>
          <a:off x="0" y="48"/>
          <a:ext cx="7696200" cy="444714"/>
        </a:xfrm>
        <a:prstGeom prst="roundRect">
          <a:avLst/>
        </a:prstGeom>
        <a:gradFill rotWithShape="0">
          <a:gsLst>
            <a:gs pos="0">
              <a:schemeClr val="accent2">
                <a:hueOff val="0"/>
                <a:satOff val="0"/>
                <a:lumOff val="0"/>
                <a:alphaOff val="0"/>
                <a:tint val="60000"/>
                <a:lumMod val="110000"/>
              </a:schemeClr>
            </a:gs>
            <a:gs pos="100000">
              <a:schemeClr val="accent2">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Overestimation of market size</a:t>
          </a:r>
          <a:endParaRPr lang="en-US" sz="2000" b="1" kern="1200" dirty="0"/>
        </a:p>
      </dsp:txBody>
      <dsp:txXfrm>
        <a:off x="21709" y="21757"/>
        <a:ext cx="7652782" cy="401296"/>
      </dsp:txXfrm>
    </dsp:sp>
    <dsp:sp modelId="{7144DF34-2EB0-422B-B8CD-5C6814EECC88}">
      <dsp:nvSpPr>
        <dsp:cNvPr id="0" name=""/>
        <dsp:cNvSpPr/>
      </dsp:nvSpPr>
      <dsp:spPr>
        <a:xfrm>
          <a:off x="0" y="458796"/>
          <a:ext cx="7696200" cy="444714"/>
        </a:xfrm>
        <a:prstGeom prst="roundRect">
          <a:avLst/>
        </a:prstGeom>
        <a:gradFill rotWithShape="0">
          <a:gsLst>
            <a:gs pos="0">
              <a:schemeClr val="accent3">
                <a:hueOff val="0"/>
                <a:satOff val="0"/>
                <a:lumOff val="0"/>
                <a:alphaOff val="0"/>
                <a:tint val="60000"/>
                <a:lumMod val="110000"/>
              </a:schemeClr>
            </a:gs>
            <a:gs pos="100000">
              <a:schemeClr val="accent3">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Poor design</a:t>
          </a:r>
          <a:endParaRPr lang="en-US" sz="2000" b="1" kern="1200" dirty="0"/>
        </a:p>
      </dsp:txBody>
      <dsp:txXfrm>
        <a:off x="21709" y="480505"/>
        <a:ext cx="7652782" cy="401296"/>
      </dsp:txXfrm>
    </dsp:sp>
    <dsp:sp modelId="{F1E41EB3-F82E-4E81-B122-93CD3BD7AEAC}">
      <dsp:nvSpPr>
        <dsp:cNvPr id="0" name=""/>
        <dsp:cNvSpPr/>
      </dsp:nvSpPr>
      <dsp:spPr>
        <a:xfrm>
          <a:off x="0" y="917545"/>
          <a:ext cx="7696200" cy="444714"/>
        </a:xfrm>
        <a:prstGeom prst="roundRect">
          <a:avLst/>
        </a:prstGeom>
        <a:gradFill rotWithShape="0">
          <a:gsLst>
            <a:gs pos="0">
              <a:schemeClr val="accent4">
                <a:hueOff val="0"/>
                <a:satOff val="0"/>
                <a:lumOff val="0"/>
                <a:alphaOff val="0"/>
                <a:tint val="60000"/>
                <a:lumMod val="110000"/>
              </a:schemeClr>
            </a:gs>
            <a:gs pos="100000">
              <a:schemeClr val="accent4">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Incorrect positioning</a:t>
          </a:r>
          <a:endParaRPr lang="en-US" sz="2000" b="1" kern="1200" dirty="0"/>
        </a:p>
      </dsp:txBody>
      <dsp:txXfrm>
        <a:off x="21709" y="939254"/>
        <a:ext cx="7652782" cy="401296"/>
      </dsp:txXfrm>
    </dsp:sp>
    <dsp:sp modelId="{B49FDC82-7C02-4C5B-A5C9-D82499ED47F3}">
      <dsp:nvSpPr>
        <dsp:cNvPr id="0" name=""/>
        <dsp:cNvSpPr/>
      </dsp:nvSpPr>
      <dsp:spPr>
        <a:xfrm>
          <a:off x="0" y="1376294"/>
          <a:ext cx="7696200" cy="444714"/>
        </a:xfrm>
        <a:prstGeom prst="roundRect">
          <a:avLst/>
        </a:prstGeom>
        <a:gradFill rotWithShape="0">
          <a:gsLst>
            <a:gs pos="0">
              <a:schemeClr val="accent5">
                <a:hueOff val="0"/>
                <a:satOff val="0"/>
                <a:lumOff val="0"/>
                <a:alphaOff val="0"/>
                <a:tint val="60000"/>
                <a:lumMod val="110000"/>
              </a:schemeClr>
            </a:gs>
            <a:gs pos="100000">
              <a:schemeClr val="accent5">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Wrong timing</a:t>
          </a:r>
          <a:endParaRPr lang="en-US" sz="2000" b="1" kern="1200" dirty="0"/>
        </a:p>
      </dsp:txBody>
      <dsp:txXfrm>
        <a:off x="21709" y="1398003"/>
        <a:ext cx="7652782" cy="401296"/>
      </dsp:txXfrm>
    </dsp:sp>
    <dsp:sp modelId="{6E2E9580-B52B-4FB7-A79E-B861FB8F8615}">
      <dsp:nvSpPr>
        <dsp:cNvPr id="0" name=""/>
        <dsp:cNvSpPr/>
      </dsp:nvSpPr>
      <dsp:spPr>
        <a:xfrm>
          <a:off x="0" y="1835042"/>
          <a:ext cx="7696200" cy="444714"/>
        </a:xfrm>
        <a:prstGeom prst="roundRect">
          <a:avLst/>
        </a:prstGeom>
        <a:gradFill rotWithShape="0">
          <a:gsLst>
            <a:gs pos="0">
              <a:schemeClr val="accent6">
                <a:hueOff val="0"/>
                <a:satOff val="0"/>
                <a:lumOff val="0"/>
                <a:alphaOff val="0"/>
                <a:tint val="60000"/>
                <a:lumMod val="110000"/>
              </a:schemeClr>
            </a:gs>
            <a:gs pos="100000">
              <a:schemeClr val="accent6">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Priced too high</a:t>
          </a:r>
          <a:endParaRPr lang="en-US" sz="2000" b="1" kern="1200" dirty="0"/>
        </a:p>
      </dsp:txBody>
      <dsp:txXfrm>
        <a:off x="21709" y="1856751"/>
        <a:ext cx="7652782" cy="401296"/>
      </dsp:txXfrm>
    </dsp:sp>
    <dsp:sp modelId="{3DC5513E-92F9-43C1-AB13-B7A3E83D961C}">
      <dsp:nvSpPr>
        <dsp:cNvPr id="0" name=""/>
        <dsp:cNvSpPr/>
      </dsp:nvSpPr>
      <dsp:spPr>
        <a:xfrm>
          <a:off x="0" y="2293791"/>
          <a:ext cx="7696200" cy="444714"/>
        </a:xfrm>
        <a:prstGeom prst="roundRect">
          <a:avLst/>
        </a:prstGeom>
        <a:gradFill rotWithShape="0">
          <a:gsLst>
            <a:gs pos="0">
              <a:schemeClr val="accent2">
                <a:hueOff val="0"/>
                <a:satOff val="0"/>
                <a:lumOff val="0"/>
                <a:alphaOff val="0"/>
                <a:tint val="60000"/>
                <a:lumMod val="110000"/>
              </a:schemeClr>
            </a:gs>
            <a:gs pos="100000">
              <a:schemeClr val="accent2">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Ineffective promotion</a:t>
          </a:r>
          <a:endParaRPr lang="en-US" sz="2000" b="1" kern="1200" dirty="0"/>
        </a:p>
      </dsp:txBody>
      <dsp:txXfrm>
        <a:off x="21709" y="2315500"/>
        <a:ext cx="7652782" cy="401296"/>
      </dsp:txXfrm>
    </dsp:sp>
    <dsp:sp modelId="{B4011C0E-4D50-4990-BD78-2134821AF55E}">
      <dsp:nvSpPr>
        <dsp:cNvPr id="0" name=""/>
        <dsp:cNvSpPr/>
      </dsp:nvSpPr>
      <dsp:spPr>
        <a:xfrm>
          <a:off x="0" y="2752540"/>
          <a:ext cx="7696200" cy="444714"/>
        </a:xfrm>
        <a:prstGeom prst="roundRect">
          <a:avLst/>
        </a:prstGeom>
        <a:gradFill rotWithShape="0">
          <a:gsLst>
            <a:gs pos="0">
              <a:schemeClr val="accent3">
                <a:hueOff val="0"/>
                <a:satOff val="0"/>
                <a:lumOff val="0"/>
                <a:alphaOff val="0"/>
                <a:tint val="60000"/>
                <a:lumMod val="110000"/>
              </a:schemeClr>
            </a:gs>
            <a:gs pos="100000">
              <a:schemeClr val="accent3">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Management influence</a:t>
          </a:r>
          <a:endParaRPr lang="en-US" sz="2000" b="1" kern="1200" dirty="0"/>
        </a:p>
      </dsp:txBody>
      <dsp:txXfrm>
        <a:off x="21709" y="2774249"/>
        <a:ext cx="7652782" cy="401296"/>
      </dsp:txXfrm>
    </dsp:sp>
    <dsp:sp modelId="{0DF209E7-F19C-4C14-9BC4-5C1E3A743B1C}">
      <dsp:nvSpPr>
        <dsp:cNvPr id="0" name=""/>
        <dsp:cNvSpPr/>
      </dsp:nvSpPr>
      <dsp:spPr>
        <a:xfrm>
          <a:off x="0" y="3211288"/>
          <a:ext cx="7696200" cy="444714"/>
        </a:xfrm>
        <a:prstGeom prst="roundRect">
          <a:avLst/>
        </a:prstGeom>
        <a:gradFill rotWithShape="0">
          <a:gsLst>
            <a:gs pos="0">
              <a:schemeClr val="accent4">
                <a:hueOff val="0"/>
                <a:satOff val="0"/>
                <a:lumOff val="0"/>
                <a:alphaOff val="0"/>
                <a:tint val="60000"/>
                <a:lumMod val="110000"/>
              </a:schemeClr>
            </a:gs>
            <a:gs pos="100000">
              <a:schemeClr val="accent4">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High development costs</a:t>
          </a:r>
          <a:endParaRPr lang="en-US" sz="2000" b="1" kern="1200" dirty="0"/>
        </a:p>
      </dsp:txBody>
      <dsp:txXfrm>
        <a:off x="21709" y="3232997"/>
        <a:ext cx="7652782" cy="401296"/>
      </dsp:txXfrm>
    </dsp:sp>
    <dsp:sp modelId="{6B443F50-5B44-403E-82FC-22976D8D7F44}">
      <dsp:nvSpPr>
        <dsp:cNvPr id="0" name=""/>
        <dsp:cNvSpPr/>
      </dsp:nvSpPr>
      <dsp:spPr>
        <a:xfrm>
          <a:off x="0" y="3670037"/>
          <a:ext cx="7696200" cy="444714"/>
        </a:xfrm>
        <a:prstGeom prst="roundRect">
          <a:avLst/>
        </a:prstGeom>
        <a:gradFill rotWithShape="0">
          <a:gsLst>
            <a:gs pos="0">
              <a:schemeClr val="accent5">
                <a:hueOff val="0"/>
                <a:satOff val="0"/>
                <a:lumOff val="0"/>
                <a:alphaOff val="0"/>
                <a:tint val="60000"/>
                <a:lumMod val="110000"/>
              </a:schemeClr>
            </a:gs>
            <a:gs pos="100000">
              <a:schemeClr val="accent5">
                <a:hueOff val="0"/>
                <a:satOff val="0"/>
                <a:lumOff val="0"/>
                <a:alphaOff val="0"/>
                <a:tint val="82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en-US" sz="2000" b="1" kern="1200" smtClean="0"/>
            <a:t>Competition</a:t>
          </a:r>
          <a:endParaRPr lang="en-US" sz="2000" b="1" kern="1200" dirty="0"/>
        </a:p>
      </dsp:txBody>
      <dsp:txXfrm>
        <a:off x="21709" y="3691746"/>
        <a:ext cx="7652782" cy="4012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93AAC6-F398-4FB4-835C-F470E24DBC69}">
      <dsp:nvSpPr>
        <dsp:cNvPr id="0" name=""/>
        <dsp:cNvSpPr/>
      </dsp:nvSpPr>
      <dsp:spPr>
        <a:xfrm rot="5400000">
          <a:off x="413359" y="457884"/>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7E26446-E93C-47E1-93A4-94584AAA9B5D}">
      <dsp:nvSpPr>
        <dsp:cNvPr id="0" name=""/>
        <dsp:cNvSpPr/>
      </dsp:nvSpPr>
      <dsp:spPr>
        <a:xfrm>
          <a:off x="251914" y="28103"/>
          <a:ext cx="1461591" cy="456848"/>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Idea generation</a:t>
          </a:r>
          <a:endParaRPr lang="en-US" sz="1500" kern="1200" dirty="0">
            <a:solidFill>
              <a:schemeClr val="tx1"/>
            </a:solidFill>
          </a:endParaRPr>
        </a:p>
      </dsp:txBody>
      <dsp:txXfrm>
        <a:off x="274219" y="50408"/>
        <a:ext cx="1416981" cy="412238"/>
      </dsp:txXfrm>
    </dsp:sp>
    <dsp:sp modelId="{A9227708-1FC0-4C39-886A-DB7BF943C55F}">
      <dsp:nvSpPr>
        <dsp:cNvPr id="0" name=""/>
        <dsp:cNvSpPr/>
      </dsp:nvSpPr>
      <dsp:spPr>
        <a:xfrm>
          <a:off x="1481187" y="71674"/>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8843FCB1-3163-4F75-9F10-F253F03177DC}">
      <dsp:nvSpPr>
        <dsp:cNvPr id="0" name=""/>
        <dsp:cNvSpPr/>
      </dsp:nvSpPr>
      <dsp:spPr>
        <a:xfrm rot="5400000">
          <a:off x="1048793" y="971076"/>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EA7061C-9E70-4249-AB3D-8B0A6CC7CAF5}">
      <dsp:nvSpPr>
        <dsp:cNvPr id="0" name=""/>
        <dsp:cNvSpPr/>
      </dsp:nvSpPr>
      <dsp:spPr>
        <a:xfrm>
          <a:off x="857626" y="541294"/>
          <a:ext cx="1364832" cy="456848"/>
        </a:xfrm>
        <a:prstGeom prst="roundRect">
          <a:avLst>
            <a:gd name="adj" fmla="val 16670"/>
          </a:avLst>
        </a:prstGeom>
        <a:solidFill>
          <a:srgbClr val="C0000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Idea Screening</a:t>
          </a:r>
          <a:endParaRPr lang="en-US" sz="1500" kern="1200" dirty="0">
            <a:solidFill>
              <a:schemeClr val="tx1"/>
            </a:solidFill>
          </a:endParaRPr>
        </a:p>
      </dsp:txBody>
      <dsp:txXfrm>
        <a:off x="879931" y="563599"/>
        <a:ext cx="1320222" cy="412238"/>
      </dsp:txXfrm>
    </dsp:sp>
    <dsp:sp modelId="{9A14B143-3A77-4F69-825B-0574F9CB0A2F}">
      <dsp:nvSpPr>
        <dsp:cNvPr id="0" name=""/>
        <dsp:cNvSpPr/>
      </dsp:nvSpPr>
      <dsp:spPr>
        <a:xfrm>
          <a:off x="2168082" y="584865"/>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22BCE788-14D2-43F1-A29A-7BAC1A58B78F}">
      <dsp:nvSpPr>
        <dsp:cNvPr id="0" name=""/>
        <dsp:cNvSpPr/>
      </dsp:nvSpPr>
      <dsp:spPr>
        <a:xfrm rot="5400000">
          <a:off x="1587206" y="1484267"/>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1DAF7F-BC38-445E-AB65-AF64ACAA30CF}">
      <dsp:nvSpPr>
        <dsp:cNvPr id="0" name=""/>
        <dsp:cNvSpPr/>
      </dsp:nvSpPr>
      <dsp:spPr>
        <a:xfrm>
          <a:off x="1463339" y="1054486"/>
          <a:ext cx="1936670" cy="456848"/>
        </a:xfrm>
        <a:prstGeom prst="roundRect">
          <a:avLst>
            <a:gd name="adj" fmla="val 16670"/>
          </a:avLst>
        </a:prstGeom>
        <a:solidFill>
          <a:srgbClr val="FFC00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Concept Development &amp; testing</a:t>
          </a:r>
          <a:endParaRPr lang="en-US" sz="1500" kern="1200" dirty="0">
            <a:solidFill>
              <a:schemeClr val="tx1"/>
            </a:solidFill>
          </a:endParaRPr>
        </a:p>
      </dsp:txBody>
      <dsp:txXfrm>
        <a:off x="1485644" y="1076791"/>
        <a:ext cx="1892060" cy="412238"/>
      </dsp:txXfrm>
    </dsp:sp>
    <dsp:sp modelId="{7F35C5F2-BB96-4D71-9EB5-FD46A43DB6E3}">
      <dsp:nvSpPr>
        <dsp:cNvPr id="0" name=""/>
        <dsp:cNvSpPr/>
      </dsp:nvSpPr>
      <dsp:spPr>
        <a:xfrm>
          <a:off x="3189275" y="1098057"/>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C47FDD58-9D4B-4644-B3C8-5A543B8E293A}">
      <dsp:nvSpPr>
        <dsp:cNvPr id="0" name=""/>
        <dsp:cNvSpPr/>
      </dsp:nvSpPr>
      <dsp:spPr>
        <a:xfrm rot="5400000">
          <a:off x="2260225" y="1997459"/>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20EFD46-B959-4516-BB63-EB5063244BB3}">
      <dsp:nvSpPr>
        <dsp:cNvPr id="0" name=""/>
        <dsp:cNvSpPr/>
      </dsp:nvSpPr>
      <dsp:spPr>
        <a:xfrm>
          <a:off x="2024912" y="1567677"/>
          <a:ext cx="1861286" cy="456848"/>
        </a:xfrm>
        <a:prstGeom prst="roundRect">
          <a:avLst>
            <a:gd name="adj" fmla="val 16670"/>
          </a:avLst>
        </a:prstGeom>
        <a:solidFill>
          <a:srgbClr val="92D05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Marketing Strategy Development</a:t>
          </a:r>
          <a:endParaRPr lang="en-US" sz="1500" kern="1200" dirty="0">
            <a:solidFill>
              <a:schemeClr val="tx1"/>
            </a:solidFill>
          </a:endParaRPr>
        </a:p>
      </dsp:txBody>
      <dsp:txXfrm>
        <a:off x="2047217" y="1589982"/>
        <a:ext cx="1816676" cy="412238"/>
      </dsp:txXfrm>
    </dsp:sp>
    <dsp:sp modelId="{0ACC0079-45FA-4091-8EB9-AAB064DA675F}">
      <dsp:nvSpPr>
        <dsp:cNvPr id="0" name=""/>
        <dsp:cNvSpPr/>
      </dsp:nvSpPr>
      <dsp:spPr>
        <a:xfrm>
          <a:off x="3886858" y="1611248"/>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29441640-0C75-447E-97F1-FFD9AA2697A2}">
      <dsp:nvSpPr>
        <dsp:cNvPr id="0" name=""/>
        <dsp:cNvSpPr/>
      </dsp:nvSpPr>
      <dsp:spPr>
        <a:xfrm rot="5400000">
          <a:off x="2903517" y="2510650"/>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EC9A7C-FDA3-4B74-A7BB-A5792184844B}">
      <dsp:nvSpPr>
        <dsp:cNvPr id="0" name=""/>
        <dsp:cNvSpPr/>
      </dsp:nvSpPr>
      <dsp:spPr>
        <a:xfrm>
          <a:off x="2674771" y="2080869"/>
          <a:ext cx="1592079" cy="456848"/>
        </a:xfrm>
        <a:prstGeom prst="roundRect">
          <a:avLst>
            <a:gd name="adj" fmla="val 16670"/>
          </a:avLst>
        </a:prstGeom>
        <a:solidFill>
          <a:srgbClr val="00B05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Business Analysis</a:t>
          </a:r>
          <a:endParaRPr lang="en-US" sz="1500" kern="1200" dirty="0">
            <a:solidFill>
              <a:schemeClr val="tx1"/>
            </a:solidFill>
          </a:endParaRPr>
        </a:p>
      </dsp:txBody>
      <dsp:txXfrm>
        <a:off x="2697076" y="2103174"/>
        <a:ext cx="1547469" cy="412238"/>
      </dsp:txXfrm>
    </dsp:sp>
    <dsp:sp modelId="{96AFB79E-867E-4040-BEEA-25D8486F0F35}">
      <dsp:nvSpPr>
        <dsp:cNvPr id="0" name=""/>
        <dsp:cNvSpPr/>
      </dsp:nvSpPr>
      <dsp:spPr>
        <a:xfrm>
          <a:off x="4487529" y="2124440"/>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0C4AABB2-4EFD-46BA-8CCB-4875AB1537A8}">
      <dsp:nvSpPr>
        <dsp:cNvPr id="0" name=""/>
        <dsp:cNvSpPr/>
      </dsp:nvSpPr>
      <dsp:spPr>
        <a:xfrm rot="5400000">
          <a:off x="3441932" y="3023842"/>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D6863D-6AE4-4CF7-BBEE-D0F3E0804A17}">
      <dsp:nvSpPr>
        <dsp:cNvPr id="0" name=""/>
        <dsp:cNvSpPr/>
      </dsp:nvSpPr>
      <dsp:spPr>
        <a:xfrm>
          <a:off x="3280484" y="2594061"/>
          <a:ext cx="1953927" cy="456848"/>
        </a:xfrm>
        <a:prstGeom prst="roundRect">
          <a:avLst>
            <a:gd name="adj" fmla="val 16670"/>
          </a:avLst>
        </a:prstGeom>
        <a:solidFill>
          <a:srgbClr val="00B0F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Product Development</a:t>
          </a:r>
          <a:endParaRPr lang="en-US" sz="1500" kern="1200" dirty="0">
            <a:solidFill>
              <a:schemeClr val="tx1"/>
            </a:solidFill>
          </a:endParaRPr>
        </a:p>
      </dsp:txBody>
      <dsp:txXfrm>
        <a:off x="3302789" y="2616366"/>
        <a:ext cx="1909317" cy="412238"/>
      </dsp:txXfrm>
    </dsp:sp>
    <dsp:sp modelId="{19CF920F-BC22-4449-95BB-259BF8215F6B}">
      <dsp:nvSpPr>
        <dsp:cNvPr id="0" name=""/>
        <dsp:cNvSpPr/>
      </dsp:nvSpPr>
      <dsp:spPr>
        <a:xfrm>
          <a:off x="5403727" y="2637632"/>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BE0A3F9E-CBFF-41A0-9433-71C560B4BB4E}">
      <dsp:nvSpPr>
        <dsp:cNvPr id="0" name=""/>
        <dsp:cNvSpPr/>
      </dsp:nvSpPr>
      <dsp:spPr>
        <a:xfrm rot="5400000">
          <a:off x="4114948" y="3537034"/>
          <a:ext cx="387707" cy="441391"/>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F8E66FF-B83A-41F0-B0F1-EBFB0DFA6B8B}">
      <dsp:nvSpPr>
        <dsp:cNvPr id="0" name=""/>
        <dsp:cNvSpPr/>
      </dsp:nvSpPr>
      <dsp:spPr>
        <a:xfrm>
          <a:off x="3818900" y="3107252"/>
          <a:ext cx="1731039" cy="456848"/>
        </a:xfrm>
        <a:prstGeom prst="roundRect">
          <a:avLst>
            <a:gd name="adj" fmla="val 16670"/>
          </a:avLst>
        </a:prstGeom>
        <a:solidFill>
          <a:srgbClr val="0070C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tx1"/>
              </a:solidFill>
            </a:rPr>
            <a:t>Test Marketing</a:t>
          </a:r>
          <a:endParaRPr lang="en-US" sz="1500" kern="1200" dirty="0">
            <a:solidFill>
              <a:schemeClr val="tx1"/>
            </a:solidFill>
          </a:endParaRPr>
        </a:p>
      </dsp:txBody>
      <dsp:txXfrm>
        <a:off x="3841205" y="3129557"/>
        <a:ext cx="1686429" cy="412238"/>
      </dsp:txXfrm>
    </dsp:sp>
    <dsp:sp modelId="{DCE096B2-2953-4197-8D77-B166D4BC9815}">
      <dsp:nvSpPr>
        <dsp:cNvPr id="0" name=""/>
        <dsp:cNvSpPr/>
      </dsp:nvSpPr>
      <dsp:spPr>
        <a:xfrm>
          <a:off x="6027558" y="3150823"/>
          <a:ext cx="474690" cy="369245"/>
        </a:xfrm>
        <a:prstGeom prst="rect">
          <a:avLst/>
        </a:prstGeom>
        <a:noFill/>
        <a:ln>
          <a:noFill/>
        </a:ln>
        <a:effectLst/>
      </dsp:spPr>
      <dsp:style>
        <a:lnRef idx="0">
          <a:scrgbClr r="0" g="0" b="0"/>
        </a:lnRef>
        <a:fillRef idx="0">
          <a:scrgbClr r="0" g="0" b="0"/>
        </a:fillRef>
        <a:effectRef idx="0">
          <a:scrgbClr r="0" g="0" b="0"/>
        </a:effectRef>
        <a:fontRef idx="minor"/>
      </dsp:style>
    </dsp:sp>
    <dsp:sp modelId="{798F645B-CA34-4A06-9D2B-247700E5C2FA}">
      <dsp:nvSpPr>
        <dsp:cNvPr id="0" name=""/>
        <dsp:cNvSpPr/>
      </dsp:nvSpPr>
      <dsp:spPr>
        <a:xfrm>
          <a:off x="4559213" y="3620444"/>
          <a:ext cx="1777366" cy="456848"/>
        </a:xfrm>
        <a:prstGeom prst="roundRect">
          <a:avLst>
            <a:gd name="adj" fmla="val 16670"/>
          </a:avLst>
        </a:prstGeom>
        <a:solidFill>
          <a:srgbClr val="002060"/>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t>Commercialization</a:t>
          </a:r>
          <a:endParaRPr lang="en-US" sz="1500" kern="1200" dirty="0"/>
        </a:p>
      </dsp:txBody>
      <dsp:txXfrm>
        <a:off x="4581518" y="3642749"/>
        <a:ext cx="1732756" cy="412238"/>
      </dsp:txXfrm>
    </dsp:sp>
  </dsp:spTree>
</dsp:drawing>
</file>

<file path=ppt/diagrams/layout1.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2">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25E2B0-D0FE-4CE4-AA56-CEF8A33A03F4}" type="datetimeFigureOut">
              <a:rPr lang="en-US" smtClean="0"/>
              <a:t>12/7/2023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37BA57-1DB2-4DD8-A0EC-CD497B3DB738}" type="slidenum">
              <a:rPr lang="en-US" smtClean="0"/>
              <a:t>‹#›</a:t>
            </a:fld>
            <a:endParaRPr lang="en-US"/>
          </a:p>
        </p:txBody>
      </p:sp>
    </p:spTree>
    <p:extLst>
      <p:ext uri="{BB962C8B-B14F-4D97-AF65-F5344CB8AC3E}">
        <p14:creationId xmlns:p14="http://schemas.microsoft.com/office/powerpoint/2010/main" val="3682707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B6F15528-21DE-4FAA-801E-634DDDAF4B2B}"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8463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63881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6281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93431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5204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3639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300246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4784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4044120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10273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711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72467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08667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1056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6529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810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3404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t>12/7/2023</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2624623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Principles of Marketing</a:t>
            </a:r>
            <a:endParaRPr lang="en-US" sz="4800" dirty="0"/>
          </a:p>
        </p:txBody>
      </p:sp>
      <p:sp>
        <p:nvSpPr>
          <p:cNvPr id="3" name="Subtitle 2"/>
          <p:cNvSpPr>
            <a:spLocks noGrp="1"/>
          </p:cNvSpPr>
          <p:nvPr>
            <p:ph type="subTitle" idx="1"/>
          </p:nvPr>
        </p:nvSpPr>
        <p:spPr/>
        <p:txBody>
          <a:bodyPr/>
          <a:lstStyle/>
          <a:p>
            <a:r>
              <a:rPr lang="en-US" dirty="0" smtClean="0"/>
              <a:t>Chapter#9 </a:t>
            </a:r>
          </a:p>
          <a:p>
            <a:r>
              <a:rPr lang="en-US" b="1" dirty="0"/>
              <a:t>New-Product Development and Product Life-Cycle Strategies</a:t>
            </a:r>
            <a:endParaRPr 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ud1"/>
          <p:cNvPicPr>
            <a:picLocks noChangeAspect="1"/>
          </p:cNvPicPr>
          <p:nvPr/>
        </p:nvPicPr>
        <p:blipFill>
          <a:blip r:embed="rId2"/>
          <a:stretch>
            <a:fillRect/>
          </a:stretch>
        </p:blipFill>
        <p:spPr>
          <a:xfrm>
            <a:off x="356235" y="166370"/>
            <a:ext cx="8501380" cy="643128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t>New-Product Development Strategy</a:t>
            </a:r>
          </a:p>
        </p:txBody>
      </p:sp>
      <p:sp>
        <p:nvSpPr>
          <p:cNvPr id="5" name="Text Placeholder 3"/>
          <p:cNvSpPr txBox="1"/>
          <p:nvPr/>
        </p:nvSpPr>
        <p:spPr>
          <a:xfrm>
            <a:off x="990600" y="2514600"/>
            <a:ext cx="7162800" cy="3962400"/>
          </a:xfrm>
          <a:prstGeom prst="rect">
            <a:avLst/>
          </a:prstGeom>
        </p:spPr>
        <p:txBody>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marL="0" indent="0" algn="ctr">
              <a:lnSpc>
                <a:spcPct val="90000"/>
              </a:lnSpc>
              <a:buNone/>
            </a:pPr>
            <a:r>
              <a:rPr lang="en-US" sz="2800" u="sng" dirty="0" smtClean="0"/>
              <a:t>Two ways to obtain new products</a:t>
            </a:r>
            <a:endParaRPr lang="en-US" u="sng" dirty="0" smtClean="0"/>
          </a:p>
          <a:p>
            <a:pPr>
              <a:lnSpc>
                <a:spcPct val="90000"/>
              </a:lnSpc>
            </a:pPr>
            <a:r>
              <a:rPr lang="en-US" b="1" dirty="0" smtClean="0">
                <a:solidFill>
                  <a:srgbClr val="FF0000"/>
                </a:solidFill>
              </a:rPr>
              <a:t>Acquisition</a:t>
            </a:r>
            <a:r>
              <a:rPr lang="en-US" dirty="0" smtClean="0"/>
              <a:t> </a:t>
            </a:r>
            <a:r>
              <a:rPr lang="en-US" dirty="0"/>
              <a:t>refers to the </a:t>
            </a:r>
            <a:r>
              <a:rPr lang="en-US" u="sng" dirty="0"/>
              <a:t>buying of a whole company</a:t>
            </a:r>
            <a:r>
              <a:rPr lang="en-US" dirty="0"/>
              <a:t>, </a:t>
            </a:r>
            <a:r>
              <a:rPr lang="en-US" u="sng" dirty="0"/>
              <a:t>a patent</a:t>
            </a:r>
            <a:r>
              <a:rPr lang="en-US" dirty="0"/>
              <a:t>, or a </a:t>
            </a:r>
            <a:r>
              <a:rPr lang="en-US" u="sng" dirty="0"/>
              <a:t>license</a:t>
            </a:r>
            <a:r>
              <a:rPr lang="en-US" dirty="0"/>
              <a:t> </a:t>
            </a:r>
            <a:r>
              <a:rPr lang="en-US" dirty="0">
                <a:solidFill>
                  <a:srgbClr val="7030A0"/>
                </a:solidFill>
              </a:rPr>
              <a:t>to produce someone else’s </a:t>
            </a:r>
            <a:r>
              <a:rPr lang="en-US" dirty="0" smtClean="0">
                <a:solidFill>
                  <a:srgbClr val="7030A0"/>
                </a:solidFill>
              </a:rPr>
              <a:t>product.</a:t>
            </a:r>
            <a:endParaRPr lang="en-US" dirty="0">
              <a:solidFill>
                <a:srgbClr val="7030A0"/>
              </a:solidFill>
            </a:endParaRPr>
          </a:p>
          <a:p>
            <a:pPr>
              <a:lnSpc>
                <a:spcPct val="90000"/>
              </a:lnSpc>
            </a:pPr>
            <a:r>
              <a:rPr lang="en-US" b="1" dirty="0" smtClean="0">
                <a:solidFill>
                  <a:srgbClr val="FF0000"/>
                </a:solidFill>
              </a:rPr>
              <a:t>New </a:t>
            </a:r>
            <a:r>
              <a:rPr lang="en-US" b="1" dirty="0">
                <a:solidFill>
                  <a:srgbClr val="FF0000"/>
                </a:solidFill>
              </a:rPr>
              <a:t>product development</a:t>
            </a:r>
            <a:r>
              <a:rPr lang="en-US" dirty="0">
                <a:solidFill>
                  <a:srgbClr val="FF0000"/>
                </a:solidFill>
              </a:rPr>
              <a:t> </a:t>
            </a:r>
            <a:r>
              <a:rPr lang="en-US" dirty="0"/>
              <a:t>refers to </a:t>
            </a:r>
            <a:r>
              <a:rPr lang="en-US" u="sng" dirty="0"/>
              <a:t>original products</a:t>
            </a:r>
            <a:r>
              <a:rPr lang="en-US" dirty="0"/>
              <a:t>, </a:t>
            </a:r>
            <a:r>
              <a:rPr lang="en-US" u="sng" dirty="0"/>
              <a:t>product improvements</a:t>
            </a:r>
            <a:r>
              <a:rPr lang="en-US" dirty="0"/>
              <a:t>, </a:t>
            </a:r>
            <a:r>
              <a:rPr lang="en-US" u="sng" dirty="0"/>
              <a:t>product modifications</a:t>
            </a:r>
            <a:r>
              <a:rPr lang="en-US" dirty="0"/>
              <a:t>, and </a:t>
            </a:r>
            <a:r>
              <a:rPr lang="en-US" u="sng" dirty="0"/>
              <a:t>new brands </a:t>
            </a:r>
            <a:r>
              <a:rPr lang="en-US" dirty="0">
                <a:solidFill>
                  <a:srgbClr val="7030A0"/>
                </a:solidFill>
              </a:rPr>
              <a:t>developed from the firm’s own research and development</a:t>
            </a:r>
          </a:p>
          <a:p>
            <a:pPr marL="0" indent="0" algn="ctr">
              <a:lnSpc>
                <a:spcPct val="90000"/>
              </a:lnSpc>
              <a:buNone/>
            </a:pPr>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t>Reasons for new product failure</a:t>
            </a:r>
          </a:p>
        </p:txBody>
      </p:sp>
      <p:graphicFrame>
        <p:nvGraphicFramePr>
          <p:cNvPr id="7" name="Diagram 6"/>
          <p:cNvGraphicFramePr/>
          <p:nvPr>
            <p:extLst>
              <p:ext uri="{D42A27DB-BD31-4B8C-83A1-F6EECF244321}">
                <p14:modId xmlns:p14="http://schemas.microsoft.com/office/powerpoint/2010/main" val="339363196"/>
              </p:ext>
            </p:extLst>
          </p:nvPr>
        </p:nvGraphicFramePr>
        <p:xfrm>
          <a:off x="762000" y="2209800"/>
          <a:ext cx="76962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t>New-Product Development Process</a:t>
            </a:r>
          </a:p>
        </p:txBody>
      </p:sp>
      <p:graphicFrame>
        <p:nvGraphicFramePr>
          <p:cNvPr id="4" name="Diagram 3"/>
          <p:cNvGraphicFramePr/>
          <p:nvPr>
            <p:extLst>
              <p:ext uri="{D42A27DB-BD31-4B8C-83A1-F6EECF244321}">
                <p14:modId xmlns:p14="http://schemas.microsoft.com/office/powerpoint/2010/main" val="3228215756"/>
              </p:ext>
            </p:extLst>
          </p:nvPr>
        </p:nvGraphicFramePr>
        <p:xfrm>
          <a:off x="685800" y="2219204"/>
          <a:ext cx="7772400" cy="41053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latin typeface="Arial" panose="020B0604020202020204" pitchFamily="34" charset="0"/>
              </a:rPr>
              <a:t>1. Idea Generation</a:t>
            </a:r>
            <a:endParaRPr lang="en-US" sz="3600" dirty="0"/>
          </a:p>
        </p:txBody>
      </p:sp>
      <p:sp>
        <p:nvSpPr>
          <p:cNvPr id="4" name="Rectangle 3"/>
          <p:cNvSpPr>
            <a:spLocks noGrp="1" noChangeArrowheads="1"/>
          </p:cNvSpPr>
          <p:nvPr>
            <p:ph idx="1"/>
          </p:nvPr>
        </p:nvSpPr>
        <p:spPr>
          <a:xfrm>
            <a:off x="685800" y="2438400"/>
            <a:ext cx="7772400" cy="3886200"/>
          </a:xfrm>
        </p:spPr>
        <p:txBody>
          <a:bodyPr>
            <a:normAutofit fontScale="85000" lnSpcReduction="20000"/>
          </a:bodyPr>
          <a:lstStyle/>
          <a:p>
            <a:pPr marL="0" indent="0">
              <a:lnSpc>
                <a:spcPct val="90000"/>
              </a:lnSpc>
              <a:buNone/>
            </a:pPr>
            <a:r>
              <a:rPr lang="en-US" b="1" dirty="0" smtClean="0"/>
              <a:t>Idea generation</a:t>
            </a:r>
            <a:r>
              <a:rPr lang="en-US" dirty="0" smtClean="0"/>
              <a:t> is </a:t>
            </a:r>
            <a:r>
              <a:rPr lang="en-US" u="sng" dirty="0" smtClean="0"/>
              <a:t>the systematic search for new-product ideas</a:t>
            </a:r>
          </a:p>
          <a:p>
            <a:pPr marL="533400" indent="-533400">
              <a:lnSpc>
                <a:spcPct val="90000"/>
              </a:lnSpc>
              <a:buFontTx/>
              <a:buNone/>
            </a:pPr>
            <a:r>
              <a:rPr lang="en-US" dirty="0" smtClean="0"/>
              <a:t>Sources of new-product ideas</a:t>
            </a:r>
          </a:p>
          <a:p>
            <a:pPr marL="533400" indent="-533400">
              <a:lnSpc>
                <a:spcPct val="90000"/>
              </a:lnSpc>
            </a:pPr>
            <a:r>
              <a:rPr lang="en-US" dirty="0" smtClean="0"/>
              <a:t>Internal Sources</a:t>
            </a:r>
          </a:p>
          <a:p>
            <a:pPr marL="944880" lvl="1" indent="-533400">
              <a:lnSpc>
                <a:spcPct val="90000"/>
              </a:lnSpc>
            </a:pPr>
            <a:r>
              <a:rPr lang="en-US" dirty="0" smtClean="0"/>
              <a:t>R&amp;D</a:t>
            </a:r>
          </a:p>
          <a:p>
            <a:pPr marL="944880" lvl="1" indent="-533400">
              <a:lnSpc>
                <a:spcPct val="90000"/>
              </a:lnSpc>
            </a:pPr>
            <a:r>
              <a:rPr lang="en-US" dirty="0" smtClean="0"/>
              <a:t>Sales force/employees</a:t>
            </a:r>
          </a:p>
          <a:p>
            <a:pPr marL="533400" indent="-533400">
              <a:lnSpc>
                <a:spcPct val="90000"/>
              </a:lnSpc>
            </a:pPr>
            <a:r>
              <a:rPr lang="en-US" dirty="0" smtClean="0"/>
              <a:t>External Sources</a:t>
            </a:r>
          </a:p>
          <a:p>
            <a:pPr marL="944880" lvl="1" indent="-533400">
              <a:lnSpc>
                <a:spcPct val="90000"/>
              </a:lnSpc>
            </a:pPr>
            <a:r>
              <a:rPr lang="en-US" dirty="0" smtClean="0"/>
              <a:t>Customers</a:t>
            </a:r>
          </a:p>
          <a:p>
            <a:pPr marL="944880" lvl="1" indent="-533400">
              <a:lnSpc>
                <a:spcPct val="90000"/>
              </a:lnSpc>
            </a:pPr>
            <a:r>
              <a:rPr lang="en-US" dirty="0" smtClean="0"/>
              <a:t>Resellers</a:t>
            </a:r>
          </a:p>
          <a:p>
            <a:pPr marL="944880" lvl="1" indent="-533400">
              <a:lnSpc>
                <a:spcPct val="90000"/>
              </a:lnSpc>
            </a:pPr>
            <a:r>
              <a:rPr lang="en-US" dirty="0" smtClean="0"/>
              <a:t>Suppliers</a:t>
            </a:r>
          </a:p>
          <a:p>
            <a:pPr marL="944880" lvl="1" indent="-533400">
              <a:lnSpc>
                <a:spcPct val="90000"/>
              </a:lnSpc>
            </a:pPr>
            <a:r>
              <a:rPr lang="en-US" dirty="0" smtClean="0"/>
              <a:t>Competitors</a:t>
            </a:r>
          </a:p>
          <a:p>
            <a:pPr marL="944880" lvl="1" indent="-533400">
              <a:lnSpc>
                <a:spcPct val="90000"/>
              </a:lnSpc>
            </a:pPr>
            <a:r>
              <a:rPr lang="en-US" dirty="0" smtClean="0"/>
              <a:t>Advertising Agencies</a:t>
            </a:r>
          </a:p>
          <a:p>
            <a:pPr marL="944880" lvl="1" indent="-533400">
              <a:lnSpc>
                <a:spcPct val="90000"/>
              </a:lnSpc>
            </a:pPr>
            <a:r>
              <a:rPr lang="en-US" dirty="0" smtClean="0"/>
              <a:t>Marketing research firms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t>2. Idea </a:t>
            </a:r>
            <a:r>
              <a:rPr lang="en-US" sz="3600" dirty="0"/>
              <a:t>Screening</a:t>
            </a:r>
          </a:p>
        </p:txBody>
      </p:sp>
      <p:sp>
        <p:nvSpPr>
          <p:cNvPr id="4" name="Content Placeholder 5"/>
          <p:cNvSpPr>
            <a:spLocks noGrp="1"/>
          </p:cNvSpPr>
          <p:nvPr>
            <p:ph idx="1"/>
          </p:nvPr>
        </p:nvSpPr>
        <p:spPr>
          <a:xfrm>
            <a:off x="685800" y="2514600"/>
            <a:ext cx="7772400" cy="4114800"/>
          </a:xfrm>
        </p:spPr>
        <p:txBody>
          <a:bodyPr/>
          <a:lstStyle/>
          <a:p>
            <a:pPr marL="0" indent="0">
              <a:buNone/>
            </a:pPr>
            <a:r>
              <a:rPr lang="en-US" u="sng" dirty="0" smtClean="0"/>
              <a:t>Identify good ideas and drop poor ideas.</a:t>
            </a:r>
            <a:r>
              <a:rPr lang="en-US" dirty="0" smtClean="0"/>
              <a:t> </a:t>
            </a:r>
          </a:p>
          <a:p>
            <a:r>
              <a:rPr lang="en-US" dirty="0" smtClean="0"/>
              <a:t>R-W-W Screening Framework:</a:t>
            </a:r>
          </a:p>
          <a:p>
            <a:pPr lvl="1"/>
            <a:r>
              <a:rPr lang="en-US" dirty="0" smtClean="0"/>
              <a:t>Is it real?</a:t>
            </a:r>
          </a:p>
          <a:p>
            <a:pPr lvl="1"/>
            <a:r>
              <a:rPr lang="en-US" dirty="0" smtClean="0"/>
              <a:t>Can we win?</a:t>
            </a:r>
          </a:p>
          <a:p>
            <a:pPr lvl="1"/>
            <a:r>
              <a:rPr lang="en-US" dirty="0" smtClean="0"/>
              <a:t>Is it worth doing?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latin typeface="Arial" panose="020B0604020202020204" pitchFamily="34" charset="0"/>
              </a:rPr>
              <a:t>3. Concept </a:t>
            </a:r>
            <a:r>
              <a:rPr lang="en-US" sz="3600" dirty="0">
                <a:latin typeface="Arial" panose="020B0604020202020204" pitchFamily="34" charset="0"/>
              </a:rPr>
              <a:t>Development and Testing</a:t>
            </a:r>
            <a:endParaRPr lang="en-US" sz="3600" dirty="0"/>
          </a:p>
        </p:txBody>
      </p:sp>
      <p:sp>
        <p:nvSpPr>
          <p:cNvPr id="4" name="Rectangle 3"/>
          <p:cNvSpPr>
            <a:spLocks noGrp="1" noChangeArrowheads="1"/>
          </p:cNvSpPr>
          <p:nvPr>
            <p:ph idx="1"/>
          </p:nvPr>
        </p:nvSpPr>
        <p:spPr>
          <a:xfrm>
            <a:off x="762000" y="2590800"/>
            <a:ext cx="7696200" cy="4114800"/>
          </a:xfrm>
        </p:spPr>
        <p:txBody>
          <a:bodyPr>
            <a:normAutofit/>
          </a:bodyPr>
          <a:lstStyle/>
          <a:p>
            <a:pPr marL="0" indent="0">
              <a:lnSpc>
                <a:spcPct val="90000"/>
              </a:lnSpc>
              <a:buNone/>
            </a:pPr>
            <a:r>
              <a:rPr lang="en-US" b="1" dirty="0" smtClean="0"/>
              <a:t>Product idea</a:t>
            </a:r>
            <a:r>
              <a:rPr lang="en-US" dirty="0" smtClean="0"/>
              <a:t> is an </a:t>
            </a:r>
            <a:r>
              <a:rPr lang="en-US" u="sng" dirty="0" smtClean="0"/>
              <a:t>idea for a possible product</a:t>
            </a:r>
            <a:r>
              <a:rPr lang="en-US" dirty="0" smtClean="0"/>
              <a:t> that the company can see itself offering to the market</a:t>
            </a:r>
          </a:p>
          <a:p>
            <a:pPr marL="0" indent="0">
              <a:lnSpc>
                <a:spcPct val="90000"/>
              </a:lnSpc>
              <a:buNone/>
            </a:pPr>
            <a:r>
              <a:rPr lang="en-US" b="1" dirty="0" smtClean="0"/>
              <a:t>Product concept</a:t>
            </a:r>
            <a:r>
              <a:rPr lang="en-US" dirty="0" smtClean="0"/>
              <a:t> is a detailed version of the </a:t>
            </a:r>
            <a:r>
              <a:rPr lang="en-US" u="sng" dirty="0" smtClean="0"/>
              <a:t>idea stated in meaningful consumer terms</a:t>
            </a:r>
          </a:p>
          <a:p>
            <a:pPr marL="0" indent="0">
              <a:lnSpc>
                <a:spcPct val="90000"/>
              </a:lnSpc>
              <a:buNone/>
            </a:pPr>
            <a:r>
              <a:rPr lang="en-US" b="1" dirty="0" smtClean="0"/>
              <a:t>Product image</a:t>
            </a:r>
            <a:r>
              <a:rPr lang="en-US" dirty="0" smtClean="0"/>
              <a:t> is </a:t>
            </a:r>
            <a:r>
              <a:rPr lang="en-US" u="sng" dirty="0" smtClean="0"/>
              <a:t>the way consumers perceive an actual or potential product</a:t>
            </a:r>
            <a:endParaRPr lang="en-US" dirty="0"/>
          </a:p>
          <a:p>
            <a:pPr marL="0" indent="0">
              <a:lnSpc>
                <a:spcPct val="90000"/>
              </a:lnSpc>
              <a:buNone/>
            </a:pPr>
            <a:r>
              <a:rPr lang="en-US" b="1" dirty="0"/>
              <a:t>Concept testing</a:t>
            </a:r>
            <a:r>
              <a:rPr lang="en-US" dirty="0"/>
              <a:t> refers to </a:t>
            </a:r>
            <a:r>
              <a:rPr lang="en-US" u="sng" dirty="0"/>
              <a:t>testing new-product concepts with groups of target consumers</a:t>
            </a:r>
            <a:endParaRPr lang="en-US" u="sng"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t>4. </a:t>
            </a:r>
            <a:r>
              <a:rPr lang="en-US" sz="3600" dirty="0"/>
              <a:t>Marketing Strategy Development</a:t>
            </a:r>
          </a:p>
        </p:txBody>
      </p:sp>
      <p:sp>
        <p:nvSpPr>
          <p:cNvPr id="4" name="Rectangle 8"/>
          <p:cNvSpPr>
            <a:spLocks noGrp="1" noChangeArrowheads="1"/>
          </p:cNvSpPr>
          <p:nvPr>
            <p:ph idx="1"/>
          </p:nvPr>
        </p:nvSpPr>
        <p:spPr>
          <a:xfrm>
            <a:off x="685800" y="2438400"/>
            <a:ext cx="7772400" cy="3886200"/>
          </a:xfrm>
        </p:spPr>
        <p:txBody>
          <a:bodyPr>
            <a:normAutofit fontScale="92500" lnSpcReduction="10000"/>
          </a:bodyPr>
          <a:lstStyle/>
          <a:p>
            <a:pPr marL="0" indent="0">
              <a:buNone/>
            </a:pPr>
            <a:r>
              <a:rPr lang="en-US" b="1" dirty="0" smtClean="0"/>
              <a:t>Marketing strategy development</a:t>
            </a:r>
            <a:r>
              <a:rPr lang="en-US" dirty="0" smtClean="0"/>
              <a:t> refers to </a:t>
            </a:r>
            <a:r>
              <a:rPr lang="en-US" u="sng" dirty="0" smtClean="0"/>
              <a:t>the initial marketing strategy for introducing the product to the market</a:t>
            </a:r>
          </a:p>
          <a:p>
            <a:r>
              <a:rPr lang="en-US" dirty="0" smtClean="0"/>
              <a:t>Marketing strategy statement includes:</a:t>
            </a:r>
          </a:p>
          <a:p>
            <a:pPr lvl="1"/>
            <a:r>
              <a:rPr lang="en-US" b="1" dirty="0" smtClean="0"/>
              <a:t>Description of the target market</a:t>
            </a:r>
          </a:p>
          <a:p>
            <a:pPr lvl="2"/>
            <a:r>
              <a:rPr lang="en-US" dirty="0">
                <a:latin typeface="Arial Unicode MS" pitchFamily="34" charset="-128"/>
                <a:cs typeface="Arial" panose="020B0604020202020204" pitchFamily="34" charset="0"/>
              </a:rPr>
              <a:t>The target market, product positioning, and sales, share, and profit goals for the first few years</a:t>
            </a:r>
            <a:r>
              <a:rPr lang="en-US" dirty="0" smtClean="0">
                <a:latin typeface="Arial Unicode MS" pitchFamily="34" charset="-128"/>
                <a:cs typeface="Arial" panose="020B0604020202020204" pitchFamily="34" charset="0"/>
              </a:rPr>
              <a:t>.</a:t>
            </a:r>
            <a:endParaRPr lang="en-US" dirty="0" smtClean="0"/>
          </a:p>
          <a:p>
            <a:pPr lvl="1"/>
            <a:r>
              <a:rPr lang="en-US" b="1" dirty="0" smtClean="0"/>
              <a:t>Value proposition</a:t>
            </a:r>
          </a:p>
          <a:p>
            <a:pPr lvl="2"/>
            <a:r>
              <a:rPr lang="en-US" dirty="0">
                <a:latin typeface="Arial Unicode MS" pitchFamily="34" charset="-128"/>
                <a:cs typeface="Arial" panose="020B0604020202020204" pitchFamily="34" charset="0"/>
              </a:rPr>
              <a:t>Product price, distribution, and marketing budget for the first year</a:t>
            </a:r>
            <a:r>
              <a:rPr lang="en-US" dirty="0" smtClean="0">
                <a:latin typeface="Arial Unicode MS" pitchFamily="34" charset="-128"/>
                <a:cs typeface="Arial" panose="020B0604020202020204" pitchFamily="34" charset="0"/>
              </a:rPr>
              <a:t>.</a:t>
            </a:r>
            <a:endParaRPr lang="en-US" dirty="0" smtClean="0"/>
          </a:p>
          <a:p>
            <a:pPr lvl="1"/>
            <a:r>
              <a:rPr lang="en-US" b="1" dirty="0" smtClean="0"/>
              <a:t>Sales and profit goals</a:t>
            </a:r>
          </a:p>
          <a:p>
            <a:pPr lvl="2"/>
            <a:r>
              <a:rPr lang="en-US" dirty="0">
                <a:latin typeface="Arial Unicode MS" pitchFamily="34" charset="-128"/>
                <a:cs typeface="Arial" panose="020B0604020202020204" pitchFamily="34" charset="0"/>
              </a:rPr>
              <a:t>Long-run sales and profit goals and the marketing mix strategy</a:t>
            </a:r>
            <a:r>
              <a:rPr lang="en-US" dirty="0" smtClean="0">
                <a:latin typeface="Arial Unicode MS" pitchFamily="34" charset="-128"/>
                <a:cs typeface="Arial" panose="020B0604020202020204" pitchFamily="34" charset="0"/>
              </a:rPr>
              <a:t>.</a:t>
            </a:r>
            <a:endParaRPr lang="en-US" dirty="0">
              <a:latin typeface="Arial Unicode MS" pitchFamily="34" charset="-128"/>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t>5. </a:t>
            </a:r>
            <a:r>
              <a:rPr lang="en-US" sz="3600" dirty="0">
                <a:latin typeface="Arial" panose="020B0604020202020204" pitchFamily="34" charset="0"/>
              </a:rPr>
              <a:t>Business Analysis</a:t>
            </a:r>
            <a:endParaRPr lang="en-US" sz="3600" dirty="0"/>
          </a:p>
        </p:txBody>
      </p:sp>
      <p:sp>
        <p:nvSpPr>
          <p:cNvPr id="4" name="Rectangle 3"/>
          <p:cNvSpPr>
            <a:spLocks noGrp="1" noChangeArrowheads="1"/>
          </p:cNvSpPr>
          <p:nvPr>
            <p:ph idx="1"/>
          </p:nvPr>
        </p:nvSpPr>
        <p:spPr>
          <a:xfrm>
            <a:off x="762000" y="2514600"/>
            <a:ext cx="7620000" cy="2209800"/>
          </a:xfrm>
        </p:spPr>
        <p:txBody>
          <a:bodyPr/>
          <a:lstStyle/>
          <a:p>
            <a:pPr marL="0" indent="0" algn="just">
              <a:buNone/>
            </a:pPr>
            <a:r>
              <a:rPr lang="en-US" b="1" dirty="0" smtClean="0"/>
              <a:t>Business analysis</a:t>
            </a:r>
            <a:r>
              <a:rPr lang="en-US" dirty="0" smtClean="0"/>
              <a:t> involves a </a:t>
            </a:r>
            <a:r>
              <a:rPr lang="en-US" u="sng" dirty="0" smtClean="0"/>
              <a:t>review of the sales, costs, and profit projections to find out whether they satisfy the company’s objectives.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t>6. </a:t>
            </a:r>
            <a:r>
              <a:rPr lang="en-US" sz="3600" dirty="0">
                <a:latin typeface="Arial" panose="020B0604020202020204" pitchFamily="34" charset="0"/>
              </a:rPr>
              <a:t>Product Development</a:t>
            </a:r>
            <a:endParaRPr lang="en-US" sz="3600" dirty="0"/>
          </a:p>
        </p:txBody>
      </p:sp>
      <p:sp>
        <p:nvSpPr>
          <p:cNvPr id="4" name="Rectangle 3"/>
          <p:cNvSpPr>
            <a:spLocks noGrp="1" noChangeArrowheads="1"/>
          </p:cNvSpPr>
          <p:nvPr>
            <p:ph idx="1"/>
          </p:nvPr>
        </p:nvSpPr>
        <p:spPr>
          <a:xfrm>
            <a:off x="990600" y="2438400"/>
            <a:ext cx="7543800" cy="4114800"/>
          </a:xfrm>
        </p:spPr>
        <p:txBody>
          <a:bodyPr/>
          <a:lstStyle/>
          <a:p>
            <a:pPr marL="0" indent="0" algn="just">
              <a:buNone/>
            </a:pPr>
            <a:r>
              <a:rPr lang="en-US" sz="2800" b="1" dirty="0" smtClean="0"/>
              <a:t>Product development </a:t>
            </a:r>
            <a:r>
              <a:rPr lang="en-US" sz="2800" dirty="0" smtClean="0"/>
              <a:t>involves </a:t>
            </a:r>
            <a:r>
              <a:rPr lang="en-US" sz="2800" u="sng" dirty="0" smtClean="0"/>
              <a:t>the creation and testing of one or more physical versions by the R&amp;D or engineering departments</a:t>
            </a:r>
          </a:p>
          <a:p>
            <a:pPr marL="0" indent="0">
              <a:buNone/>
            </a:pPr>
            <a:endParaRPr lang="en-US" sz="2800" dirty="0" smtClean="0"/>
          </a:p>
          <a:p>
            <a:pPr marL="533400" indent="-533400"/>
            <a:r>
              <a:rPr lang="en-US" sz="2800" dirty="0" smtClean="0"/>
              <a:t>Requires an increase in investment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t>7. </a:t>
            </a:r>
            <a:r>
              <a:rPr lang="en-US" sz="3600" dirty="0"/>
              <a:t>Test Marketing</a:t>
            </a:r>
          </a:p>
        </p:txBody>
      </p:sp>
      <p:sp>
        <p:nvSpPr>
          <p:cNvPr id="4" name="Rectangle 3"/>
          <p:cNvSpPr>
            <a:spLocks noGrp="1" noChangeArrowheads="1"/>
          </p:cNvSpPr>
          <p:nvPr>
            <p:ph idx="1"/>
          </p:nvPr>
        </p:nvSpPr>
        <p:spPr>
          <a:xfrm>
            <a:off x="762000" y="2514600"/>
            <a:ext cx="7620000" cy="3962400"/>
          </a:xfrm>
        </p:spPr>
        <p:txBody>
          <a:bodyPr>
            <a:normAutofit fontScale="92500" lnSpcReduction="10000"/>
          </a:bodyPr>
          <a:lstStyle/>
          <a:p>
            <a:pPr marL="0" indent="0" algn="just">
              <a:lnSpc>
                <a:spcPct val="80000"/>
              </a:lnSpc>
              <a:buNone/>
            </a:pPr>
            <a:r>
              <a:rPr lang="en-US" sz="2400" b="1" dirty="0" smtClean="0"/>
              <a:t>Test marketing </a:t>
            </a:r>
            <a:r>
              <a:rPr lang="en-US" sz="2400" dirty="0" smtClean="0"/>
              <a:t>is the stage at which </a:t>
            </a:r>
            <a:r>
              <a:rPr lang="en-US" sz="2400" u="sng" dirty="0" smtClean="0"/>
              <a:t>the product and marketing program are introduced into more realistic marketing settings</a:t>
            </a:r>
            <a:r>
              <a:rPr lang="en-US" sz="2400" dirty="0" smtClean="0"/>
              <a:t>.</a:t>
            </a:r>
            <a:endParaRPr lang="en-US" sz="1000" u="sng" dirty="0" smtClean="0"/>
          </a:p>
          <a:p>
            <a:pPr marL="533400" indent="-533400">
              <a:lnSpc>
                <a:spcPct val="80000"/>
              </a:lnSpc>
              <a:buFontTx/>
              <a:buNone/>
            </a:pPr>
            <a:endParaRPr lang="en-US" sz="1000" dirty="0" smtClean="0"/>
          </a:p>
          <a:p>
            <a:pPr marL="0" indent="0" algn="just">
              <a:lnSpc>
                <a:spcPct val="80000"/>
              </a:lnSpc>
              <a:buNone/>
            </a:pPr>
            <a:r>
              <a:rPr lang="en-US" sz="2400" dirty="0" smtClean="0"/>
              <a:t>Provides the marketer with experience in testing the product and entire marketing program before full introduction</a:t>
            </a:r>
          </a:p>
          <a:p>
            <a:pPr marL="0" indent="0" algn="ctr">
              <a:lnSpc>
                <a:spcPct val="80000"/>
              </a:lnSpc>
              <a:buNone/>
            </a:pPr>
            <a:r>
              <a:rPr lang="en-US" b="1" u="sng" dirty="0" smtClean="0"/>
              <a:t>Types of Test Marketing</a:t>
            </a:r>
          </a:p>
          <a:p>
            <a:pPr marL="457200" indent="-457200">
              <a:lnSpc>
                <a:spcPct val="80000"/>
              </a:lnSpc>
              <a:buAutoNum type="arabicPeriod"/>
            </a:pPr>
            <a:r>
              <a:rPr lang="en-US" sz="2000" b="1" dirty="0" smtClean="0"/>
              <a:t>Standard Test Marketing</a:t>
            </a:r>
            <a:r>
              <a:rPr lang="en-US" dirty="0" smtClean="0"/>
              <a:t> </a:t>
            </a:r>
          </a:p>
          <a:p>
            <a:pPr lvl="1">
              <a:lnSpc>
                <a:spcPct val="80000"/>
              </a:lnSpc>
            </a:pPr>
            <a:r>
              <a:rPr lang="en-US" sz="1800" dirty="0" smtClean="0"/>
              <a:t>(</a:t>
            </a:r>
            <a:r>
              <a:rPr lang="en-US" sz="1800" dirty="0"/>
              <a:t>full marketing campaign in a small number of representative </a:t>
            </a:r>
            <a:r>
              <a:rPr lang="en-US" sz="1800" dirty="0" smtClean="0"/>
              <a:t>cities)</a:t>
            </a:r>
          </a:p>
          <a:p>
            <a:pPr marL="457200" indent="-457200">
              <a:lnSpc>
                <a:spcPct val="80000"/>
              </a:lnSpc>
              <a:buAutoNum type="arabicPeriod"/>
            </a:pPr>
            <a:r>
              <a:rPr lang="en-US" sz="2000" b="1" dirty="0" smtClean="0"/>
              <a:t>Controlled </a:t>
            </a:r>
            <a:r>
              <a:rPr lang="en-US" sz="2000" b="1" dirty="0"/>
              <a:t>Test </a:t>
            </a:r>
            <a:r>
              <a:rPr lang="en-US" sz="2000" b="1" dirty="0" smtClean="0"/>
              <a:t>Marketing</a:t>
            </a:r>
          </a:p>
          <a:p>
            <a:pPr lvl="1">
              <a:lnSpc>
                <a:spcPct val="80000"/>
              </a:lnSpc>
            </a:pPr>
            <a:r>
              <a:rPr lang="en-US" sz="1800" dirty="0" smtClean="0"/>
              <a:t>(</a:t>
            </a:r>
            <a:r>
              <a:rPr lang="en-US" sz="1800" dirty="0"/>
              <a:t>A few stores that have agreed to carry new products for a fee</a:t>
            </a:r>
            <a:r>
              <a:rPr lang="en-US" sz="1800" dirty="0" smtClean="0"/>
              <a:t>)</a:t>
            </a:r>
          </a:p>
          <a:p>
            <a:pPr marL="457200" indent="-457200">
              <a:lnSpc>
                <a:spcPct val="80000"/>
              </a:lnSpc>
              <a:buAutoNum type="arabicPeriod"/>
            </a:pPr>
            <a:r>
              <a:rPr lang="en-US" sz="2000" b="1" dirty="0" smtClean="0"/>
              <a:t>Simulated </a:t>
            </a:r>
            <a:r>
              <a:rPr lang="en-US" sz="2000" b="1" dirty="0"/>
              <a:t>Test </a:t>
            </a:r>
            <a:r>
              <a:rPr lang="en-US" sz="2000" b="1" dirty="0" smtClean="0"/>
              <a:t>Marketing</a:t>
            </a:r>
          </a:p>
          <a:p>
            <a:pPr lvl="1">
              <a:lnSpc>
                <a:spcPct val="80000"/>
              </a:lnSpc>
            </a:pPr>
            <a:r>
              <a:rPr lang="en-US" sz="1800" dirty="0" smtClean="0"/>
              <a:t>(</a:t>
            </a:r>
            <a:r>
              <a:rPr lang="en-US" sz="1800" dirty="0"/>
              <a:t>Test in a simulated shopping environment to a sample of consumers</a:t>
            </a:r>
            <a:r>
              <a:rPr lang="en-US" sz="1800" dirty="0" smtClean="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smtClean="0"/>
              <a:t>8. </a:t>
            </a:r>
            <a:r>
              <a:rPr lang="en-US" sz="3600" dirty="0" smtClean="0">
                <a:latin typeface="Arial Unicode MS" pitchFamily="34" charset="-128"/>
              </a:rPr>
              <a:t>Commercialization</a:t>
            </a:r>
            <a:endParaRPr lang="en-US" sz="3600" dirty="0"/>
          </a:p>
        </p:txBody>
      </p:sp>
      <p:sp>
        <p:nvSpPr>
          <p:cNvPr id="4" name="Rectangle 3"/>
          <p:cNvSpPr>
            <a:spLocks noGrp="1" noChangeArrowheads="1"/>
          </p:cNvSpPr>
          <p:nvPr>
            <p:ph idx="1"/>
          </p:nvPr>
        </p:nvSpPr>
        <p:spPr>
          <a:xfrm>
            <a:off x="762000" y="2590800"/>
            <a:ext cx="7620000" cy="2895600"/>
          </a:xfrm>
        </p:spPr>
        <p:txBody>
          <a:bodyPr>
            <a:normAutofit fontScale="92500" lnSpcReduction="10000"/>
          </a:bodyPr>
          <a:lstStyle/>
          <a:p>
            <a:pPr marL="0" indent="0" algn="just">
              <a:buNone/>
            </a:pPr>
            <a:r>
              <a:rPr lang="en-US" sz="2800" b="1" dirty="0" smtClean="0"/>
              <a:t>Commercialization</a:t>
            </a:r>
            <a:r>
              <a:rPr lang="en-US" sz="2800" dirty="0" smtClean="0"/>
              <a:t> is </a:t>
            </a:r>
            <a:r>
              <a:rPr lang="en-US" sz="2800" u="sng" dirty="0" smtClean="0"/>
              <a:t>the introduction of the new product</a:t>
            </a:r>
            <a:r>
              <a:rPr lang="en-US" sz="2800" dirty="0" smtClean="0"/>
              <a:t>.</a:t>
            </a:r>
          </a:p>
          <a:p>
            <a:pPr marL="0" indent="0" algn="just">
              <a:buNone/>
            </a:pPr>
            <a:endParaRPr lang="en-US" sz="2800" dirty="0" smtClean="0"/>
          </a:p>
          <a:p>
            <a:pPr marL="533400" indent="-533400"/>
            <a:r>
              <a:rPr lang="en-US" sz="2800" dirty="0" smtClean="0"/>
              <a:t>When to launch</a:t>
            </a:r>
          </a:p>
          <a:p>
            <a:pPr marL="533400" indent="-533400"/>
            <a:r>
              <a:rPr lang="en-US" sz="2800" dirty="0" smtClean="0"/>
              <a:t>Where to launch</a:t>
            </a:r>
          </a:p>
          <a:p>
            <a:pPr marL="533400" indent="-533400"/>
            <a:r>
              <a:rPr lang="en-US" sz="2800" dirty="0" smtClean="0"/>
              <a:t>Planned market rollout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4"/>
          <p:cNvPicPr>
            <a:picLocks noChangeAspect="1"/>
          </p:cNvPicPr>
          <p:nvPr/>
        </p:nvPicPr>
        <p:blipFill>
          <a:blip r:embed="rId2"/>
          <a:stretch>
            <a:fillRect/>
          </a:stretch>
        </p:blipFill>
        <p:spPr>
          <a:xfrm>
            <a:off x="328295" y="184150"/>
            <a:ext cx="8543290" cy="63728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85800"/>
            <a:ext cx="6798734" cy="1303867"/>
          </a:xfrm>
        </p:spPr>
        <p:txBody>
          <a:bodyPr/>
          <a:lstStyle/>
          <a:p>
            <a:r>
              <a:rPr lang="en-US" sz="3600" dirty="0"/>
              <a:t>Product Life Cycle</a:t>
            </a:r>
          </a:p>
        </p:txBody>
      </p:sp>
      <p:pic>
        <p:nvPicPr>
          <p:cNvPr id="4" name="Picture 6" descr="fig09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19950"/>
            <a:ext cx="716280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t>Product Life Cycle</a:t>
            </a:r>
          </a:p>
        </p:txBody>
      </p:sp>
      <p:sp>
        <p:nvSpPr>
          <p:cNvPr id="2" name="Content Placeholder 1"/>
          <p:cNvSpPr>
            <a:spLocks noGrp="1"/>
          </p:cNvSpPr>
          <p:nvPr>
            <p:ph idx="1"/>
          </p:nvPr>
        </p:nvSpPr>
        <p:spPr/>
        <p:txBody>
          <a:bodyPr>
            <a:normAutofit fontScale="70000" lnSpcReduction="20000"/>
          </a:bodyPr>
          <a:lstStyle/>
          <a:p>
            <a:pPr>
              <a:spcBef>
                <a:spcPct val="65000"/>
              </a:spcBef>
              <a:buNone/>
            </a:pPr>
            <a:r>
              <a:rPr lang="en-US" b="1" dirty="0">
                <a:latin typeface="Arial Unicode MS" pitchFamily="34" charset="-128"/>
                <a:cs typeface="Arial" panose="020B0604020202020204" pitchFamily="34" charset="0"/>
              </a:rPr>
              <a:t>The Typical Product Life Cycle (PLC) Has Five Stages</a:t>
            </a:r>
          </a:p>
          <a:p>
            <a:pPr lvl="1">
              <a:spcBef>
                <a:spcPct val="65000"/>
              </a:spcBef>
            </a:pPr>
            <a:r>
              <a:rPr lang="en-US" sz="2400" dirty="0">
                <a:latin typeface="Arial Unicode MS" pitchFamily="34" charset="-128"/>
                <a:cs typeface="Arial" panose="020B0604020202020204" pitchFamily="34" charset="0"/>
              </a:rPr>
              <a:t>Product Development, Introduction, Growth, Maturity, Decline</a:t>
            </a:r>
          </a:p>
          <a:p>
            <a:pPr lvl="1">
              <a:spcBef>
                <a:spcPct val="65000"/>
              </a:spcBef>
            </a:pPr>
            <a:r>
              <a:rPr lang="en-US" sz="2400" dirty="0">
                <a:latin typeface="Arial Unicode MS" pitchFamily="34" charset="-128"/>
                <a:cs typeface="Arial" panose="020B0604020202020204" pitchFamily="34" charset="0"/>
              </a:rPr>
              <a:t>Not all products follow this </a:t>
            </a:r>
            <a:r>
              <a:rPr lang="en-US" sz="2400" dirty="0" smtClean="0">
                <a:latin typeface="Arial Unicode MS" pitchFamily="34" charset="-128"/>
                <a:cs typeface="Arial" panose="020B0604020202020204" pitchFamily="34" charset="0"/>
              </a:rPr>
              <a:t>cycle</a:t>
            </a:r>
          </a:p>
          <a:p>
            <a:pPr lvl="1">
              <a:spcBef>
                <a:spcPct val="65000"/>
              </a:spcBef>
            </a:pPr>
            <a:r>
              <a:rPr lang="en-US" sz="2600" dirty="0" smtClean="0">
                <a:latin typeface="Arial Unicode MS" pitchFamily="34" charset="-128"/>
                <a:cs typeface="Arial" panose="020B0604020202020204" pitchFamily="34" charset="0"/>
              </a:rPr>
              <a:t>The </a:t>
            </a:r>
            <a:r>
              <a:rPr lang="en-US" sz="2600" dirty="0">
                <a:latin typeface="Arial Unicode MS" pitchFamily="34" charset="-128"/>
                <a:cs typeface="Arial" panose="020B0604020202020204" pitchFamily="34" charset="0"/>
              </a:rPr>
              <a:t>four basic stages through which a successful product progresses-introduction, growth, maturity, and </a:t>
            </a:r>
            <a:r>
              <a:rPr lang="en-US" sz="2600" dirty="0" smtClean="0">
                <a:latin typeface="Arial Unicode MS" pitchFamily="34" charset="-128"/>
                <a:cs typeface="Arial" panose="020B0604020202020204" pitchFamily="34" charset="0"/>
              </a:rPr>
              <a:t>decline.</a:t>
            </a:r>
          </a:p>
          <a:p>
            <a:pPr lvl="1">
              <a:spcBef>
                <a:spcPct val="65000"/>
              </a:spcBef>
            </a:pPr>
            <a:r>
              <a:rPr lang="en-US" sz="2600" dirty="0" smtClean="0">
                <a:latin typeface="Arial Unicode MS" pitchFamily="34" charset="-128"/>
                <a:cs typeface="Arial" panose="020B0604020202020204" pitchFamily="34" charset="0"/>
              </a:rPr>
              <a:t>Some </a:t>
            </a:r>
            <a:r>
              <a:rPr lang="en-US" sz="2600" dirty="0">
                <a:latin typeface="Arial Unicode MS" pitchFamily="34" charset="-128"/>
                <a:cs typeface="Arial" panose="020B0604020202020204" pitchFamily="34" charset="0"/>
              </a:rPr>
              <a:t>products move rapidly through the product life cycle, while others pass through those stages over long time periods</a:t>
            </a:r>
            <a:r>
              <a:rPr lang="en-US" sz="3000" dirty="0" smtClean="0">
                <a:cs typeface="Arial" panose="020B0604020202020204" pitchFamily="34" charset="0"/>
              </a:rPr>
              <a:t>.</a:t>
            </a:r>
            <a:endParaRPr lang="en-US" sz="3000" dirty="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dirty="0"/>
              <a:t>Product Life Cycle</a:t>
            </a:r>
          </a:p>
        </p:txBody>
      </p:sp>
      <p:pic>
        <p:nvPicPr>
          <p:cNvPr id="4" name="Picture 5" descr="fig09_03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222500"/>
            <a:ext cx="7924800"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685800" y="5029200"/>
            <a:ext cx="7696200"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smtClean="0"/>
              <a:t>Style </a:t>
            </a:r>
            <a:r>
              <a:rPr lang="en-US" dirty="0" smtClean="0"/>
              <a:t>is a basic and distinctive mode of expression.</a:t>
            </a:r>
          </a:p>
          <a:p>
            <a:pPr marL="285750" indent="-285750">
              <a:buFont typeface="Arial" panose="020B0604020202020204" pitchFamily="34" charset="0"/>
              <a:buChar char="•"/>
            </a:pPr>
            <a:r>
              <a:rPr lang="en-US" b="1" dirty="0" smtClean="0"/>
              <a:t>Fashion </a:t>
            </a:r>
            <a:r>
              <a:rPr lang="en-US" dirty="0" smtClean="0"/>
              <a:t>is a currently accepted or popular style in a given field.</a:t>
            </a:r>
          </a:p>
          <a:p>
            <a:pPr marL="285750" indent="-285750">
              <a:buFont typeface="Arial" panose="020B0604020202020204" pitchFamily="34" charset="0"/>
              <a:buChar char="•"/>
            </a:pPr>
            <a:r>
              <a:rPr lang="en-US" b="1" dirty="0" smtClean="0"/>
              <a:t>Fads </a:t>
            </a:r>
            <a:r>
              <a:rPr lang="en-US" dirty="0" smtClean="0"/>
              <a:t>are temporary periods of unusually high sales driven by consumer enthusiasm and immediate product or brand popularity.</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txBox="1">
            <a:spLocks noChangeArrowheads="1"/>
          </p:cNvSpPr>
          <p:nvPr/>
        </p:nvSpPr>
        <p:spPr>
          <a:xfrm>
            <a:off x="76200" y="2514600"/>
            <a:ext cx="8915400" cy="1143000"/>
          </a:xfrm>
          <a:prstGeom prst="rect">
            <a:avLst/>
          </a:prstGeom>
          <a:noFill/>
          <a:extLst>
            <a:ext uri="{91240B29-F687-4F45-9708-019B960494DF}">
              <a14:hiddenLine xmlns:a14="http://schemas.microsoft.com/office/drawing/2010/main" w="9525">
                <a:solidFill>
                  <a:schemeClr val="tx1"/>
                </a:solidFill>
                <a:prstDash val="solid"/>
                <a:miter lim="800000"/>
                <a:headEnd/>
                <a:tailEnd/>
              </a14:hiddenLine>
            </a:ext>
          </a:extLst>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smtClean="0">
                <a:latin typeface="Arial Unicode MS" pitchFamily="34" charset="-128"/>
                <a:cs typeface="Arial" panose="020B0604020202020204" pitchFamily="34" charset="0"/>
              </a:rPr>
              <a:t>Product Life-Cycle Strategies</a:t>
            </a:r>
            <a:endParaRPr lang="en-US" sz="3600" b="1" dirty="0">
              <a:latin typeface="Arial Unicode MS" pitchFamily="34" charset="-128"/>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nvSpPr>
        <p:spPr bwMode="auto">
          <a:xfrm>
            <a:off x="762000" y="2312193"/>
            <a:ext cx="2738034" cy="3200400"/>
          </a:xfrm>
          <a:prstGeom prst="rect">
            <a:avLst/>
          </a:prstGeom>
          <a:noFill/>
          <a:ln>
            <a:noFill/>
          </a:ln>
          <a:effec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buClrTx/>
              <a:buFont typeface="Wingdings" panose="05000000000000000000" pitchFamily="2" charset="2"/>
              <a:buChar char="ü"/>
            </a:pPr>
            <a:r>
              <a:rPr lang="en-US" sz="2000" dirty="0"/>
              <a:t>Product development</a:t>
            </a:r>
          </a:p>
          <a:p>
            <a:pPr>
              <a:buFont typeface="Wingdings" panose="05000000000000000000" pitchFamily="2" charset="2"/>
              <a:buNone/>
            </a:pPr>
            <a:r>
              <a:rPr lang="en-US" sz="1800" dirty="0">
                <a:solidFill>
                  <a:schemeClr val="accent6">
                    <a:lumMod val="75000"/>
                  </a:schemeClr>
                </a:solidFill>
              </a:rPr>
              <a:t>Introduction</a:t>
            </a:r>
          </a:p>
          <a:p>
            <a:pPr>
              <a:buFont typeface="Wingdings" panose="05000000000000000000" pitchFamily="2" charset="2"/>
              <a:buNone/>
            </a:pPr>
            <a:r>
              <a:rPr lang="en-US" sz="1800" dirty="0">
                <a:solidFill>
                  <a:schemeClr val="accent6">
                    <a:lumMod val="75000"/>
                  </a:schemeClr>
                </a:solidFill>
              </a:rPr>
              <a:t>Growth</a:t>
            </a:r>
          </a:p>
          <a:p>
            <a:pPr>
              <a:buFont typeface="Wingdings" panose="05000000000000000000" pitchFamily="2" charset="2"/>
              <a:buNone/>
            </a:pPr>
            <a:r>
              <a:rPr lang="en-US" sz="1800" dirty="0">
                <a:solidFill>
                  <a:schemeClr val="accent6">
                    <a:lumMod val="75000"/>
                  </a:schemeClr>
                </a:solidFill>
              </a:rPr>
              <a:t>Maturity</a:t>
            </a:r>
          </a:p>
          <a:p>
            <a:pPr>
              <a:buFont typeface="Wingdings" panose="05000000000000000000" pitchFamily="2" charset="2"/>
              <a:buNone/>
            </a:pPr>
            <a:r>
              <a:rPr lang="en-US" sz="1800" dirty="0">
                <a:solidFill>
                  <a:schemeClr val="accent6">
                    <a:lumMod val="75000"/>
                  </a:schemeClr>
                </a:solidFill>
              </a:rPr>
              <a:t>Decline</a:t>
            </a:r>
          </a:p>
        </p:txBody>
      </p:sp>
      <p:sp>
        <p:nvSpPr>
          <p:cNvPr id="4" name="Rectangle 3"/>
          <p:cNvSpPr>
            <a:spLocks noGrp="1" noChangeArrowheads="1"/>
          </p:cNvSpPr>
          <p:nvPr/>
        </p:nvSpPr>
        <p:spPr bwMode="auto">
          <a:xfrm>
            <a:off x="5161844" y="1397793"/>
            <a:ext cx="2991556"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lnSpc>
                <a:spcPct val="90000"/>
              </a:lnSpc>
              <a:spcBef>
                <a:spcPct val="45000"/>
              </a:spcBef>
              <a:buClrTx/>
              <a:buFont typeface="Wingdings" panose="05000000000000000000" pitchFamily="2" charset="2"/>
              <a:buChar char="C"/>
            </a:pPr>
            <a:r>
              <a:rPr lang="en-US" sz="2000" dirty="0">
                <a:latin typeface="Arial Unicode MS" pitchFamily="34" charset="-128"/>
                <a:cs typeface="Arial" panose="020B0604020202020204" pitchFamily="34" charset="0"/>
              </a:rPr>
              <a:t>Begins when the company develops a new-product idea</a:t>
            </a:r>
          </a:p>
          <a:p>
            <a:pPr>
              <a:lnSpc>
                <a:spcPct val="90000"/>
              </a:lnSpc>
              <a:spcBef>
                <a:spcPct val="45000"/>
              </a:spcBef>
              <a:buClrTx/>
              <a:buFont typeface="Wingdings" panose="05000000000000000000" pitchFamily="2" charset="2"/>
              <a:buChar char="C"/>
            </a:pPr>
            <a:r>
              <a:rPr lang="en-US" sz="2000" dirty="0">
                <a:latin typeface="Arial Unicode MS" pitchFamily="34" charset="-128"/>
                <a:cs typeface="Arial" panose="020B0604020202020204" pitchFamily="34" charset="0"/>
              </a:rPr>
              <a:t>Sales are zero</a:t>
            </a:r>
          </a:p>
          <a:p>
            <a:pPr>
              <a:lnSpc>
                <a:spcPct val="90000"/>
              </a:lnSpc>
              <a:spcBef>
                <a:spcPct val="45000"/>
              </a:spcBef>
              <a:buClrTx/>
              <a:buFont typeface="Wingdings" panose="05000000000000000000" pitchFamily="2" charset="2"/>
              <a:buChar char="C"/>
            </a:pPr>
            <a:r>
              <a:rPr lang="en-US" sz="2000" dirty="0">
                <a:latin typeface="Arial Unicode MS" pitchFamily="34" charset="-128"/>
                <a:cs typeface="Arial" panose="020B0604020202020204" pitchFamily="34" charset="0"/>
              </a:rPr>
              <a:t>Investment costs are high</a:t>
            </a:r>
          </a:p>
          <a:p>
            <a:pPr>
              <a:lnSpc>
                <a:spcPct val="90000"/>
              </a:lnSpc>
              <a:spcBef>
                <a:spcPct val="45000"/>
              </a:spcBef>
              <a:buClrTx/>
              <a:buFont typeface="Wingdings" panose="05000000000000000000" pitchFamily="2" charset="2"/>
              <a:buChar char="C"/>
            </a:pPr>
            <a:r>
              <a:rPr lang="en-US" sz="2000" dirty="0">
                <a:latin typeface="Arial Unicode MS" pitchFamily="34" charset="-128"/>
                <a:cs typeface="Arial" panose="020B0604020202020204" pitchFamily="34" charset="0"/>
              </a:rPr>
              <a:t>Profits are negative</a:t>
            </a:r>
          </a:p>
        </p:txBody>
      </p:sp>
      <p:sp>
        <p:nvSpPr>
          <p:cNvPr id="6" name="Rectangle 5"/>
          <p:cNvSpPr>
            <a:spLocks noChangeArrowheads="1"/>
          </p:cNvSpPr>
          <p:nvPr/>
        </p:nvSpPr>
        <p:spPr bwMode="auto">
          <a:xfrm>
            <a:off x="694267" y="888206"/>
            <a:ext cx="2433808"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lnSpc>
                <a:spcPct val="90000"/>
              </a:lnSpc>
              <a:spcBef>
                <a:spcPct val="30000"/>
              </a:spcBef>
              <a:buClr>
                <a:schemeClr val="tx1"/>
              </a:buClr>
            </a:pPr>
            <a:r>
              <a:rPr lang="en-US" sz="2800" b="1" dirty="0">
                <a:solidFill>
                  <a:srgbClr val="002060"/>
                </a:solidFill>
                <a:effectLst>
                  <a:outerShdw blurRad="38100" dist="38100" dir="2700000" algn="tl">
                    <a:srgbClr val="000000"/>
                  </a:outerShdw>
                </a:effectLst>
                <a:latin typeface="Arial Unicode MS" pitchFamily="34" charset="-128"/>
                <a:cs typeface="Arial" panose="020B0604020202020204" pitchFamily="34" charset="0"/>
              </a:rPr>
              <a:t>PLC Stages </a:t>
            </a:r>
          </a:p>
        </p:txBody>
      </p:sp>
      <p:sp>
        <p:nvSpPr>
          <p:cNvPr id="7" name="Rectangle 6"/>
          <p:cNvSpPr>
            <a:spLocks noChangeArrowheads="1"/>
          </p:cNvSpPr>
          <p:nvPr/>
        </p:nvSpPr>
        <p:spPr bwMode="auto">
          <a:xfrm>
            <a:off x="4278489" y="1169193"/>
            <a:ext cx="50704" cy="48006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sz="1400"/>
          </a:p>
        </p:txBody>
      </p:sp>
      <p:sp>
        <p:nvSpPr>
          <p:cNvPr id="8" name="Rectangle 7"/>
          <p:cNvSpPr>
            <a:spLocks noChangeArrowheads="1"/>
          </p:cNvSpPr>
          <p:nvPr/>
        </p:nvSpPr>
        <p:spPr bwMode="auto">
          <a:xfrm>
            <a:off x="694267" y="1702593"/>
            <a:ext cx="2433808" cy="762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86737"/>
            <a:ext cx="6798734" cy="1303867"/>
          </a:xfrm>
        </p:spPr>
        <p:txBody>
          <a:bodyPr/>
          <a:lstStyle/>
          <a:p>
            <a:r>
              <a:rPr lang="en-US" sz="3600" dirty="0"/>
              <a:t>Product Life </a:t>
            </a:r>
            <a:r>
              <a:rPr lang="en-US" sz="3600" dirty="0" smtClean="0"/>
              <a:t>Cycle Stages</a:t>
            </a:r>
            <a:endParaRPr lang="en-US" sz="3600" dirty="0"/>
          </a:p>
        </p:txBody>
      </p:sp>
      <p:pic>
        <p:nvPicPr>
          <p:cNvPr id="4" name="Picture 6" descr="fig09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20887"/>
            <a:ext cx="716280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a:spLocks noGrp="1" noChangeArrowheads="1"/>
          </p:cNvSpPr>
          <p:nvPr/>
        </p:nvSpPr>
        <p:spPr bwMode="auto">
          <a:xfrm>
            <a:off x="762000" y="1905000"/>
            <a:ext cx="3227614" cy="3200400"/>
          </a:xfrm>
          <a:prstGeom prst="rect">
            <a:avLst/>
          </a:prstGeom>
          <a:noFill/>
          <a:ln>
            <a:noFill/>
          </a:ln>
          <a:effectLst/>
          <a:extLst>
            <a:ext uri="{909E8E84-426E-40DD-AFC4-6F175D3DCCD1}">
              <a14:hiddenFill xmlns:a14="http://schemas.microsoft.com/office/drawing/2010/main">
                <a:solidFill>
                  <a:srgbClr val="66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buFont typeface="Wingdings" panose="05000000000000000000" pitchFamily="2" charset="2"/>
              <a:buNone/>
            </a:pPr>
            <a:r>
              <a:rPr lang="en-US" sz="2400" dirty="0">
                <a:solidFill>
                  <a:schemeClr val="accent6">
                    <a:lumMod val="75000"/>
                  </a:schemeClr>
                </a:solidFill>
              </a:rPr>
              <a:t>Product development</a:t>
            </a:r>
          </a:p>
          <a:p>
            <a:pPr>
              <a:buClrTx/>
              <a:buFont typeface="Wingdings" panose="05000000000000000000" pitchFamily="2" charset="2"/>
              <a:buChar char="ü"/>
            </a:pPr>
            <a:r>
              <a:rPr lang="en-US" dirty="0"/>
              <a:t>Introduction</a:t>
            </a:r>
          </a:p>
          <a:p>
            <a:pPr>
              <a:buFont typeface="Wingdings" panose="05000000000000000000" pitchFamily="2" charset="2"/>
              <a:buNone/>
            </a:pPr>
            <a:r>
              <a:rPr lang="en-US" sz="2400" dirty="0">
                <a:solidFill>
                  <a:schemeClr val="accent6">
                    <a:lumMod val="75000"/>
                  </a:schemeClr>
                </a:solidFill>
              </a:rPr>
              <a:t>Growth</a:t>
            </a:r>
          </a:p>
          <a:p>
            <a:pPr>
              <a:buFont typeface="Wingdings" panose="05000000000000000000" pitchFamily="2" charset="2"/>
              <a:buNone/>
            </a:pPr>
            <a:r>
              <a:rPr lang="en-US" sz="2400" dirty="0">
                <a:solidFill>
                  <a:schemeClr val="accent6">
                    <a:lumMod val="75000"/>
                  </a:schemeClr>
                </a:solidFill>
              </a:rPr>
              <a:t>Maturity</a:t>
            </a:r>
          </a:p>
          <a:p>
            <a:pPr>
              <a:buFont typeface="Wingdings" panose="05000000000000000000" pitchFamily="2" charset="2"/>
              <a:buNone/>
            </a:pPr>
            <a:r>
              <a:rPr lang="en-US" sz="2400" dirty="0">
                <a:solidFill>
                  <a:schemeClr val="accent6">
                    <a:lumMod val="75000"/>
                  </a:schemeClr>
                </a:solidFill>
              </a:rPr>
              <a:t>Decline</a:t>
            </a:r>
          </a:p>
        </p:txBody>
      </p:sp>
      <p:sp>
        <p:nvSpPr>
          <p:cNvPr id="14" name="Rectangle 13"/>
          <p:cNvSpPr>
            <a:spLocks noGrp="1" noChangeArrowheads="1"/>
          </p:cNvSpPr>
          <p:nvPr/>
        </p:nvSpPr>
        <p:spPr bwMode="auto">
          <a:xfrm>
            <a:off x="4982308" y="1219200"/>
            <a:ext cx="3475892"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Low sales</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High cost per customer acquired</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Negative profits</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Innovators are targeted</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Little competition</a:t>
            </a:r>
          </a:p>
        </p:txBody>
      </p:sp>
      <p:sp>
        <p:nvSpPr>
          <p:cNvPr id="15" name="Rectangle 14"/>
          <p:cNvSpPr>
            <a:spLocks noChangeArrowheads="1"/>
          </p:cNvSpPr>
          <p:nvPr/>
        </p:nvSpPr>
        <p:spPr bwMode="auto">
          <a:xfrm>
            <a:off x="656492" y="838200"/>
            <a:ext cx="2979337" cy="585788"/>
          </a:xfrm>
          <a:prstGeom prst="rect">
            <a:avLst/>
          </a:prstGeom>
          <a:noFill/>
          <a:ln>
            <a:noFill/>
          </a:ln>
          <a:effec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lnSpc>
                <a:spcPct val="90000"/>
              </a:lnSpc>
              <a:spcBef>
                <a:spcPct val="30000"/>
              </a:spcBef>
              <a:buClr>
                <a:schemeClr val="tx1"/>
              </a:buClr>
            </a:pPr>
            <a:r>
              <a:rPr lang="en-US" sz="3600" b="1" dirty="0">
                <a:solidFill>
                  <a:srgbClr val="002060"/>
                </a:solidFill>
                <a:effectLst>
                  <a:outerShdw blurRad="38100" dist="38100" dir="2700000" algn="tl">
                    <a:srgbClr val="000000"/>
                  </a:outerShdw>
                </a:effectLst>
                <a:latin typeface="Arial Unicode MS" pitchFamily="34" charset="-128"/>
                <a:cs typeface="Arial" panose="020B0604020202020204" pitchFamily="34" charset="0"/>
              </a:rPr>
              <a:t>PLC Stages </a:t>
            </a:r>
          </a:p>
        </p:txBody>
      </p:sp>
      <p:sp>
        <p:nvSpPr>
          <p:cNvPr id="16" name="Rectangle 15"/>
          <p:cNvSpPr>
            <a:spLocks noChangeArrowheads="1"/>
          </p:cNvSpPr>
          <p:nvPr/>
        </p:nvSpPr>
        <p:spPr bwMode="auto">
          <a:xfrm>
            <a:off x="4426926" y="1219200"/>
            <a:ext cx="62069" cy="48006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7" name="Rectangle 16"/>
          <p:cNvSpPr>
            <a:spLocks noChangeArrowheads="1"/>
          </p:cNvSpPr>
          <p:nvPr/>
        </p:nvSpPr>
        <p:spPr bwMode="auto">
          <a:xfrm>
            <a:off x="732692" y="1676400"/>
            <a:ext cx="2979337" cy="762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762000" y="647700"/>
            <a:ext cx="7543800" cy="5562598"/>
            <a:chOff x="0" y="144"/>
            <a:chExt cx="5760" cy="4176"/>
          </a:xfrm>
          <a:solidFill>
            <a:schemeClr val="accent5">
              <a:lumMod val="75000"/>
            </a:schemeClr>
          </a:solidFill>
        </p:grpSpPr>
        <p:sp>
          <p:nvSpPr>
            <p:cNvPr id="3" name="Rectangle 2"/>
            <p:cNvSpPr>
              <a:spLocks noChangeArrowheads="1"/>
            </p:cNvSpPr>
            <p:nvPr/>
          </p:nvSpPr>
          <p:spPr bwMode="auto">
            <a:xfrm>
              <a:off x="48" y="192"/>
              <a:ext cx="1791" cy="451"/>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Sales</a:t>
              </a:r>
            </a:p>
          </p:txBody>
        </p:sp>
        <p:sp>
          <p:nvSpPr>
            <p:cNvPr id="4" name="Rectangle 3"/>
            <p:cNvSpPr>
              <a:spLocks noChangeArrowheads="1"/>
            </p:cNvSpPr>
            <p:nvPr/>
          </p:nvSpPr>
          <p:spPr bwMode="auto">
            <a:xfrm>
              <a:off x="53" y="768"/>
              <a:ext cx="1771" cy="403"/>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Costs</a:t>
              </a:r>
            </a:p>
          </p:txBody>
        </p:sp>
        <p:sp>
          <p:nvSpPr>
            <p:cNvPr id="5" name="Rectangle 4"/>
            <p:cNvSpPr>
              <a:spLocks noChangeArrowheads="1"/>
            </p:cNvSpPr>
            <p:nvPr/>
          </p:nvSpPr>
          <p:spPr bwMode="auto">
            <a:xfrm>
              <a:off x="48" y="1296"/>
              <a:ext cx="1776"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Profits</a:t>
              </a:r>
            </a:p>
          </p:txBody>
        </p:sp>
        <p:sp>
          <p:nvSpPr>
            <p:cNvPr id="6" name="Rectangle 5"/>
            <p:cNvSpPr>
              <a:spLocks noChangeArrowheads="1"/>
            </p:cNvSpPr>
            <p:nvPr/>
          </p:nvSpPr>
          <p:spPr bwMode="auto">
            <a:xfrm>
              <a:off x="0" y="1776"/>
              <a:ext cx="1824" cy="432"/>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Marketing Objectives</a:t>
              </a:r>
            </a:p>
          </p:txBody>
        </p:sp>
        <p:sp>
          <p:nvSpPr>
            <p:cNvPr id="7" name="Rectangle 6"/>
            <p:cNvSpPr>
              <a:spLocks noChangeArrowheads="1"/>
            </p:cNvSpPr>
            <p:nvPr/>
          </p:nvSpPr>
          <p:spPr bwMode="auto">
            <a:xfrm>
              <a:off x="48" y="2304"/>
              <a:ext cx="1776" cy="40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Product</a:t>
              </a:r>
            </a:p>
          </p:txBody>
        </p:sp>
        <p:sp>
          <p:nvSpPr>
            <p:cNvPr id="8" name="Rectangle 7"/>
            <p:cNvSpPr>
              <a:spLocks noChangeArrowheads="1"/>
            </p:cNvSpPr>
            <p:nvPr/>
          </p:nvSpPr>
          <p:spPr bwMode="auto">
            <a:xfrm>
              <a:off x="48" y="2880"/>
              <a:ext cx="1776"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Price</a:t>
              </a:r>
            </a:p>
          </p:txBody>
        </p:sp>
        <p:sp>
          <p:nvSpPr>
            <p:cNvPr id="9" name="Rectangle 8"/>
            <p:cNvSpPr>
              <a:spLocks noChangeArrowheads="1"/>
            </p:cNvSpPr>
            <p:nvPr/>
          </p:nvSpPr>
          <p:spPr bwMode="auto">
            <a:xfrm>
              <a:off x="2160" y="144"/>
              <a:ext cx="3600" cy="480"/>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Low sales    </a:t>
              </a:r>
            </a:p>
          </p:txBody>
        </p:sp>
        <p:sp>
          <p:nvSpPr>
            <p:cNvPr id="10" name="Rectangle 9"/>
            <p:cNvSpPr>
              <a:spLocks noChangeArrowheads="1"/>
            </p:cNvSpPr>
            <p:nvPr/>
          </p:nvSpPr>
          <p:spPr bwMode="auto">
            <a:xfrm>
              <a:off x="2160" y="720"/>
              <a:ext cx="3600" cy="451"/>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High cost per customer</a:t>
              </a:r>
            </a:p>
          </p:txBody>
        </p:sp>
        <p:sp>
          <p:nvSpPr>
            <p:cNvPr id="11" name="Rectangle 10"/>
            <p:cNvSpPr>
              <a:spLocks noChangeArrowheads="1"/>
            </p:cNvSpPr>
            <p:nvPr/>
          </p:nvSpPr>
          <p:spPr bwMode="auto">
            <a:xfrm>
              <a:off x="2160" y="1248"/>
              <a:ext cx="3600" cy="40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Negative</a:t>
              </a:r>
            </a:p>
          </p:txBody>
        </p:sp>
        <p:sp>
          <p:nvSpPr>
            <p:cNvPr id="12" name="Rectangle 11"/>
            <p:cNvSpPr>
              <a:spLocks noChangeArrowheads="1"/>
            </p:cNvSpPr>
            <p:nvPr/>
          </p:nvSpPr>
          <p:spPr bwMode="auto">
            <a:xfrm>
              <a:off x="2208" y="1728"/>
              <a:ext cx="3552" cy="528"/>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latin typeface="Arial" panose="020B0604020202020204" pitchFamily="34" charset="0"/>
                </a:rPr>
                <a:t>Create product awareness </a:t>
              </a:r>
            </a:p>
            <a:p>
              <a:pPr algn="ctr" defTabSz="821055">
                <a:lnSpc>
                  <a:spcPct val="90000"/>
                </a:lnSpc>
              </a:pPr>
              <a:r>
                <a:rPr lang="en-US" b="1">
                  <a:latin typeface="Arial" panose="020B0604020202020204" pitchFamily="34" charset="0"/>
                </a:rPr>
                <a:t>and trial</a:t>
              </a:r>
            </a:p>
          </p:txBody>
        </p:sp>
        <p:sp>
          <p:nvSpPr>
            <p:cNvPr id="13" name="Rectangle 12"/>
            <p:cNvSpPr>
              <a:spLocks noChangeArrowheads="1"/>
            </p:cNvSpPr>
            <p:nvPr/>
          </p:nvSpPr>
          <p:spPr bwMode="auto">
            <a:xfrm>
              <a:off x="2208" y="2352"/>
              <a:ext cx="3552" cy="45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Offer a basic product</a:t>
              </a:r>
            </a:p>
          </p:txBody>
        </p:sp>
        <p:sp>
          <p:nvSpPr>
            <p:cNvPr id="14" name="Rectangle 13"/>
            <p:cNvSpPr>
              <a:spLocks noChangeArrowheads="1"/>
            </p:cNvSpPr>
            <p:nvPr/>
          </p:nvSpPr>
          <p:spPr bwMode="auto">
            <a:xfrm>
              <a:off x="2256" y="2880"/>
              <a:ext cx="3504" cy="43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Use cost-plus </a:t>
              </a:r>
            </a:p>
          </p:txBody>
        </p:sp>
        <p:sp>
          <p:nvSpPr>
            <p:cNvPr id="15" name="Rectangle 14"/>
            <p:cNvSpPr>
              <a:spLocks noChangeArrowheads="1"/>
            </p:cNvSpPr>
            <p:nvPr/>
          </p:nvSpPr>
          <p:spPr bwMode="auto">
            <a:xfrm>
              <a:off x="48" y="3408"/>
              <a:ext cx="1776"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Distribution</a:t>
              </a:r>
            </a:p>
          </p:txBody>
        </p:sp>
        <p:sp>
          <p:nvSpPr>
            <p:cNvPr id="16" name="Rectangle 15"/>
            <p:cNvSpPr>
              <a:spLocks noChangeArrowheads="1"/>
            </p:cNvSpPr>
            <p:nvPr/>
          </p:nvSpPr>
          <p:spPr bwMode="auto">
            <a:xfrm>
              <a:off x="2256" y="3408"/>
              <a:ext cx="3504" cy="40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Build selective distribution</a:t>
              </a:r>
            </a:p>
          </p:txBody>
        </p:sp>
        <p:sp>
          <p:nvSpPr>
            <p:cNvPr id="17" name="AutoShape 20"/>
            <p:cNvSpPr>
              <a:spLocks noChangeArrowheads="1"/>
            </p:cNvSpPr>
            <p:nvPr/>
          </p:nvSpPr>
          <p:spPr bwMode="auto">
            <a:xfrm>
              <a:off x="1833" y="816"/>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8" name="AutoShape 21"/>
            <p:cNvSpPr>
              <a:spLocks noChangeArrowheads="1"/>
            </p:cNvSpPr>
            <p:nvPr/>
          </p:nvSpPr>
          <p:spPr bwMode="auto">
            <a:xfrm>
              <a:off x="1824" y="1296"/>
              <a:ext cx="317" cy="295"/>
            </a:xfrm>
            <a:prstGeom prst="rightArrow">
              <a:avLst>
                <a:gd name="adj1" fmla="val 50000"/>
                <a:gd name="adj2" fmla="val 5376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9" name="AutoShape 22"/>
            <p:cNvSpPr>
              <a:spLocks noChangeArrowheads="1"/>
            </p:cNvSpPr>
            <p:nvPr/>
          </p:nvSpPr>
          <p:spPr bwMode="auto">
            <a:xfrm>
              <a:off x="1824" y="1824"/>
              <a:ext cx="308" cy="296"/>
            </a:xfrm>
            <a:prstGeom prst="rightArrow">
              <a:avLst>
                <a:gd name="adj1" fmla="val 50000"/>
                <a:gd name="adj2" fmla="val 52061"/>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0" name="AutoShape 23"/>
            <p:cNvSpPr>
              <a:spLocks noChangeArrowheads="1"/>
            </p:cNvSpPr>
            <p:nvPr/>
          </p:nvSpPr>
          <p:spPr bwMode="auto">
            <a:xfrm>
              <a:off x="1824" y="2393"/>
              <a:ext cx="349" cy="295"/>
            </a:xfrm>
            <a:prstGeom prst="rightArrow">
              <a:avLst>
                <a:gd name="adj1" fmla="val 50000"/>
                <a:gd name="adj2" fmla="val 59191"/>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1" name="AutoShape 24"/>
            <p:cNvSpPr>
              <a:spLocks noChangeArrowheads="1"/>
            </p:cNvSpPr>
            <p:nvPr/>
          </p:nvSpPr>
          <p:spPr bwMode="auto">
            <a:xfrm>
              <a:off x="1824" y="2920"/>
              <a:ext cx="338" cy="296"/>
            </a:xfrm>
            <a:prstGeom prst="rightArrow">
              <a:avLst>
                <a:gd name="adj1" fmla="val 50000"/>
                <a:gd name="adj2" fmla="val 571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2" name="AutoShape 25"/>
            <p:cNvSpPr>
              <a:spLocks noChangeArrowheads="1"/>
            </p:cNvSpPr>
            <p:nvPr/>
          </p:nvSpPr>
          <p:spPr bwMode="auto">
            <a:xfrm>
              <a:off x="1824" y="3408"/>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3" name="AutoShape 26"/>
            <p:cNvSpPr>
              <a:spLocks noChangeArrowheads="1"/>
            </p:cNvSpPr>
            <p:nvPr/>
          </p:nvSpPr>
          <p:spPr bwMode="auto">
            <a:xfrm>
              <a:off x="1824" y="281"/>
              <a:ext cx="316" cy="295"/>
            </a:xfrm>
            <a:prstGeom prst="rightArrow">
              <a:avLst>
                <a:gd name="adj1" fmla="val 50000"/>
                <a:gd name="adj2" fmla="val 5359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4" name="Rectangle 23"/>
            <p:cNvSpPr>
              <a:spLocks noChangeArrowheads="1"/>
            </p:cNvSpPr>
            <p:nvPr/>
          </p:nvSpPr>
          <p:spPr bwMode="auto">
            <a:xfrm>
              <a:off x="48" y="3936"/>
              <a:ext cx="1824"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latin typeface="Arial" panose="020B0604020202020204" pitchFamily="34" charset="0"/>
                </a:rPr>
                <a:t>Advertising</a:t>
              </a:r>
            </a:p>
          </p:txBody>
        </p:sp>
        <p:sp>
          <p:nvSpPr>
            <p:cNvPr id="25" name="Rectangle 24"/>
            <p:cNvSpPr>
              <a:spLocks noChangeArrowheads="1"/>
            </p:cNvSpPr>
            <p:nvPr/>
          </p:nvSpPr>
          <p:spPr bwMode="auto">
            <a:xfrm>
              <a:off x="2304" y="3936"/>
              <a:ext cx="3456"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latin typeface="Arial" panose="020B0604020202020204" pitchFamily="34" charset="0"/>
                </a:rPr>
                <a:t>Build product awareness among early adopters and dealers</a:t>
              </a:r>
            </a:p>
          </p:txBody>
        </p:sp>
        <p:sp>
          <p:nvSpPr>
            <p:cNvPr id="26" name="AutoShape 29"/>
            <p:cNvSpPr>
              <a:spLocks noChangeArrowheads="1"/>
            </p:cNvSpPr>
            <p:nvPr/>
          </p:nvSpPr>
          <p:spPr bwMode="auto">
            <a:xfrm>
              <a:off x="1872" y="3947"/>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85800"/>
            <a:ext cx="6798734" cy="1303867"/>
          </a:xfrm>
        </p:spPr>
        <p:txBody>
          <a:bodyPr/>
          <a:lstStyle/>
          <a:p>
            <a:r>
              <a:rPr lang="en-US" sz="3600" dirty="0"/>
              <a:t>Product Life </a:t>
            </a:r>
            <a:r>
              <a:rPr lang="en-US" sz="3600" dirty="0" smtClean="0"/>
              <a:t>Cycle Stages</a:t>
            </a:r>
            <a:endParaRPr lang="en-US" sz="3600" dirty="0"/>
          </a:p>
        </p:txBody>
      </p:sp>
      <p:pic>
        <p:nvPicPr>
          <p:cNvPr id="4" name="Picture 6" descr="fig09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19950"/>
            <a:ext cx="716280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838200" y="1905000"/>
            <a:ext cx="3020786" cy="3200400"/>
          </a:xfrm>
          <a:prstGeom prst="rect">
            <a:avLst/>
          </a:prstGeom>
          <a:noFill/>
          <a:ln>
            <a:noFill/>
          </a:ln>
          <a:effectLst/>
          <a:extLst>
            <a:ext uri="{909E8E84-426E-40DD-AFC4-6F175D3DCCD1}">
              <a14:hiddenFill xmlns:a14="http://schemas.microsoft.com/office/drawing/2010/main">
                <a:solidFill>
                  <a:srgbClr val="66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buFont typeface="Wingdings" panose="05000000000000000000" pitchFamily="2" charset="2"/>
              <a:buNone/>
            </a:pPr>
            <a:r>
              <a:rPr lang="en-US" sz="2400" dirty="0">
                <a:solidFill>
                  <a:schemeClr val="accent6">
                    <a:lumMod val="75000"/>
                  </a:schemeClr>
                </a:solidFill>
                <a:cs typeface="Arial" panose="020B0604020202020204" pitchFamily="34" charset="0"/>
              </a:rPr>
              <a:t>Product development</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Introduction</a:t>
            </a:r>
          </a:p>
          <a:p>
            <a:pPr>
              <a:buClrTx/>
              <a:buFont typeface="Wingdings" panose="05000000000000000000" pitchFamily="2" charset="2"/>
              <a:buChar char="ü"/>
            </a:pPr>
            <a:r>
              <a:rPr lang="en-US" sz="3200" dirty="0">
                <a:cs typeface="Arial" panose="020B0604020202020204" pitchFamily="34" charset="0"/>
              </a:rPr>
              <a:t>Growth</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Maturity</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Decline</a:t>
            </a:r>
          </a:p>
        </p:txBody>
      </p:sp>
      <p:sp>
        <p:nvSpPr>
          <p:cNvPr id="3" name="Rectangle 2"/>
          <p:cNvSpPr>
            <a:spLocks noGrp="1" noChangeArrowheads="1"/>
          </p:cNvSpPr>
          <p:nvPr/>
        </p:nvSpPr>
        <p:spPr bwMode="auto">
          <a:xfrm>
            <a:off x="4998720" y="1066800"/>
            <a:ext cx="338328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Rapidly rising sales</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Average cost per customer</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Rising profits</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Early adopters are targeted</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Growing competition</a:t>
            </a:r>
          </a:p>
        </p:txBody>
      </p:sp>
      <p:sp>
        <p:nvSpPr>
          <p:cNvPr id="4" name="Rectangle 3"/>
          <p:cNvSpPr>
            <a:spLocks noChangeArrowheads="1"/>
          </p:cNvSpPr>
          <p:nvPr/>
        </p:nvSpPr>
        <p:spPr bwMode="auto">
          <a:xfrm>
            <a:off x="670560" y="762000"/>
            <a:ext cx="2899954"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lnSpc>
                <a:spcPct val="90000"/>
              </a:lnSpc>
              <a:spcBef>
                <a:spcPct val="30000"/>
              </a:spcBef>
              <a:buClr>
                <a:schemeClr val="tx1"/>
              </a:buClr>
            </a:pPr>
            <a:r>
              <a:rPr lang="en-US" sz="3600" b="1" dirty="0">
                <a:solidFill>
                  <a:srgbClr val="002060"/>
                </a:solidFill>
                <a:effectLst>
                  <a:outerShdw blurRad="38100" dist="38100" dir="2700000" algn="tl">
                    <a:srgbClr val="000000"/>
                  </a:outerShdw>
                </a:effectLst>
                <a:latin typeface="Arial Unicode MS" pitchFamily="34" charset="-128"/>
                <a:cs typeface="Arial" panose="020B0604020202020204" pitchFamily="34" charset="0"/>
              </a:rPr>
              <a:t>PLC Stages </a:t>
            </a:r>
          </a:p>
        </p:txBody>
      </p:sp>
      <p:sp>
        <p:nvSpPr>
          <p:cNvPr id="5" name="Rectangle 4"/>
          <p:cNvSpPr>
            <a:spLocks noChangeArrowheads="1"/>
          </p:cNvSpPr>
          <p:nvPr/>
        </p:nvSpPr>
        <p:spPr bwMode="auto">
          <a:xfrm>
            <a:off x="4351020" y="1066800"/>
            <a:ext cx="60416" cy="51816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6" name="Rectangle 5"/>
          <p:cNvSpPr>
            <a:spLocks noChangeArrowheads="1"/>
          </p:cNvSpPr>
          <p:nvPr/>
        </p:nvSpPr>
        <p:spPr bwMode="auto">
          <a:xfrm>
            <a:off x="670560" y="1676400"/>
            <a:ext cx="2899954" cy="762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685800" y="762000"/>
            <a:ext cx="7772400" cy="5333994"/>
            <a:chOff x="0" y="96"/>
            <a:chExt cx="5760" cy="4128"/>
          </a:xfrm>
          <a:solidFill>
            <a:schemeClr val="accent5">
              <a:lumMod val="75000"/>
            </a:schemeClr>
          </a:solidFill>
        </p:grpSpPr>
        <p:sp>
          <p:nvSpPr>
            <p:cNvPr id="3" name="Rectangle 2"/>
            <p:cNvSpPr>
              <a:spLocks noChangeArrowheads="1"/>
            </p:cNvSpPr>
            <p:nvPr/>
          </p:nvSpPr>
          <p:spPr bwMode="auto">
            <a:xfrm>
              <a:off x="0" y="96"/>
              <a:ext cx="1935" cy="432"/>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Sales</a:t>
              </a:r>
            </a:p>
          </p:txBody>
        </p:sp>
        <p:sp>
          <p:nvSpPr>
            <p:cNvPr id="4" name="Rectangle 3"/>
            <p:cNvSpPr>
              <a:spLocks noChangeArrowheads="1"/>
            </p:cNvSpPr>
            <p:nvPr/>
          </p:nvSpPr>
          <p:spPr bwMode="auto">
            <a:xfrm>
              <a:off x="0" y="624"/>
              <a:ext cx="1968"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Costs</a:t>
              </a:r>
            </a:p>
          </p:txBody>
        </p:sp>
        <p:sp>
          <p:nvSpPr>
            <p:cNvPr id="5" name="Rectangle 4"/>
            <p:cNvSpPr>
              <a:spLocks noChangeArrowheads="1"/>
            </p:cNvSpPr>
            <p:nvPr/>
          </p:nvSpPr>
          <p:spPr bwMode="auto">
            <a:xfrm>
              <a:off x="0" y="1104"/>
              <a:ext cx="1968" cy="432"/>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Profits</a:t>
              </a:r>
            </a:p>
          </p:txBody>
        </p:sp>
        <p:sp>
          <p:nvSpPr>
            <p:cNvPr id="6" name="Rectangle 5"/>
            <p:cNvSpPr>
              <a:spLocks noChangeArrowheads="1"/>
            </p:cNvSpPr>
            <p:nvPr/>
          </p:nvSpPr>
          <p:spPr bwMode="auto">
            <a:xfrm>
              <a:off x="0" y="1632"/>
              <a:ext cx="1968"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Marketing Objectives</a:t>
              </a:r>
            </a:p>
          </p:txBody>
        </p:sp>
        <p:sp>
          <p:nvSpPr>
            <p:cNvPr id="7" name="Rectangle 6"/>
            <p:cNvSpPr>
              <a:spLocks noChangeArrowheads="1"/>
            </p:cNvSpPr>
            <p:nvPr/>
          </p:nvSpPr>
          <p:spPr bwMode="auto">
            <a:xfrm>
              <a:off x="0" y="2160"/>
              <a:ext cx="1968"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Product</a:t>
              </a:r>
            </a:p>
          </p:txBody>
        </p:sp>
        <p:sp>
          <p:nvSpPr>
            <p:cNvPr id="8" name="Rectangle 7"/>
            <p:cNvSpPr>
              <a:spLocks noChangeArrowheads="1"/>
            </p:cNvSpPr>
            <p:nvPr/>
          </p:nvSpPr>
          <p:spPr bwMode="auto">
            <a:xfrm>
              <a:off x="0" y="2736"/>
              <a:ext cx="1968"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Price</a:t>
              </a:r>
            </a:p>
          </p:txBody>
        </p:sp>
        <p:sp>
          <p:nvSpPr>
            <p:cNvPr id="9" name="Rectangle 8"/>
            <p:cNvSpPr>
              <a:spLocks noChangeArrowheads="1"/>
            </p:cNvSpPr>
            <p:nvPr/>
          </p:nvSpPr>
          <p:spPr bwMode="auto">
            <a:xfrm>
              <a:off x="2304" y="96"/>
              <a:ext cx="3456"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Rapidly rising sales    </a:t>
              </a:r>
            </a:p>
          </p:txBody>
        </p:sp>
        <p:sp>
          <p:nvSpPr>
            <p:cNvPr id="10" name="Rectangle 9"/>
            <p:cNvSpPr>
              <a:spLocks noChangeArrowheads="1"/>
            </p:cNvSpPr>
            <p:nvPr/>
          </p:nvSpPr>
          <p:spPr bwMode="auto">
            <a:xfrm>
              <a:off x="2304" y="576"/>
              <a:ext cx="3456" cy="403"/>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Average cost per customer</a:t>
              </a:r>
            </a:p>
          </p:txBody>
        </p:sp>
        <p:sp>
          <p:nvSpPr>
            <p:cNvPr id="11" name="Rectangle 10"/>
            <p:cNvSpPr>
              <a:spLocks noChangeArrowheads="1"/>
            </p:cNvSpPr>
            <p:nvPr/>
          </p:nvSpPr>
          <p:spPr bwMode="auto">
            <a:xfrm>
              <a:off x="2304" y="1056"/>
              <a:ext cx="3456" cy="43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Rising profits</a:t>
              </a:r>
            </a:p>
          </p:txBody>
        </p:sp>
        <p:sp>
          <p:nvSpPr>
            <p:cNvPr id="12" name="Rectangle 11"/>
            <p:cNvSpPr>
              <a:spLocks noChangeArrowheads="1"/>
            </p:cNvSpPr>
            <p:nvPr/>
          </p:nvSpPr>
          <p:spPr bwMode="auto">
            <a:xfrm>
              <a:off x="2304" y="1613"/>
              <a:ext cx="3456" cy="403"/>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Maximize market share</a:t>
              </a:r>
            </a:p>
          </p:txBody>
        </p:sp>
        <p:sp>
          <p:nvSpPr>
            <p:cNvPr id="13" name="Rectangle 12"/>
            <p:cNvSpPr>
              <a:spLocks noChangeArrowheads="1"/>
            </p:cNvSpPr>
            <p:nvPr/>
          </p:nvSpPr>
          <p:spPr bwMode="auto">
            <a:xfrm>
              <a:off x="2352" y="2112"/>
              <a:ext cx="3408" cy="528"/>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Offer product extensions, service, warranty</a:t>
              </a:r>
            </a:p>
          </p:txBody>
        </p:sp>
        <p:sp>
          <p:nvSpPr>
            <p:cNvPr id="14" name="Rectangle 13"/>
            <p:cNvSpPr>
              <a:spLocks noChangeArrowheads="1"/>
            </p:cNvSpPr>
            <p:nvPr/>
          </p:nvSpPr>
          <p:spPr bwMode="auto">
            <a:xfrm>
              <a:off x="2352" y="2736"/>
              <a:ext cx="3408" cy="43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Price to penetrate market</a:t>
              </a:r>
            </a:p>
          </p:txBody>
        </p:sp>
        <p:sp>
          <p:nvSpPr>
            <p:cNvPr id="15" name="Rectangle 14"/>
            <p:cNvSpPr>
              <a:spLocks noChangeArrowheads="1"/>
            </p:cNvSpPr>
            <p:nvPr/>
          </p:nvSpPr>
          <p:spPr bwMode="auto">
            <a:xfrm>
              <a:off x="0" y="3264"/>
              <a:ext cx="1920" cy="336"/>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Distribution</a:t>
              </a:r>
            </a:p>
          </p:txBody>
        </p:sp>
        <p:sp>
          <p:nvSpPr>
            <p:cNvPr id="16" name="Rectangle 15"/>
            <p:cNvSpPr>
              <a:spLocks noChangeArrowheads="1"/>
            </p:cNvSpPr>
            <p:nvPr/>
          </p:nvSpPr>
          <p:spPr bwMode="auto">
            <a:xfrm>
              <a:off x="2400" y="3264"/>
              <a:ext cx="3360" cy="307"/>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Build intensive distribution</a:t>
              </a:r>
            </a:p>
          </p:txBody>
        </p:sp>
        <p:sp>
          <p:nvSpPr>
            <p:cNvPr id="17" name="AutoShape 16"/>
            <p:cNvSpPr>
              <a:spLocks noChangeArrowheads="1"/>
            </p:cNvSpPr>
            <p:nvPr/>
          </p:nvSpPr>
          <p:spPr bwMode="auto">
            <a:xfrm>
              <a:off x="1968" y="672"/>
              <a:ext cx="288" cy="295"/>
            </a:xfrm>
            <a:prstGeom prst="rightArrow">
              <a:avLst>
                <a:gd name="adj1" fmla="val 50000"/>
                <a:gd name="adj2" fmla="val 500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8" name="AutoShape 17"/>
            <p:cNvSpPr>
              <a:spLocks noChangeArrowheads="1"/>
            </p:cNvSpPr>
            <p:nvPr/>
          </p:nvSpPr>
          <p:spPr bwMode="auto">
            <a:xfrm>
              <a:off x="1920" y="1152"/>
              <a:ext cx="317" cy="295"/>
            </a:xfrm>
            <a:prstGeom prst="rightArrow">
              <a:avLst>
                <a:gd name="adj1" fmla="val 50000"/>
                <a:gd name="adj2" fmla="val 5376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9" name="AutoShape 18"/>
            <p:cNvSpPr>
              <a:spLocks noChangeArrowheads="1"/>
            </p:cNvSpPr>
            <p:nvPr/>
          </p:nvSpPr>
          <p:spPr bwMode="auto">
            <a:xfrm>
              <a:off x="1968" y="1632"/>
              <a:ext cx="288" cy="295"/>
            </a:xfrm>
            <a:prstGeom prst="rightArrow">
              <a:avLst>
                <a:gd name="adj1" fmla="val 50000"/>
                <a:gd name="adj2" fmla="val 500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0" name="AutoShape 19"/>
            <p:cNvSpPr>
              <a:spLocks noChangeArrowheads="1"/>
            </p:cNvSpPr>
            <p:nvPr/>
          </p:nvSpPr>
          <p:spPr bwMode="auto">
            <a:xfrm>
              <a:off x="1968" y="2201"/>
              <a:ext cx="288" cy="295"/>
            </a:xfrm>
            <a:prstGeom prst="rightArrow">
              <a:avLst>
                <a:gd name="adj1" fmla="val 50000"/>
                <a:gd name="adj2" fmla="val 500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1" name="AutoShape 20"/>
            <p:cNvSpPr>
              <a:spLocks noChangeArrowheads="1"/>
            </p:cNvSpPr>
            <p:nvPr/>
          </p:nvSpPr>
          <p:spPr bwMode="auto">
            <a:xfrm>
              <a:off x="1920" y="2784"/>
              <a:ext cx="338" cy="296"/>
            </a:xfrm>
            <a:prstGeom prst="rightArrow">
              <a:avLst>
                <a:gd name="adj1" fmla="val 50000"/>
                <a:gd name="adj2" fmla="val 571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2" name="AutoShape 21"/>
            <p:cNvSpPr>
              <a:spLocks noChangeArrowheads="1"/>
            </p:cNvSpPr>
            <p:nvPr/>
          </p:nvSpPr>
          <p:spPr bwMode="auto">
            <a:xfrm>
              <a:off x="1920" y="3264"/>
              <a:ext cx="288" cy="295"/>
            </a:xfrm>
            <a:prstGeom prst="rightArrow">
              <a:avLst>
                <a:gd name="adj1" fmla="val 50000"/>
                <a:gd name="adj2" fmla="val 500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3" name="AutoShape 22"/>
            <p:cNvSpPr>
              <a:spLocks noChangeArrowheads="1"/>
            </p:cNvSpPr>
            <p:nvPr/>
          </p:nvSpPr>
          <p:spPr bwMode="auto">
            <a:xfrm>
              <a:off x="1920" y="144"/>
              <a:ext cx="316" cy="295"/>
            </a:xfrm>
            <a:prstGeom prst="rightArrow">
              <a:avLst>
                <a:gd name="adj1" fmla="val 50000"/>
                <a:gd name="adj2" fmla="val 5359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4" name="Rectangle 23"/>
            <p:cNvSpPr>
              <a:spLocks noChangeArrowheads="1"/>
            </p:cNvSpPr>
            <p:nvPr/>
          </p:nvSpPr>
          <p:spPr bwMode="auto">
            <a:xfrm>
              <a:off x="0" y="3744"/>
              <a:ext cx="1968" cy="480"/>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Advertising</a:t>
              </a:r>
            </a:p>
          </p:txBody>
        </p:sp>
        <p:sp>
          <p:nvSpPr>
            <p:cNvPr id="25" name="Rectangle 24"/>
            <p:cNvSpPr>
              <a:spLocks noChangeArrowheads="1"/>
            </p:cNvSpPr>
            <p:nvPr/>
          </p:nvSpPr>
          <p:spPr bwMode="auto">
            <a:xfrm>
              <a:off x="2448" y="3699"/>
              <a:ext cx="3295" cy="477"/>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Build awareness and interest in the mass market</a:t>
              </a:r>
            </a:p>
          </p:txBody>
        </p:sp>
        <p:sp>
          <p:nvSpPr>
            <p:cNvPr id="26" name="AutoShape 25"/>
            <p:cNvSpPr>
              <a:spLocks noChangeArrowheads="1"/>
            </p:cNvSpPr>
            <p:nvPr/>
          </p:nvSpPr>
          <p:spPr bwMode="auto">
            <a:xfrm>
              <a:off x="1968" y="3832"/>
              <a:ext cx="327" cy="296"/>
            </a:xfrm>
            <a:prstGeom prst="rightArrow">
              <a:avLst>
                <a:gd name="adj1" fmla="val 50000"/>
                <a:gd name="adj2" fmla="val 5527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10537"/>
            <a:ext cx="6798734" cy="1303867"/>
          </a:xfrm>
        </p:spPr>
        <p:txBody>
          <a:bodyPr/>
          <a:lstStyle/>
          <a:p>
            <a:r>
              <a:rPr lang="en-US" sz="3600" dirty="0"/>
              <a:t>Product Life </a:t>
            </a:r>
            <a:r>
              <a:rPr lang="en-US" sz="3600" dirty="0" smtClean="0"/>
              <a:t>Cycle Stages</a:t>
            </a:r>
            <a:endParaRPr lang="en-US" sz="3600" dirty="0"/>
          </a:p>
        </p:txBody>
      </p:sp>
      <p:pic>
        <p:nvPicPr>
          <p:cNvPr id="4" name="Picture 6" descr="fig09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44687"/>
            <a:ext cx="716280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762000" y="1752600"/>
            <a:ext cx="2957593" cy="3962400"/>
          </a:xfrm>
          <a:prstGeom prst="rect">
            <a:avLst/>
          </a:prstGeom>
          <a:noFill/>
          <a:ln>
            <a:noFill/>
          </a:ln>
          <a:effectLst/>
          <a:extLst>
            <a:ext uri="{909E8E84-426E-40DD-AFC4-6F175D3DCCD1}">
              <a14:hiddenFill xmlns:a14="http://schemas.microsoft.com/office/drawing/2010/main">
                <a:solidFill>
                  <a:srgbClr val="66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buFont typeface="Wingdings" panose="05000000000000000000" pitchFamily="2" charset="2"/>
              <a:buNone/>
            </a:pPr>
            <a:r>
              <a:rPr lang="en-US" sz="2400" dirty="0">
                <a:solidFill>
                  <a:schemeClr val="accent6">
                    <a:lumMod val="75000"/>
                  </a:schemeClr>
                </a:solidFill>
                <a:cs typeface="Arial" panose="020B0604020202020204" pitchFamily="34" charset="0"/>
              </a:rPr>
              <a:t>Product development</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Introduction</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Growth</a:t>
            </a:r>
          </a:p>
          <a:p>
            <a:pPr>
              <a:buClrTx/>
              <a:buFont typeface="Wingdings" panose="05000000000000000000" pitchFamily="2" charset="2"/>
              <a:buChar char="ü"/>
            </a:pPr>
            <a:r>
              <a:rPr lang="en-US" sz="3200" dirty="0">
                <a:cs typeface="Arial" panose="020B0604020202020204" pitchFamily="34" charset="0"/>
              </a:rPr>
              <a:t>Maturity</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Decline</a:t>
            </a:r>
          </a:p>
        </p:txBody>
      </p:sp>
      <p:sp>
        <p:nvSpPr>
          <p:cNvPr id="3" name="Rectangle 2"/>
          <p:cNvSpPr>
            <a:spLocks noGrp="1" noChangeArrowheads="1"/>
          </p:cNvSpPr>
          <p:nvPr/>
        </p:nvSpPr>
        <p:spPr bwMode="auto">
          <a:xfrm>
            <a:off x="5089584" y="990600"/>
            <a:ext cx="3292415"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Sales peak</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Low cost per customer</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High profits</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Middle majority are targeted</a:t>
            </a:r>
          </a:p>
          <a:p>
            <a:pPr>
              <a:lnSpc>
                <a:spcPct val="90000"/>
              </a:lnSpc>
              <a:spcBef>
                <a:spcPct val="45000"/>
              </a:spcBef>
              <a:buClrTx/>
              <a:buFont typeface="Wingdings" panose="05000000000000000000" pitchFamily="2" charset="2"/>
              <a:buChar char="C"/>
            </a:pPr>
            <a:r>
              <a:rPr lang="en-US" dirty="0">
                <a:latin typeface="Arial Unicode MS" pitchFamily="34" charset="-128"/>
                <a:cs typeface="Arial" panose="020B0604020202020204" pitchFamily="34" charset="0"/>
              </a:rPr>
              <a:t>Competition begins to decline</a:t>
            </a:r>
          </a:p>
        </p:txBody>
      </p:sp>
      <p:sp>
        <p:nvSpPr>
          <p:cNvPr id="4" name="Rectangle 3"/>
          <p:cNvSpPr>
            <a:spLocks noChangeArrowheads="1"/>
          </p:cNvSpPr>
          <p:nvPr/>
        </p:nvSpPr>
        <p:spPr bwMode="auto">
          <a:xfrm>
            <a:off x="635478" y="633413"/>
            <a:ext cx="267857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lnSpc>
                <a:spcPct val="90000"/>
              </a:lnSpc>
              <a:spcBef>
                <a:spcPct val="30000"/>
              </a:spcBef>
              <a:buClr>
                <a:schemeClr val="tx1"/>
              </a:buClr>
            </a:pPr>
            <a:r>
              <a:rPr lang="en-US" sz="3600" b="1" dirty="0">
                <a:solidFill>
                  <a:srgbClr val="002060"/>
                </a:solidFill>
                <a:effectLst>
                  <a:outerShdw blurRad="38100" dist="38100" dir="2700000" algn="tl">
                    <a:srgbClr val="000000"/>
                  </a:outerShdw>
                </a:effectLst>
                <a:latin typeface="Arial Unicode MS" pitchFamily="34" charset="-128"/>
                <a:cs typeface="Arial" panose="020B0604020202020204" pitchFamily="34" charset="0"/>
              </a:rPr>
              <a:t>PLC Stages </a:t>
            </a:r>
          </a:p>
        </p:txBody>
      </p:sp>
      <p:sp>
        <p:nvSpPr>
          <p:cNvPr id="5" name="Rectangle 4"/>
          <p:cNvSpPr>
            <a:spLocks noChangeArrowheads="1"/>
          </p:cNvSpPr>
          <p:nvPr/>
        </p:nvSpPr>
        <p:spPr bwMode="auto">
          <a:xfrm>
            <a:off x="4353464" y="914400"/>
            <a:ext cx="55804" cy="44958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6" name="Rectangle 5"/>
          <p:cNvSpPr>
            <a:spLocks noChangeArrowheads="1"/>
          </p:cNvSpPr>
          <p:nvPr/>
        </p:nvSpPr>
        <p:spPr bwMode="auto">
          <a:xfrm>
            <a:off x="711678" y="1524000"/>
            <a:ext cx="2678575" cy="76200"/>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762000" y="571500"/>
            <a:ext cx="7620000" cy="5714997"/>
            <a:chOff x="0" y="144"/>
            <a:chExt cx="5760" cy="4176"/>
          </a:xfrm>
          <a:solidFill>
            <a:schemeClr val="accent5">
              <a:lumMod val="75000"/>
            </a:schemeClr>
          </a:solidFill>
        </p:grpSpPr>
        <p:sp>
          <p:nvSpPr>
            <p:cNvPr id="3" name="Rectangle 2"/>
            <p:cNvSpPr>
              <a:spLocks noChangeArrowheads="1"/>
            </p:cNvSpPr>
            <p:nvPr/>
          </p:nvSpPr>
          <p:spPr bwMode="auto">
            <a:xfrm>
              <a:off x="0" y="144"/>
              <a:ext cx="1872"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Sales</a:t>
              </a:r>
            </a:p>
          </p:txBody>
        </p:sp>
        <p:sp>
          <p:nvSpPr>
            <p:cNvPr id="4" name="Rectangle 3"/>
            <p:cNvSpPr>
              <a:spLocks noChangeArrowheads="1"/>
            </p:cNvSpPr>
            <p:nvPr/>
          </p:nvSpPr>
          <p:spPr bwMode="auto">
            <a:xfrm>
              <a:off x="0" y="624"/>
              <a:ext cx="1872" cy="432"/>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Costs</a:t>
              </a:r>
            </a:p>
          </p:txBody>
        </p:sp>
        <p:sp>
          <p:nvSpPr>
            <p:cNvPr id="5" name="Rectangle 4"/>
            <p:cNvSpPr>
              <a:spLocks noChangeArrowheads="1"/>
            </p:cNvSpPr>
            <p:nvPr/>
          </p:nvSpPr>
          <p:spPr bwMode="auto">
            <a:xfrm>
              <a:off x="0" y="1200"/>
              <a:ext cx="1872" cy="432"/>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Profits</a:t>
              </a:r>
            </a:p>
          </p:txBody>
        </p:sp>
        <p:sp>
          <p:nvSpPr>
            <p:cNvPr id="6" name="Rectangle 5"/>
            <p:cNvSpPr>
              <a:spLocks noChangeArrowheads="1"/>
            </p:cNvSpPr>
            <p:nvPr/>
          </p:nvSpPr>
          <p:spPr bwMode="auto">
            <a:xfrm>
              <a:off x="0" y="1728"/>
              <a:ext cx="1872"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Marketing Objectives</a:t>
              </a:r>
            </a:p>
          </p:txBody>
        </p:sp>
        <p:sp>
          <p:nvSpPr>
            <p:cNvPr id="7" name="Rectangle 6"/>
            <p:cNvSpPr>
              <a:spLocks noChangeArrowheads="1"/>
            </p:cNvSpPr>
            <p:nvPr/>
          </p:nvSpPr>
          <p:spPr bwMode="auto">
            <a:xfrm>
              <a:off x="0" y="2208"/>
              <a:ext cx="1872"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Product</a:t>
              </a:r>
            </a:p>
          </p:txBody>
        </p:sp>
        <p:sp>
          <p:nvSpPr>
            <p:cNvPr id="8" name="Rectangle 7"/>
            <p:cNvSpPr>
              <a:spLocks noChangeArrowheads="1"/>
            </p:cNvSpPr>
            <p:nvPr/>
          </p:nvSpPr>
          <p:spPr bwMode="auto">
            <a:xfrm>
              <a:off x="0" y="2688"/>
              <a:ext cx="1872" cy="403"/>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Price</a:t>
              </a:r>
            </a:p>
          </p:txBody>
        </p:sp>
        <p:sp>
          <p:nvSpPr>
            <p:cNvPr id="9" name="Rectangle 8"/>
            <p:cNvSpPr>
              <a:spLocks noChangeArrowheads="1"/>
            </p:cNvSpPr>
            <p:nvPr/>
          </p:nvSpPr>
          <p:spPr bwMode="auto">
            <a:xfrm>
              <a:off x="2256" y="172"/>
              <a:ext cx="3504" cy="40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Peak sales</a:t>
              </a:r>
            </a:p>
          </p:txBody>
        </p:sp>
        <p:sp>
          <p:nvSpPr>
            <p:cNvPr id="10" name="Rectangle 9"/>
            <p:cNvSpPr>
              <a:spLocks noChangeArrowheads="1"/>
            </p:cNvSpPr>
            <p:nvPr/>
          </p:nvSpPr>
          <p:spPr bwMode="auto">
            <a:xfrm>
              <a:off x="2256" y="672"/>
              <a:ext cx="3504"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Low cost per customer</a:t>
              </a:r>
            </a:p>
          </p:txBody>
        </p:sp>
        <p:sp>
          <p:nvSpPr>
            <p:cNvPr id="11" name="Rectangle 10"/>
            <p:cNvSpPr>
              <a:spLocks noChangeArrowheads="1"/>
            </p:cNvSpPr>
            <p:nvPr/>
          </p:nvSpPr>
          <p:spPr bwMode="auto">
            <a:xfrm>
              <a:off x="2272" y="1152"/>
              <a:ext cx="3488" cy="43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High profits</a:t>
              </a:r>
            </a:p>
          </p:txBody>
        </p:sp>
        <p:sp>
          <p:nvSpPr>
            <p:cNvPr id="12" name="Rectangle 11"/>
            <p:cNvSpPr>
              <a:spLocks noChangeArrowheads="1"/>
            </p:cNvSpPr>
            <p:nvPr/>
          </p:nvSpPr>
          <p:spPr bwMode="auto">
            <a:xfrm>
              <a:off x="2270" y="1680"/>
              <a:ext cx="3490" cy="480"/>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Maximize profit while defending</a:t>
              </a:r>
            </a:p>
            <a:p>
              <a:pPr algn="ctr" defTabSz="821055">
                <a:lnSpc>
                  <a:spcPct val="90000"/>
                </a:lnSpc>
              </a:pPr>
              <a:r>
                <a:rPr lang="en-US" b="1">
                  <a:solidFill>
                    <a:srgbClr val="000000"/>
                  </a:solidFill>
                  <a:latin typeface="Arial" panose="020B0604020202020204" pitchFamily="34" charset="0"/>
                </a:rPr>
                <a:t> market share</a:t>
              </a:r>
            </a:p>
          </p:txBody>
        </p:sp>
        <p:sp>
          <p:nvSpPr>
            <p:cNvPr id="13" name="Rectangle 12"/>
            <p:cNvSpPr>
              <a:spLocks noChangeArrowheads="1"/>
            </p:cNvSpPr>
            <p:nvPr/>
          </p:nvSpPr>
          <p:spPr bwMode="auto">
            <a:xfrm>
              <a:off x="2256" y="2256"/>
              <a:ext cx="3504"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Diversify brand and models</a:t>
              </a:r>
            </a:p>
          </p:txBody>
        </p:sp>
        <p:sp>
          <p:nvSpPr>
            <p:cNvPr id="14" name="Rectangle 13"/>
            <p:cNvSpPr>
              <a:spLocks noChangeArrowheads="1"/>
            </p:cNvSpPr>
            <p:nvPr/>
          </p:nvSpPr>
          <p:spPr bwMode="auto">
            <a:xfrm>
              <a:off x="2256" y="2736"/>
              <a:ext cx="3504" cy="528"/>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Price to match or best competitors</a:t>
              </a:r>
            </a:p>
          </p:txBody>
        </p:sp>
        <p:sp>
          <p:nvSpPr>
            <p:cNvPr id="15" name="Rectangle 14"/>
            <p:cNvSpPr>
              <a:spLocks noChangeArrowheads="1"/>
            </p:cNvSpPr>
            <p:nvPr/>
          </p:nvSpPr>
          <p:spPr bwMode="auto">
            <a:xfrm>
              <a:off x="0" y="3216"/>
              <a:ext cx="1872" cy="336"/>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Distribution</a:t>
              </a:r>
            </a:p>
          </p:txBody>
        </p:sp>
        <p:sp>
          <p:nvSpPr>
            <p:cNvPr id="16" name="Rectangle 15"/>
            <p:cNvSpPr>
              <a:spLocks noChangeArrowheads="1"/>
            </p:cNvSpPr>
            <p:nvPr/>
          </p:nvSpPr>
          <p:spPr bwMode="auto">
            <a:xfrm>
              <a:off x="2256" y="3312"/>
              <a:ext cx="3504"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Build more intensive distribution</a:t>
              </a:r>
            </a:p>
          </p:txBody>
        </p:sp>
        <p:sp>
          <p:nvSpPr>
            <p:cNvPr id="17" name="AutoShape 16"/>
            <p:cNvSpPr>
              <a:spLocks noChangeArrowheads="1"/>
            </p:cNvSpPr>
            <p:nvPr/>
          </p:nvSpPr>
          <p:spPr bwMode="auto">
            <a:xfrm>
              <a:off x="1824" y="672"/>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8" name="AutoShape 17"/>
            <p:cNvSpPr>
              <a:spLocks noChangeArrowheads="1"/>
            </p:cNvSpPr>
            <p:nvPr/>
          </p:nvSpPr>
          <p:spPr bwMode="auto">
            <a:xfrm>
              <a:off x="1824" y="1241"/>
              <a:ext cx="317" cy="295"/>
            </a:xfrm>
            <a:prstGeom prst="rightArrow">
              <a:avLst>
                <a:gd name="adj1" fmla="val 50000"/>
                <a:gd name="adj2" fmla="val 5376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9" name="AutoShape 18"/>
            <p:cNvSpPr>
              <a:spLocks noChangeArrowheads="1"/>
            </p:cNvSpPr>
            <p:nvPr/>
          </p:nvSpPr>
          <p:spPr bwMode="auto">
            <a:xfrm>
              <a:off x="1824" y="1769"/>
              <a:ext cx="308" cy="295"/>
            </a:xfrm>
            <a:prstGeom prst="rightArrow">
              <a:avLst>
                <a:gd name="adj1" fmla="val 50000"/>
                <a:gd name="adj2" fmla="val 52237"/>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0" name="AutoShape 19"/>
            <p:cNvSpPr>
              <a:spLocks noChangeArrowheads="1"/>
            </p:cNvSpPr>
            <p:nvPr/>
          </p:nvSpPr>
          <p:spPr bwMode="auto">
            <a:xfrm>
              <a:off x="1811" y="2249"/>
              <a:ext cx="349" cy="295"/>
            </a:xfrm>
            <a:prstGeom prst="rightArrow">
              <a:avLst>
                <a:gd name="adj1" fmla="val 50000"/>
                <a:gd name="adj2" fmla="val 59191"/>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1" name="AutoShape 20"/>
            <p:cNvSpPr>
              <a:spLocks noChangeArrowheads="1"/>
            </p:cNvSpPr>
            <p:nvPr/>
          </p:nvSpPr>
          <p:spPr bwMode="auto">
            <a:xfrm>
              <a:off x="1824" y="2736"/>
              <a:ext cx="338" cy="296"/>
            </a:xfrm>
            <a:prstGeom prst="rightArrow">
              <a:avLst>
                <a:gd name="adj1" fmla="val 50000"/>
                <a:gd name="adj2" fmla="val 571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2" name="AutoShape 21"/>
            <p:cNvSpPr>
              <a:spLocks noChangeArrowheads="1"/>
            </p:cNvSpPr>
            <p:nvPr/>
          </p:nvSpPr>
          <p:spPr bwMode="auto">
            <a:xfrm>
              <a:off x="1824" y="3264"/>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3" name="AutoShape 22"/>
            <p:cNvSpPr>
              <a:spLocks noChangeArrowheads="1"/>
            </p:cNvSpPr>
            <p:nvPr/>
          </p:nvSpPr>
          <p:spPr bwMode="auto">
            <a:xfrm>
              <a:off x="1824" y="185"/>
              <a:ext cx="316" cy="295"/>
            </a:xfrm>
            <a:prstGeom prst="rightArrow">
              <a:avLst>
                <a:gd name="adj1" fmla="val 50000"/>
                <a:gd name="adj2" fmla="val 5359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4" name="Rectangle 23"/>
            <p:cNvSpPr>
              <a:spLocks noChangeArrowheads="1"/>
            </p:cNvSpPr>
            <p:nvPr/>
          </p:nvSpPr>
          <p:spPr bwMode="auto">
            <a:xfrm>
              <a:off x="0" y="3725"/>
              <a:ext cx="1872" cy="451"/>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Advertising</a:t>
              </a:r>
            </a:p>
          </p:txBody>
        </p:sp>
        <p:sp>
          <p:nvSpPr>
            <p:cNvPr id="25" name="Rectangle 24"/>
            <p:cNvSpPr>
              <a:spLocks noChangeArrowheads="1"/>
            </p:cNvSpPr>
            <p:nvPr/>
          </p:nvSpPr>
          <p:spPr bwMode="auto">
            <a:xfrm>
              <a:off x="2256" y="3755"/>
              <a:ext cx="3504" cy="565"/>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Stress brand differences and benefits</a:t>
              </a:r>
            </a:p>
          </p:txBody>
        </p:sp>
        <p:sp>
          <p:nvSpPr>
            <p:cNvPr id="26" name="AutoShape 25"/>
            <p:cNvSpPr>
              <a:spLocks noChangeArrowheads="1"/>
            </p:cNvSpPr>
            <p:nvPr/>
          </p:nvSpPr>
          <p:spPr bwMode="auto">
            <a:xfrm>
              <a:off x="1824" y="3792"/>
              <a:ext cx="327" cy="296"/>
            </a:xfrm>
            <a:prstGeom prst="rightArrow">
              <a:avLst>
                <a:gd name="adj1" fmla="val 50000"/>
                <a:gd name="adj2" fmla="val 5527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85800"/>
            <a:ext cx="6798734" cy="1303867"/>
          </a:xfrm>
        </p:spPr>
        <p:txBody>
          <a:bodyPr/>
          <a:lstStyle/>
          <a:p>
            <a:r>
              <a:rPr lang="en-US" sz="3600" dirty="0"/>
              <a:t>Product Life </a:t>
            </a:r>
            <a:r>
              <a:rPr lang="en-US" sz="3600" dirty="0" smtClean="0"/>
              <a:t>Cycle Stages</a:t>
            </a:r>
            <a:endParaRPr lang="en-US" sz="3600" dirty="0"/>
          </a:p>
        </p:txBody>
      </p:sp>
      <p:pic>
        <p:nvPicPr>
          <p:cNvPr id="4" name="Picture 6" descr="fig09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019950"/>
            <a:ext cx="716280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ChangeArrowheads="1"/>
          </p:cNvSpPr>
          <p:nvPr/>
        </p:nvSpPr>
        <p:spPr bwMode="auto">
          <a:xfrm>
            <a:off x="838200" y="2057400"/>
            <a:ext cx="2956426" cy="2794715"/>
          </a:xfrm>
          <a:prstGeom prst="rect">
            <a:avLst/>
          </a:prstGeom>
          <a:noFill/>
          <a:ln>
            <a:noFill/>
          </a:ln>
          <a:effectLst/>
          <a:extLst>
            <a:ext uri="{909E8E84-426E-40DD-AFC4-6F175D3DCCD1}">
              <a14:hiddenFill xmlns:a14="http://schemas.microsoft.com/office/drawing/2010/main">
                <a:solidFill>
                  <a:srgbClr val="66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buFont typeface="Wingdings" panose="05000000000000000000" pitchFamily="2" charset="2"/>
              <a:buNone/>
            </a:pPr>
            <a:r>
              <a:rPr lang="en-US" sz="2400" dirty="0">
                <a:solidFill>
                  <a:schemeClr val="accent6">
                    <a:lumMod val="75000"/>
                  </a:schemeClr>
                </a:solidFill>
                <a:cs typeface="Arial" panose="020B0604020202020204" pitchFamily="34" charset="0"/>
              </a:rPr>
              <a:t>Product development</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Introduction</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Growth</a:t>
            </a:r>
          </a:p>
          <a:p>
            <a:pPr>
              <a:buFont typeface="Wingdings" panose="05000000000000000000" pitchFamily="2" charset="2"/>
              <a:buNone/>
            </a:pPr>
            <a:r>
              <a:rPr lang="en-US" sz="2400" dirty="0">
                <a:solidFill>
                  <a:schemeClr val="accent6">
                    <a:lumMod val="75000"/>
                  </a:schemeClr>
                </a:solidFill>
                <a:cs typeface="Arial" panose="020B0604020202020204" pitchFamily="34" charset="0"/>
              </a:rPr>
              <a:t>Maturity</a:t>
            </a:r>
          </a:p>
          <a:p>
            <a:pPr>
              <a:buClrTx/>
              <a:buFont typeface="Wingdings" panose="05000000000000000000" pitchFamily="2" charset="2"/>
              <a:buChar char="ü"/>
            </a:pPr>
            <a:r>
              <a:rPr lang="en-US" sz="3200" dirty="0">
                <a:cs typeface="Arial" panose="020B0604020202020204" pitchFamily="34" charset="0"/>
              </a:rPr>
              <a:t>Decline</a:t>
            </a:r>
          </a:p>
        </p:txBody>
      </p:sp>
      <p:sp>
        <p:nvSpPr>
          <p:cNvPr id="3" name="Rectangle 2"/>
          <p:cNvSpPr>
            <a:spLocks noGrp="1" noChangeArrowheads="1"/>
          </p:cNvSpPr>
          <p:nvPr/>
        </p:nvSpPr>
        <p:spPr bwMode="auto">
          <a:xfrm>
            <a:off x="5011674" y="1371600"/>
            <a:ext cx="3370326"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70000"/>
              <a:buFont typeface="Wingdings" panose="05000000000000000000" pitchFamily="2" charset="2"/>
              <a:buChar char="u"/>
              <a:defRPr sz="28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har char="–"/>
              <a:defRPr sz="2400">
                <a:solidFill>
                  <a:schemeClr val="tx1"/>
                </a:solidFill>
                <a:effectLst>
                  <a:outerShdw blurRad="38100" dist="38100" dir="2700000" algn="tl">
                    <a:srgbClr val="000000"/>
                  </a:outerShdw>
                </a:effectLst>
                <a:latin typeface="+mn-lt"/>
              </a:defRPr>
            </a:lvl2pPr>
            <a:lvl3pPr marL="1143000" indent="-228600" algn="l" rtl="0" fontAlgn="base">
              <a:spcBef>
                <a:spcPct val="20000"/>
              </a:spcBef>
              <a:spcAft>
                <a:spcPct val="0"/>
              </a:spcAft>
              <a:buClr>
                <a:schemeClr val="tx2"/>
              </a:buClr>
              <a:buSzPct val="70000"/>
              <a:buFont typeface="Wingdings" panose="05000000000000000000" pitchFamily="2" charset="2"/>
              <a:buChar char="u"/>
              <a:defRPr sz="2000">
                <a:solidFill>
                  <a:schemeClr val="tx1"/>
                </a:solidFill>
                <a:effectLst>
                  <a:outerShdw blurRad="38100" dist="38100" dir="2700000" algn="tl">
                    <a:srgbClr val="000000"/>
                  </a:outerShdw>
                </a:effectLst>
                <a:latin typeface="+mn-lt"/>
              </a:defRPr>
            </a:lvl3pPr>
            <a:lvl4pPr marL="1600200" indent="-228600" algn="l" rtl="0" fontAlgn="base">
              <a:spcBef>
                <a:spcPct val="20000"/>
              </a:spcBef>
              <a:spcAft>
                <a:spcPct val="0"/>
              </a:spcAft>
              <a:buChar char="–"/>
              <a:defRPr sz="1800">
                <a:solidFill>
                  <a:schemeClr val="tx1"/>
                </a:solidFill>
                <a:effectLst>
                  <a:outerShdw blurRad="38100" dist="38100" dir="2700000" algn="tl">
                    <a:srgbClr val="000000"/>
                  </a:outerShdw>
                </a:effectLst>
                <a:latin typeface="+mn-lt"/>
              </a:defRPr>
            </a:lvl4pPr>
            <a:lvl5pPr marL="20574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folHlink"/>
              </a:buClr>
              <a:buSzPct val="70000"/>
              <a:buFont typeface="Wingdings" panose="05000000000000000000" pitchFamily="2" charset="2"/>
              <a:buChar char="u"/>
              <a:defRPr sz="1800">
                <a:solidFill>
                  <a:schemeClr val="tx1"/>
                </a:solidFill>
                <a:effectLst>
                  <a:outerShdw blurRad="38100" dist="38100" dir="2700000" algn="tl">
                    <a:srgbClr val="000000"/>
                  </a:outerShdw>
                </a:effectLst>
                <a:latin typeface="+mn-lt"/>
              </a:defRPr>
            </a:lvl9pPr>
          </a:lstStyle>
          <a:p>
            <a:pPr>
              <a:lnSpc>
                <a:spcPct val="90000"/>
              </a:lnSpc>
              <a:spcBef>
                <a:spcPct val="45000"/>
              </a:spcBef>
              <a:buClrTx/>
              <a:buFont typeface="Wingdings" panose="05000000000000000000" pitchFamily="2" charset="2"/>
              <a:buChar char="C"/>
            </a:pPr>
            <a:r>
              <a:rPr lang="en-US" sz="3200" dirty="0">
                <a:latin typeface="Arial Unicode MS" pitchFamily="34" charset="-128"/>
                <a:cs typeface="Arial" panose="020B0604020202020204" pitchFamily="34" charset="0"/>
              </a:rPr>
              <a:t>Declining sales</a:t>
            </a:r>
          </a:p>
          <a:p>
            <a:pPr>
              <a:lnSpc>
                <a:spcPct val="90000"/>
              </a:lnSpc>
              <a:spcBef>
                <a:spcPct val="45000"/>
              </a:spcBef>
              <a:buClrTx/>
              <a:buFont typeface="Wingdings" panose="05000000000000000000" pitchFamily="2" charset="2"/>
              <a:buChar char="C"/>
            </a:pPr>
            <a:r>
              <a:rPr lang="en-US" sz="3200" dirty="0">
                <a:latin typeface="Arial Unicode MS" pitchFamily="34" charset="-128"/>
                <a:cs typeface="Arial" panose="020B0604020202020204" pitchFamily="34" charset="0"/>
              </a:rPr>
              <a:t>Low cost per customer</a:t>
            </a:r>
          </a:p>
          <a:p>
            <a:pPr>
              <a:lnSpc>
                <a:spcPct val="90000"/>
              </a:lnSpc>
              <a:spcBef>
                <a:spcPct val="45000"/>
              </a:spcBef>
              <a:buClrTx/>
              <a:buFont typeface="Wingdings" panose="05000000000000000000" pitchFamily="2" charset="2"/>
              <a:buChar char="C"/>
            </a:pPr>
            <a:r>
              <a:rPr lang="en-US" sz="3200" dirty="0">
                <a:latin typeface="Arial Unicode MS" pitchFamily="34" charset="-128"/>
                <a:cs typeface="Arial" panose="020B0604020202020204" pitchFamily="34" charset="0"/>
              </a:rPr>
              <a:t>Declining profits</a:t>
            </a:r>
          </a:p>
          <a:p>
            <a:pPr>
              <a:lnSpc>
                <a:spcPct val="90000"/>
              </a:lnSpc>
              <a:spcBef>
                <a:spcPct val="45000"/>
              </a:spcBef>
              <a:buClrTx/>
              <a:buFont typeface="Wingdings" panose="05000000000000000000" pitchFamily="2" charset="2"/>
              <a:buChar char="C"/>
            </a:pPr>
            <a:r>
              <a:rPr lang="en-US" sz="3200" dirty="0">
                <a:latin typeface="Arial Unicode MS" pitchFamily="34" charset="-128"/>
                <a:cs typeface="Arial" panose="020B0604020202020204" pitchFamily="34" charset="0"/>
              </a:rPr>
              <a:t>Laggards are targeted</a:t>
            </a:r>
          </a:p>
          <a:p>
            <a:pPr>
              <a:lnSpc>
                <a:spcPct val="90000"/>
              </a:lnSpc>
              <a:spcBef>
                <a:spcPct val="45000"/>
              </a:spcBef>
              <a:buClrTx/>
              <a:buFont typeface="Wingdings" panose="05000000000000000000" pitchFamily="2" charset="2"/>
              <a:buChar char="C"/>
            </a:pPr>
            <a:r>
              <a:rPr lang="en-US" sz="3200" dirty="0">
                <a:latin typeface="Arial Unicode MS" pitchFamily="34" charset="-128"/>
                <a:cs typeface="Arial" panose="020B0604020202020204" pitchFamily="34" charset="0"/>
              </a:rPr>
              <a:t>Declining competition</a:t>
            </a:r>
          </a:p>
        </p:txBody>
      </p:sp>
      <p:sp>
        <p:nvSpPr>
          <p:cNvPr id="4" name="Rectangle 3"/>
          <p:cNvSpPr>
            <a:spLocks noChangeArrowheads="1"/>
          </p:cNvSpPr>
          <p:nvPr/>
        </p:nvSpPr>
        <p:spPr bwMode="auto">
          <a:xfrm>
            <a:off x="669036" y="862013"/>
            <a:ext cx="2838169"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eaLnBrk="1" hangingPunct="1">
              <a:lnSpc>
                <a:spcPct val="90000"/>
              </a:lnSpc>
              <a:spcBef>
                <a:spcPct val="30000"/>
              </a:spcBef>
              <a:buClr>
                <a:schemeClr val="tx1"/>
              </a:buClr>
            </a:pPr>
            <a:r>
              <a:rPr lang="en-US" sz="3600" b="1" dirty="0">
                <a:solidFill>
                  <a:srgbClr val="002060"/>
                </a:solidFill>
                <a:effectLst>
                  <a:outerShdw blurRad="38100" dist="38100" dir="2700000" algn="tl">
                    <a:srgbClr val="000000"/>
                  </a:outerShdw>
                </a:effectLst>
                <a:latin typeface="Arial Unicode MS" pitchFamily="34" charset="-128"/>
                <a:cs typeface="Arial" panose="020B0604020202020204" pitchFamily="34" charset="0"/>
              </a:rPr>
              <a:t>PLC Stages </a:t>
            </a:r>
          </a:p>
        </p:txBody>
      </p:sp>
      <p:sp>
        <p:nvSpPr>
          <p:cNvPr id="5" name="Rectangle 4"/>
          <p:cNvSpPr>
            <a:spLocks noChangeArrowheads="1"/>
          </p:cNvSpPr>
          <p:nvPr/>
        </p:nvSpPr>
        <p:spPr bwMode="auto">
          <a:xfrm>
            <a:off x="4313682" y="1447800"/>
            <a:ext cx="59129" cy="4192073"/>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6" name="Rectangle 5"/>
          <p:cNvSpPr>
            <a:spLocks noChangeArrowheads="1"/>
          </p:cNvSpPr>
          <p:nvPr/>
        </p:nvSpPr>
        <p:spPr bwMode="auto">
          <a:xfrm>
            <a:off x="745236" y="1600200"/>
            <a:ext cx="2838169" cy="66541"/>
          </a:xfrm>
          <a:prstGeom prst="rect">
            <a:avLst/>
          </a:prstGeom>
          <a:solidFill>
            <a:srgbClr val="002060"/>
          </a:solidFill>
          <a:ln w="9525">
            <a:solidFill>
              <a:srgbClr val="002060"/>
            </a:solidFill>
            <a:miter lim="800000"/>
          </a:ln>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bwMode="auto">
          <a:xfrm>
            <a:off x="685800" y="495300"/>
            <a:ext cx="7696200" cy="5867394"/>
            <a:chOff x="0" y="144"/>
            <a:chExt cx="5760" cy="4176"/>
          </a:xfrm>
          <a:solidFill>
            <a:schemeClr val="accent5">
              <a:lumMod val="75000"/>
            </a:schemeClr>
          </a:solidFill>
        </p:grpSpPr>
        <p:sp>
          <p:nvSpPr>
            <p:cNvPr id="3" name="Rectangle 2"/>
            <p:cNvSpPr>
              <a:spLocks noChangeArrowheads="1"/>
            </p:cNvSpPr>
            <p:nvPr/>
          </p:nvSpPr>
          <p:spPr bwMode="auto">
            <a:xfrm>
              <a:off x="0" y="144"/>
              <a:ext cx="1728" cy="432"/>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Sales</a:t>
              </a:r>
            </a:p>
          </p:txBody>
        </p:sp>
        <p:sp>
          <p:nvSpPr>
            <p:cNvPr id="4" name="Rectangle 3"/>
            <p:cNvSpPr>
              <a:spLocks noChangeArrowheads="1"/>
            </p:cNvSpPr>
            <p:nvPr/>
          </p:nvSpPr>
          <p:spPr bwMode="auto">
            <a:xfrm>
              <a:off x="0" y="672"/>
              <a:ext cx="1728"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Costs</a:t>
              </a:r>
            </a:p>
          </p:txBody>
        </p:sp>
        <p:sp>
          <p:nvSpPr>
            <p:cNvPr id="5" name="Rectangle 4"/>
            <p:cNvSpPr>
              <a:spLocks noChangeArrowheads="1"/>
            </p:cNvSpPr>
            <p:nvPr/>
          </p:nvSpPr>
          <p:spPr bwMode="auto">
            <a:xfrm>
              <a:off x="0" y="1152"/>
              <a:ext cx="1728" cy="384"/>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Profits</a:t>
              </a:r>
            </a:p>
          </p:txBody>
        </p:sp>
        <p:sp>
          <p:nvSpPr>
            <p:cNvPr id="6" name="Rectangle 5"/>
            <p:cNvSpPr>
              <a:spLocks noChangeArrowheads="1"/>
            </p:cNvSpPr>
            <p:nvPr/>
          </p:nvSpPr>
          <p:spPr bwMode="auto">
            <a:xfrm>
              <a:off x="0" y="1680"/>
              <a:ext cx="1728" cy="336"/>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Marketing Objectives</a:t>
              </a:r>
            </a:p>
          </p:txBody>
        </p:sp>
        <p:sp>
          <p:nvSpPr>
            <p:cNvPr id="7" name="Rectangle 6"/>
            <p:cNvSpPr>
              <a:spLocks noChangeArrowheads="1"/>
            </p:cNvSpPr>
            <p:nvPr/>
          </p:nvSpPr>
          <p:spPr bwMode="auto">
            <a:xfrm>
              <a:off x="0" y="2189"/>
              <a:ext cx="1728" cy="355"/>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Product</a:t>
              </a:r>
            </a:p>
          </p:txBody>
        </p:sp>
        <p:sp>
          <p:nvSpPr>
            <p:cNvPr id="8" name="Rectangle 7"/>
            <p:cNvSpPr>
              <a:spLocks noChangeArrowheads="1"/>
            </p:cNvSpPr>
            <p:nvPr/>
          </p:nvSpPr>
          <p:spPr bwMode="auto">
            <a:xfrm>
              <a:off x="0" y="2688"/>
              <a:ext cx="1728" cy="336"/>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Price</a:t>
              </a:r>
            </a:p>
          </p:txBody>
        </p:sp>
        <p:sp>
          <p:nvSpPr>
            <p:cNvPr id="9" name="Rectangle 8"/>
            <p:cNvSpPr>
              <a:spLocks noChangeArrowheads="1"/>
            </p:cNvSpPr>
            <p:nvPr/>
          </p:nvSpPr>
          <p:spPr bwMode="auto">
            <a:xfrm>
              <a:off x="2112" y="144"/>
              <a:ext cx="3648" cy="40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Declining sales</a:t>
              </a:r>
            </a:p>
          </p:txBody>
        </p:sp>
        <p:sp>
          <p:nvSpPr>
            <p:cNvPr id="10" name="Rectangle 9"/>
            <p:cNvSpPr>
              <a:spLocks noChangeArrowheads="1"/>
            </p:cNvSpPr>
            <p:nvPr/>
          </p:nvSpPr>
          <p:spPr bwMode="auto">
            <a:xfrm>
              <a:off x="2112" y="624"/>
              <a:ext cx="3648" cy="43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Low cost per customer</a:t>
              </a:r>
            </a:p>
          </p:txBody>
        </p:sp>
        <p:sp>
          <p:nvSpPr>
            <p:cNvPr id="11" name="Rectangle 10"/>
            <p:cNvSpPr>
              <a:spLocks noChangeArrowheads="1"/>
            </p:cNvSpPr>
            <p:nvPr/>
          </p:nvSpPr>
          <p:spPr bwMode="auto">
            <a:xfrm>
              <a:off x="2112" y="1152"/>
              <a:ext cx="3648" cy="432"/>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Declining profits</a:t>
              </a:r>
            </a:p>
          </p:txBody>
        </p:sp>
        <p:sp>
          <p:nvSpPr>
            <p:cNvPr id="12" name="Rectangle 11"/>
            <p:cNvSpPr>
              <a:spLocks noChangeArrowheads="1"/>
            </p:cNvSpPr>
            <p:nvPr/>
          </p:nvSpPr>
          <p:spPr bwMode="auto">
            <a:xfrm>
              <a:off x="2112" y="1680"/>
              <a:ext cx="3648" cy="480"/>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Reduce expenditure and milk the brand</a:t>
              </a:r>
            </a:p>
          </p:txBody>
        </p:sp>
        <p:sp>
          <p:nvSpPr>
            <p:cNvPr id="13" name="Rectangle 12"/>
            <p:cNvSpPr>
              <a:spLocks noChangeArrowheads="1"/>
            </p:cNvSpPr>
            <p:nvPr/>
          </p:nvSpPr>
          <p:spPr bwMode="auto">
            <a:xfrm>
              <a:off x="2112" y="2256"/>
              <a:ext cx="3648"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Phase out weak items</a:t>
              </a:r>
            </a:p>
          </p:txBody>
        </p:sp>
        <p:sp>
          <p:nvSpPr>
            <p:cNvPr id="14" name="Rectangle 13"/>
            <p:cNvSpPr>
              <a:spLocks noChangeArrowheads="1"/>
            </p:cNvSpPr>
            <p:nvPr/>
          </p:nvSpPr>
          <p:spPr bwMode="auto">
            <a:xfrm>
              <a:off x="2112" y="2736"/>
              <a:ext cx="3648" cy="384"/>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Cut price</a:t>
              </a:r>
            </a:p>
          </p:txBody>
        </p:sp>
        <p:sp>
          <p:nvSpPr>
            <p:cNvPr id="15" name="Rectangle 14"/>
            <p:cNvSpPr>
              <a:spLocks noChangeArrowheads="1"/>
            </p:cNvSpPr>
            <p:nvPr/>
          </p:nvSpPr>
          <p:spPr bwMode="auto">
            <a:xfrm>
              <a:off x="0" y="3168"/>
              <a:ext cx="1776" cy="355"/>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Distribution</a:t>
              </a:r>
            </a:p>
          </p:txBody>
        </p:sp>
        <p:sp>
          <p:nvSpPr>
            <p:cNvPr id="16" name="Rectangle 15"/>
            <p:cNvSpPr>
              <a:spLocks noChangeArrowheads="1"/>
            </p:cNvSpPr>
            <p:nvPr/>
          </p:nvSpPr>
          <p:spPr bwMode="auto">
            <a:xfrm>
              <a:off x="2112" y="3216"/>
              <a:ext cx="3648" cy="480"/>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Go selective: phase out unprofitable outlets</a:t>
              </a:r>
            </a:p>
          </p:txBody>
        </p:sp>
        <p:sp>
          <p:nvSpPr>
            <p:cNvPr id="17" name="AutoShape 16"/>
            <p:cNvSpPr>
              <a:spLocks noChangeArrowheads="1"/>
            </p:cNvSpPr>
            <p:nvPr/>
          </p:nvSpPr>
          <p:spPr bwMode="auto">
            <a:xfrm>
              <a:off x="1680" y="672"/>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8" name="AutoShape 17"/>
            <p:cNvSpPr>
              <a:spLocks noChangeArrowheads="1"/>
            </p:cNvSpPr>
            <p:nvPr/>
          </p:nvSpPr>
          <p:spPr bwMode="auto">
            <a:xfrm>
              <a:off x="1680" y="1200"/>
              <a:ext cx="317" cy="295"/>
            </a:xfrm>
            <a:prstGeom prst="rightArrow">
              <a:avLst>
                <a:gd name="adj1" fmla="val 50000"/>
                <a:gd name="adj2" fmla="val 5376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19" name="AutoShape 18"/>
            <p:cNvSpPr>
              <a:spLocks noChangeArrowheads="1"/>
            </p:cNvSpPr>
            <p:nvPr/>
          </p:nvSpPr>
          <p:spPr bwMode="auto">
            <a:xfrm>
              <a:off x="1728" y="1721"/>
              <a:ext cx="308" cy="295"/>
            </a:xfrm>
            <a:prstGeom prst="rightArrow">
              <a:avLst>
                <a:gd name="adj1" fmla="val 50000"/>
                <a:gd name="adj2" fmla="val 52237"/>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0" name="AutoShape 19"/>
            <p:cNvSpPr>
              <a:spLocks noChangeArrowheads="1"/>
            </p:cNvSpPr>
            <p:nvPr/>
          </p:nvSpPr>
          <p:spPr bwMode="auto">
            <a:xfrm>
              <a:off x="1680" y="2208"/>
              <a:ext cx="349" cy="295"/>
            </a:xfrm>
            <a:prstGeom prst="rightArrow">
              <a:avLst>
                <a:gd name="adj1" fmla="val 50000"/>
                <a:gd name="adj2" fmla="val 59191"/>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1" name="AutoShape 20"/>
            <p:cNvSpPr>
              <a:spLocks noChangeArrowheads="1"/>
            </p:cNvSpPr>
            <p:nvPr/>
          </p:nvSpPr>
          <p:spPr bwMode="auto">
            <a:xfrm>
              <a:off x="1680" y="2688"/>
              <a:ext cx="338" cy="296"/>
            </a:xfrm>
            <a:prstGeom prst="rightArrow">
              <a:avLst>
                <a:gd name="adj1" fmla="val 50000"/>
                <a:gd name="adj2" fmla="val 5713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2" name="AutoShape 21"/>
            <p:cNvSpPr>
              <a:spLocks noChangeArrowheads="1"/>
            </p:cNvSpPr>
            <p:nvPr/>
          </p:nvSpPr>
          <p:spPr bwMode="auto">
            <a:xfrm>
              <a:off x="1728" y="3168"/>
              <a:ext cx="327" cy="295"/>
            </a:xfrm>
            <a:prstGeom prst="rightArrow">
              <a:avLst>
                <a:gd name="adj1" fmla="val 50000"/>
                <a:gd name="adj2" fmla="val 55460"/>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3" name="AutoShape 22"/>
            <p:cNvSpPr>
              <a:spLocks noChangeArrowheads="1"/>
            </p:cNvSpPr>
            <p:nvPr/>
          </p:nvSpPr>
          <p:spPr bwMode="auto">
            <a:xfrm>
              <a:off x="1680" y="192"/>
              <a:ext cx="316" cy="295"/>
            </a:xfrm>
            <a:prstGeom prst="rightArrow">
              <a:avLst>
                <a:gd name="adj1" fmla="val 50000"/>
                <a:gd name="adj2" fmla="val 53594"/>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sp>
          <p:nvSpPr>
            <p:cNvPr id="24" name="Rectangle 23"/>
            <p:cNvSpPr>
              <a:spLocks noChangeArrowheads="1"/>
            </p:cNvSpPr>
            <p:nvPr/>
          </p:nvSpPr>
          <p:spPr bwMode="auto">
            <a:xfrm>
              <a:off x="0" y="3725"/>
              <a:ext cx="1824" cy="403"/>
            </a:xfrm>
            <a:prstGeom prst="rect">
              <a:avLst/>
            </a:prstGeom>
            <a:grpFill/>
            <a:ln w="12700">
              <a:solidFill>
                <a:schemeClr val="tx1"/>
              </a:solidFill>
              <a:miter lim="800000"/>
            </a:ln>
            <a:effectLst>
              <a:outerShdw dist="71842" dir="2700000" algn="ctr" rotWithShape="0">
                <a:schemeClr val="bg2"/>
              </a:outerShdw>
            </a:effectLst>
          </p:spPr>
          <p:txBody>
            <a:bodyPr wrap="none"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defTabSz="821055">
                <a:lnSpc>
                  <a:spcPct val="90000"/>
                </a:lnSpc>
              </a:pPr>
              <a:r>
                <a:rPr lang="en-US" b="1">
                  <a:solidFill>
                    <a:srgbClr val="000000"/>
                  </a:solidFill>
                  <a:latin typeface="Arial" panose="020B0604020202020204" pitchFamily="34" charset="0"/>
                </a:rPr>
                <a:t>Advertising</a:t>
              </a:r>
            </a:p>
          </p:txBody>
        </p:sp>
        <p:sp>
          <p:nvSpPr>
            <p:cNvPr id="25" name="Rectangle 24"/>
            <p:cNvSpPr>
              <a:spLocks noChangeArrowheads="1"/>
            </p:cNvSpPr>
            <p:nvPr/>
          </p:nvSpPr>
          <p:spPr bwMode="auto">
            <a:xfrm>
              <a:off x="2143" y="3789"/>
              <a:ext cx="3617" cy="531"/>
            </a:xfrm>
            <a:prstGeom prst="rect">
              <a:avLst/>
            </a:prstGeom>
            <a:grpFill/>
            <a:ln w="12700">
              <a:solidFill>
                <a:schemeClr val="tx1"/>
              </a:solidFill>
              <a:miter lim="800000"/>
            </a:ln>
            <a:effectLst>
              <a:outerShdw dist="71842" dir="2700000" algn="ctr" rotWithShape="0">
                <a:schemeClr val="bg2"/>
              </a:outerShdw>
            </a:effectLst>
          </p:spPr>
          <p:txBody>
            <a:bodyPr lIns="81204" tIns="39889" rIns="81204" bIns="39889" anchor="ctr" anchorCtr="1"/>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pPr algn="ctr" defTabSz="821055">
                <a:lnSpc>
                  <a:spcPct val="90000"/>
                </a:lnSpc>
              </a:pPr>
              <a:r>
                <a:rPr lang="en-US" b="1">
                  <a:solidFill>
                    <a:srgbClr val="000000"/>
                  </a:solidFill>
                  <a:latin typeface="Arial" panose="020B0604020202020204" pitchFamily="34" charset="0"/>
                </a:rPr>
                <a:t>Reduce to level needed to retain </a:t>
              </a:r>
            </a:p>
            <a:p>
              <a:pPr algn="ctr" defTabSz="821055">
                <a:lnSpc>
                  <a:spcPct val="90000"/>
                </a:lnSpc>
              </a:pPr>
              <a:r>
                <a:rPr lang="en-US" b="1">
                  <a:solidFill>
                    <a:srgbClr val="000000"/>
                  </a:solidFill>
                  <a:latin typeface="Arial" panose="020B0604020202020204" pitchFamily="34" charset="0"/>
                </a:rPr>
                <a:t>hard-core loyal customers </a:t>
              </a:r>
            </a:p>
          </p:txBody>
        </p:sp>
        <p:sp>
          <p:nvSpPr>
            <p:cNvPr id="26" name="AutoShape 25"/>
            <p:cNvSpPr>
              <a:spLocks noChangeArrowheads="1"/>
            </p:cNvSpPr>
            <p:nvPr/>
          </p:nvSpPr>
          <p:spPr bwMode="auto">
            <a:xfrm>
              <a:off x="1776" y="3784"/>
              <a:ext cx="327" cy="296"/>
            </a:xfrm>
            <a:prstGeom prst="rightArrow">
              <a:avLst>
                <a:gd name="adj1" fmla="val 50000"/>
                <a:gd name="adj2" fmla="val 55272"/>
              </a:avLst>
            </a:prstGeom>
            <a:grpFill/>
            <a:ln w="12700">
              <a:solidFill>
                <a:schemeClr val="tx1"/>
              </a:solidFill>
              <a:miter lim="800000"/>
            </a:ln>
            <a:effectLst>
              <a:outerShdw dist="107763" dir="2700000" algn="ctr" rotWithShape="0">
                <a:srgbClr val="714400"/>
              </a:outerShdw>
            </a:effectLst>
          </p:spPr>
          <p:txBody>
            <a:bodyPr wrap="none" anchor="ctr"/>
            <a:ls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mn-cs"/>
                </a:defRPr>
              </a:lvl5pPr>
              <a:lvl6pPr marL="2286000" algn="l" defTabSz="914400" rtl="0" eaLnBrk="1" latinLnBrk="0" hangingPunct="1">
                <a:defRPr kern="1200">
                  <a:solidFill>
                    <a:schemeClr val="tx1"/>
                  </a:solidFill>
                  <a:latin typeface="Verdana" panose="020B0604030504040204" pitchFamily="34" charset="0"/>
                  <a:ea typeface="+mn-ea"/>
                  <a:cs typeface="+mn-cs"/>
                </a:defRPr>
              </a:lvl6pPr>
              <a:lvl7pPr marL="2743200" algn="l" defTabSz="914400" rtl="0" eaLnBrk="1" latinLnBrk="0" hangingPunct="1">
                <a:defRPr kern="1200">
                  <a:solidFill>
                    <a:schemeClr val="tx1"/>
                  </a:solidFill>
                  <a:latin typeface="Verdana" panose="020B0604030504040204" pitchFamily="34" charset="0"/>
                  <a:ea typeface="+mn-ea"/>
                  <a:cs typeface="+mn-cs"/>
                </a:defRPr>
              </a:lvl7pPr>
              <a:lvl8pPr marL="3200400" algn="l" defTabSz="914400" rtl="0" eaLnBrk="1" latinLnBrk="0" hangingPunct="1">
                <a:defRPr kern="1200">
                  <a:solidFill>
                    <a:schemeClr val="tx1"/>
                  </a:solidFill>
                  <a:latin typeface="Verdana" panose="020B0604030504040204" pitchFamily="34" charset="0"/>
                  <a:ea typeface="+mn-ea"/>
                  <a:cs typeface="+mn-cs"/>
                </a:defRPr>
              </a:lvl8pPr>
              <a:lvl9pPr marL="3657600" algn="l" defTabSz="914400" rtl="0" eaLnBrk="1" latinLnBrk="0" hangingPunct="1">
                <a:defRPr kern="1200">
                  <a:solidFill>
                    <a:schemeClr val="tx1"/>
                  </a:solidFill>
                  <a:latin typeface="Verdana" panose="020B0604030504040204" pitchFamily="34" charset="0"/>
                  <a:ea typeface="+mn-ea"/>
                  <a:cs typeface="+mn-cs"/>
                </a:defRPr>
              </a:lvl9pPr>
            </a:lstStyle>
            <a:p>
              <a:endParaRPr lang="en-US"/>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76866" y="609600"/>
            <a:ext cx="6798734" cy="1303867"/>
          </a:xfrm>
        </p:spPr>
        <p:txBody>
          <a:bodyPr/>
          <a:lstStyle/>
          <a:p>
            <a:r>
              <a:rPr lang="en-US" sz="3600" dirty="0"/>
              <a:t>Product Life Cycle</a:t>
            </a:r>
          </a:p>
        </p:txBody>
      </p:sp>
      <p:pic>
        <p:nvPicPr>
          <p:cNvPr id="4" name="Picture 6" descr="fig09_02w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943750"/>
            <a:ext cx="7162800" cy="399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725863" y="20574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p>
            <a:pPr algn="ctr"/>
            <a:endParaRPr lang="en-US"/>
          </a:p>
        </p:txBody>
      </p:sp>
      <p:pic>
        <p:nvPicPr>
          <p:cNvPr id="3" name="Picture 5" descr="cid:3287383400_21775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14400"/>
            <a:ext cx="7589838" cy="2747963"/>
          </a:xfrm>
          <a:prstGeom prst="rect">
            <a:avLst/>
          </a:prstGeom>
          <a:solidFill>
            <a:schemeClr val="hlink"/>
          </a:solidFill>
          <a:ln w="9525">
            <a:solidFill>
              <a:schemeClr val="bg1"/>
            </a:solidFill>
            <a:miter lim="800000"/>
            <a:headEnd/>
            <a:tailEnd/>
          </a:ln>
        </p:spPr>
      </p:pic>
      <p:sp>
        <p:nvSpPr>
          <p:cNvPr id="4" name="Rectangle 6"/>
          <p:cNvSpPr>
            <a:spLocks noChangeArrowheads="1"/>
          </p:cNvSpPr>
          <p:nvPr/>
        </p:nvSpPr>
        <p:spPr bwMode="auto">
          <a:xfrm>
            <a:off x="708025" y="3836988"/>
            <a:ext cx="758983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spAutoFit/>
          </a:bodyPr>
          <a:lstStyle/>
          <a:p>
            <a:pPr algn="ctr"/>
            <a:r>
              <a:rPr lang="en-US" sz="1600" dirty="0">
                <a:solidFill>
                  <a:srgbClr val="000000"/>
                </a:solidFill>
                <a:cs typeface="Times New Roman" panose="02020603050405020304"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270500"/>
            <a:ext cx="7845425" cy="636588"/>
          </a:xfrm>
          <a:prstGeom prst="rect">
            <a:avLst/>
          </a:prstGeom>
          <a:noFill/>
          <a:ln>
            <a:miter lim="800000"/>
          </a:ln>
        </p:spPr>
        <p:txBody>
          <a:bodyPr anchor="b"/>
          <a:lstStyle>
            <a:lvl1pPr eaLnBrk="0" hangingPunct="0">
              <a:defRPr sz="2400">
                <a:solidFill>
                  <a:schemeClr val="tx1"/>
                </a:solidFill>
                <a:latin typeface="Arial" panose="020B0604020202020204" pitchFamily="34" charset="0"/>
                <a:ea typeface="ヒラギノ角ゴ Pro W3" charset="-128"/>
              </a:defRPr>
            </a:lvl1pPr>
            <a:lvl2pPr marL="37931725" indent="-37474525" eaLnBrk="0" hangingPunct="0">
              <a:defRPr sz="2400">
                <a:solidFill>
                  <a:schemeClr val="tx1"/>
                </a:solidFill>
                <a:latin typeface="Arial" panose="020B0604020202020204" pitchFamily="34" charset="0"/>
                <a:ea typeface="ヒラギノ角ゴ Pro W3" charset="-128"/>
              </a:defRPr>
            </a:lvl2pPr>
            <a:lvl3pPr eaLnBrk="0" hangingPunct="0">
              <a:defRPr sz="2400">
                <a:solidFill>
                  <a:schemeClr val="tx1"/>
                </a:solidFill>
                <a:latin typeface="Arial" panose="020B0604020202020204" pitchFamily="34" charset="0"/>
                <a:ea typeface="ヒラギノ角ゴ Pro W3" charset="-128"/>
              </a:defRPr>
            </a:lvl3pPr>
            <a:lvl4pPr eaLnBrk="0" hangingPunct="0">
              <a:defRPr sz="2400">
                <a:solidFill>
                  <a:schemeClr val="tx1"/>
                </a:solidFill>
                <a:latin typeface="Arial" panose="020B0604020202020204" pitchFamily="34" charset="0"/>
                <a:ea typeface="ヒラギノ角ゴ Pro W3" charset="-128"/>
              </a:defRPr>
            </a:lvl4pPr>
            <a:lvl5pPr eaLnBrk="0" hangingPunct="0">
              <a:defRPr sz="2400">
                <a:solidFill>
                  <a:schemeClr val="tx1"/>
                </a:solidFill>
                <a:latin typeface="Arial" panose="020B0604020202020204" pitchFamily="34" charset="0"/>
                <a:ea typeface="ヒラギノ角ゴ Pro W3"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algn="ctr" eaLnBrk="1" hangingPunct="1">
              <a:defRPr/>
            </a:pPr>
            <a:r>
              <a:rPr lang="en-US" sz="1800" smtClean="0">
                <a:solidFill>
                  <a:srgbClr val="000000"/>
                </a:solidFill>
                <a:effectLst>
                  <a:outerShdw blurRad="38100" dist="38100" dir="2700000" algn="tl">
                    <a:srgbClr val="C0C0C0"/>
                  </a:outerShdw>
                </a:effectLst>
              </a:rPr>
              <a:t>Copyright © 2010 Pearson Education, Inc.  </a:t>
            </a:r>
          </a:p>
          <a:p>
            <a:pPr algn="ctr" eaLnBrk="1" hangingPunct="1">
              <a:defRPr/>
            </a:pPr>
            <a:r>
              <a:rPr lang="en-US" sz="1800" smtClean="0">
                <a:solidFill>
                  <a:srgbClr val="000000"/>
                </a:solidFill>
                <a:effectLst>
                  <a:outerShdw blurRad="38100" dist="38100" dir="2700000" algn="tl">
                    <a:srgbClr val="C0C0C0"/>
                  </a:outerShdw>
                </a:effectLst>
              </a:rPr>
              <a:t>Publishing as Prentice Hall</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316</TotalTime>
  <Words>980</Words>
  <Application>Microsoft Office PowerPoint</Application>
  <PresentationFormat>On-screen Show (4:3)</PresentationFormat>
  <Paragraphs>223</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 Unicode MS</vt:lpstr>
      <vt:lpstr>Arial</vt:lpstr>
      <vt:lpstr>Calibri</vt:lpstr>
      <vt:lpstr>Garamond</vt:lpstr>
      <vt:lpstr>Times New Roman</vt:lpstr>
      <vt:lpstr>Verdana</vt:lpstr>
      <vt:lpstr>Wingdings</vt:lpstr>
      <vt:lpstr>ヒラギノ角ゴ Pro W3</vt:lpstr>
      <vt:lpstr>Organic</vt:lpstr>
      <vt:lpstr>Principles of Marketing</vt:lpstr>
      <vt:lpstr>PowerPoint Presentation</vt:lpstr>
      <vt:lpstr>New-Product Development Strategy</vt:lpstr>
      <vt:lpstr>Reasons for new product failure</vt:lpstr>
      <vt:lpstr>New-Product Development Process</vt:lpstr>
      <vt:lpstr>1. Idea Generation</vt:lpstr>
      <vt:lpstr>2. Idea Screening</vt:lpstr>
      <vt:lpstr>3. Concept Development and Testing</vt:lpstr>
      <vt:lpstr>4. Marketing Strategy Development</vt:lpstr>
      <vt:lpstr>5. Business Analysis</vt:lpstr>
      <vt:lpstr>6. Product Development</vt:lpstr>
      <vt:lpstr>7. Test Marketing</vt:lpstr>
      <vt:lpstr>8. Commercialization</vt:lpstr>
      <vt:lpstr>PowerPoint Presentation</vt:lpstr>
      <vt:lpstr>Product Life Cycle</vt:lpstr>
      <vt:lpstr>Product Life Cycle</vt:lpstr>
      <vt:lpstr>Product Life Cycle</vt:lpstr>
      <vt:lpstr>PowerPoint Presentation</vt:lpstr>
      <vt:lpstr>PowerPoint Presentation</vt:lpstr>
      <vt:lpstr>Product Life Cycle Stages</vt:lpstr>
      <vt:lpstr>PowerPoint Presentation</vt:lpstr>
      <vt:lpstr>PowerPoint Presentation</vt:lpstr>
      <vt:lpstr>Product Life Cycle Stages</vt:lpstr>
      <vt:lpstr>PowerPoint Presentation</vt:lpstr>
      <vt:lpstr>PowerPoint Presentation</vt:lpstr>
      <vt:lpstr>Product Life Cycle Stages</vt:lpstr>
      <vt:lpstr>PowerPoint Presentation</vt:lpstr>
      <vt:lpstr>PowerPoint Presentation</vt:lpstr>
      <vt:lpstr>Product Life Cycle Stages</vt:lpstr>
      <vt:lpstr>PowerPoint Presentation</vt:lpstr>
      <vt:lpstr>PowerPoint Presentation</vt:lpstr>
      <vt:lpstr>Product Life Cycle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Marketing</dc:title>
  <dc:creator>ALI</dc:creator>
  <cp:lastModifiedBy>Sonic</cp:lastModifiedBy>
  <cp:revision>37</cp:revision>
  <dcterms:created xsi:type="dcterms:W3CDTF">2006-08-16T00:00:00Z</dcterms:created>
  <dcterms:modified xsi:type="dcterms:W3CDTF">2023-12-07T10:27:36Z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1033-11.2.0.9070</vt:lpwstr>
  </property>
</Properties>
</file>