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"/>
  </p:notesMasterIdLst>
  <p:sldIdLst>
    <p:sldId id="326" r:id="rId3"/>
    <p:sldId id="328" r:id="rId4"/>
    <p:sldId id="329" r:id="rId5"/>
    <p:sldId id="330" r:id="rId6"/>
    <p:sldId id="331" r:id="rId7"/>
    <p:sldId id="334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88" autoAdjust="0"/>
    <p:restoredTop sz="94660"/>
  </p:normalViewPr>
  <p:slideViewPr>
    <p:cSldViewPr>
      <p:cViewPr varScale="1">
        <p:scale>
          <a:sx n="74" d="100"/>
          <a:sy n="74" d="100"/>
        </p:scale>
        <p:origin x="14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E52DEE-9F9D-4119-81B3-6126CFD736B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7C02D2-FC84-4076-A74F-688635232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78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20094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5652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3372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3979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4409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772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1"/>
            <a:ext cx="7772400" cy="2000250"/>
          </a:xfrm>
        </p:spPr>
        <p:txBody>
          <a:bodyPr/>
          <a:lstStyle/>
          <a:p>
            <a:r>
              <a:rPr lang="en-US" dirty="0" smtClean="0"/>
              <a:t>Form Validation in JS</a:t>
            </a: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37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 preferRelativeResize="0">
            <a:picLocks/>
          </p:cNvPicPr>
          <p:nvPr/>
        </p:nvPicPr>
        <p:blipFill rotWithShape="1">
          <a:blip r:embed="rId3"/>
          <a:srcRect t="-78" b="-78"/>
          <a:stretch/>
        </p:blipFill>
        <p:spPr>
          <a:xfrm>
            <a:off x="0" y="-21464"/>
            <a:ext cx="9144000" cy="68687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4" name="Rounded Rectangle 3"/>
          <p:cNvSpPr/>
          <p:nvPr/>
        </p:nvSpPr>
        <p:spPr>
          <a:xfrm>
            <a:off x="228600" y="914400"/>
            <a:ext cx="4953000" cy="1371600"/>
          </a:xfrm>
          <a:prstGeom prst="roundRect">
            <a:avLst/>
          </a:prstGeom>
          <a:ln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 smtClean="0"/>
              <a:t>Form Validation In JS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180132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 preferRelativeResize="0">
            <a:picLocks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028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473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1806" y="0"/>
            <a:ext cx="97536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569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Open VS Code for Practice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82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9125</TotalTime>
  <Words>18</Words>
  <Application>Microsoft Office PowerPoint</Application>
  <PresentationFormat>On-screen Show (4:3)</PresentationFormat>
  <Paragraphs>8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Office Theme</vt:lpstr>
      <vt:lpstr>1_Office Theme</vt:lpstr>
      <vt:lpstr>Form Validation in JS</vt:lpstr>
      <vt:lpstr>PowerPoint Presentation</vt:lpstr>
      <vt:lpstr>PowerPoint Presentation</vt:lpstr>
      <vt:lpstr>PowerPoint Presentation</vt:lpstr>
      <vt:lpstr>PowerPoint Presentation</vt:lpstr>
      <vt:lpstr>Implementation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fakhera Nazir</dc:creator>
  <cp:lastModifiedBy>Microsoft account</cp:lastModifiedBy>
  <cp:revision>138</cp:revision>
  <dcterms:created xsi:type="dcterms:W3CDTF">2006-08-16T00:00:00Z</dcterms:created>
  <dcterms:modified xsi:type="dcterms:W3CDTF">2025-11-10T09:15:46Z</dcterms:modified>
</cp:coreProperties>
</file>